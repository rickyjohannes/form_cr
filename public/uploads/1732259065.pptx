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24"/>
  </p:notesMasterIdLst>
  <p:sldIdLst>
    <p:sldId id="331" r:id="rId4"/>
    <p:sldId id="306" r:id="rId5"/>
    <p:sldId id="332" r:id="rId6"/>
    <p:sldId id="335" r:id="rId7"/>
    <p:sldId id="307" r:id="rId8"/>
    <p:sldId id="308" r:id="rId9"/>
    <p:sldId id="315" r:id="rId10"/>
    <p:sldId id="321" r:id="rId11"/>
    <p:sldId id="333" r:id="rId12"/>
    <p:sldId id="334" r:id="rId13"/>
    <p:sldId id="310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0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ppt.com" initials="W" lastIdx="1" clrIdx="0">
    <p:extLst>
      <p:ext uri="{19B8F6BF-5375-455C-9EA6-DF929625EA0E}">
        <p15:presenceInfo xmlns:p15="http://schemas.microsoft.com/office/powerpoint/2012/main" userId="Allppt.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6" autoAdjust="0"/>
    <p:restoredTop sz="96196" autoAdjust="0"/>
  </p:normalViewPr>
  <p:slideViewPr>
    <p:cSldViewPr snapToGrid="0" showGuides="1">
      <p:cViewPr>
        <p:scale>
          <a:sx n="75" d="100"/>
          <a:sy n="75" d="100"/>
        </p:scale>
        <p:origin x="606" y="5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E039B-25E4-4A34-A592-8263535629BC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A6995-277D-4C47-B075-AD85F466D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1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88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0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26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2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20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AAB0D72-EF64-4427-BF41-BE766B3F0590}"/>
              </a:ext>
            </a:extLst>
          </p:cNvPr>
          <p:cNvSpPr>
            <a:spLocks/>
          </p:cNvSpPr>
          <p:nvPr userDrawn="1"/>
        </p:nvSpPr>
        <p:spPr bwMode="auto">
          <a:xfrm>
            <a:off x="-8316" y="1423107"/>
            <a:ext cx="12208633" cy="5434893"/>
          </a:xfrm>
          <a:custGeom>
            <a:avLst/>
            <a:gdLst>
              <a:gd name="connsiteX0" fmla="*/ 7143321 w 12208633"/>
              <a:gd name="connsiteY0" fmla="*/ 892474 h 5434893"/>
              <a:gd name="connsiteX1" fmla="*/ 7143335 w 12208633"/>
              <a:gd name="connsiteY1" fmla="*/ 895416 h 5434893"/>
              <a:gd name="connsiteX2" fmla="*/ 7147277 w 12208633"/>
              <a:gd name="connsiteY2" fmla="*/ 895507 h 5434893"/>
              <a:gd name="connsiteX3" fmla="*/ 7147099 w 12208633"/>
              <a:gd name="connsiteY3" fmla="*/ 892474 h 5434893"/>
              <a:gd name="connsiteX4" fmla="*/ 6355163 w 12208633"/>
              <a:gd name="connsiteY4" fmla="*/ 727493 h 5434893"/>
              <a:gd name="connsiteX5" fmla="*/ 6355358 w 12208633"/>
              <a:gd name="connsiteY5" fmla="*/ 727687 h 5434893"/>
              <a:gd name="connsiteX6" fmla="*/ 6354969 w 12208633"/>
              <a:gd name="connsiteY6" fmla="*/ 727687 h 5434893"/>
              <a:gd name="connsiteX7" fmla="*/ 6354969 w 12208633"/>
              <a:gd name="connsiteY7" fmla="*/ 728075 h 5434893"/>
              <a:gd name="connsiteX8" fmla="*/ 6355358 w 12208633"/>
              <a:gd name="connsiteY8" fmla="*/ 727687 h 5434893"/>
              <a:gd name="connsiteX9" fmla="*/ 6355552 w 12208633"/>
              <a:gd name="connsiteY9" fmla="*/ 727493 h 5434893"/>
              <a:gd name="connsiteX10" fmla="*/ 6355163 w 12208633"/>
              <a:gd name="connsiteY10" fmla="*/ 727493 h 5434893"/>
              <a:gd name="connsiteX11" fmla="*/ 8604691 w 12208633"/>
              <a:gd name="connsiteY11" fmla="*/ 725788 h 5434893"/>
              <a:gd name="connsiteX12" fmla="*/ 8591193 w 12208633"/>
              <a:gd name="connsiteY12" fmla="*/ 738248 h 5434893"/>
              <a:gd name="connsiteX13" fmla="*/ 8590674 w 12208633"/>
              <a:gd name="connsiteY13" fmla="*/ 889843 h 5434893"/>
              <a:gd name="connsiteX14" fmla="*/ 8603653 w 12208633"/>
              <a:gd name="connsiteY14" fmla="*/ 903341 h 5434893"/>
              <a:gd name="connsiteX15" fmla="*/ 8616632 w 12208633"/>
              <a:gd name="connsiteY15" fmla="*/ 889843 h 5434893"/>
              <a:gd name="connsiteX16" fmla="*/ 8616632 w 12208633"/>
              <a:gd name="connsiteY16" fmla="*/ 815603 h 5434893"/>
              <a:gd name="connsiteX17" fmla="*/ 8616632 w 12208633"/>
              <a:gd name="connsiteY17" fmla="*/ 738767 h 5434893"/>
              <a:gd name="connsiteX18" fmla="*/ 8604691 w 12208633"/>
              <a:gd name="connsiteY18" fmla="*/ 725788 h 5434893"/>
              <a:gd name="connsiteX19" fmla="*/ 8744865 w 12208633"/>
              <a:gd name="connsiteY19" fmla="*/ 683217 h 5434893"/>
              <a:gd name="connsiteX20" fmla="*/ 8735001 w 12208633"/>
              <a:gd name="connsiteY20" fmla="*/ 694119 h 5434893"/>
              <a:gd name="connsiteX21" fmla="*/ 8735520 w 12208633"/>
              <a:gd name="connsiteY21" fmla="*/ 892439 h 5434893"/>
              <a:gd name="connsiteX22" fmla="*/ 8746422 w 12208633"/>
              <a:gd name="connsiteY22" fmla="*/ 903341 h 5434893"/>
              <a:gd name="connsiteX23" fmla="*/ 8787436 w 12208633"/>
              <a:gd name="connsiteY23" fmla="*/ 903341 h 5434893"/>
              <a:gd name="connsiteX24" fmla="*/ 8801454 w 12208633"/>
              <a:gd name="connsiteY24" fmla="*/ 889324 h 5434893"/>
              <a:gd name="connsiteX25" fmla="*/ 8801454 w 12208633"/>
              <a:gd name="connsiteY25" fmla="*/ 818718 h 5434893"/>
              <a:gd name="connsiteX26" fmla="*/ 8807164 w 12208633"/>
              <a:gd name="connsiteY26" fmla="*/ 805739 h 5434893"/>
              <a:gd name="connsiteX27" fmla="*/ 8822739 w 12208633"/>
              <a:gd name="connsiteY27" fmla="*/ 781857 h 5434893"/>
              <a:gd name="connsiteX28" fmla="*/ 8811317 w 12208633"/>
              <a:gd name="connsiteY28" fmla="*/ 771474 h 5434893"/>
              <a:gd name="connsiteX29" fmla="*/ 8773938 w 12208633"/>
              <a:gd name="connsiteY29" fmla="*/ 771474 h 5434893"/>
              <a:gd name="connsiteX30" fmla="*/ 8756286 w 12208633"/>
              <a:gd name="connsiteY30" fmla="*/ 754342 h 5434893"/>
              <a:gd name="connsiteX31" fmla="*/ 8756286 w 12208633"/>
              <a:gd name="connsiteY31" fmla="*/ 725269 h 5434893"/>
              <a:gd name="connsiteX32" fmla="*/ 8755767 w 12208633"/>
              <a:gd name="connsiteY32" fmla="*/ 725269 h 5434893"/>
              <a:gd name="connsiteX33" fmla="*/ 8755767 w 12208633"/>
              <a:gd name="connsiteY33" fmla="*/ 694638 h 5434893"/>
              <a:gd name="connsiteX34" fmla="*/ 8744865 w 12208633"/>
              <a:gd name="connsiteY34" fmla="*/ 683217 h 5434893"/>
              <a:gd name="connsiteX35" fmla="*/ 5999516 w 12208633"/>
              <a:gd name="connsiteY35" fmla="*/ 672943 h 5434893"/>
              <a:gd name="connsiteX36" fmla="*/ 5999516 w 12208633"/>
              <a:gd name="connsiteY36" fmla="*/ 672950 h 5434893"/>
              <a:gd name="connsiteX37" fmla="*/ 6106191 w 12208633"/>
              <a:gd name="connsiteY37" fmla="*/ 672950 h 5434893"/>
              <a:gd name="connsiteX38" fmla="*/ 6106226 w 12208633"/>
              <a:gd name="connsiteY38" fmla="*/ 672943 h 5434893"/>
              <a:gd name="connsiteX39" fmla="*/ 6103287 w 12208633"/>
              <a:gd name="connsiteY39" fmla="*/ 672943 h 5434893"/>
              <a:gd name="connsiteX40" fmla="*/ 6095614 w 12208633"/>
              <a:gd name="connsiteY40" fmla="*/ 672943 h 5434893"/>
              <a:gd name="connsiteX41" fmla="*/ 5844017 w 12208633"/>
              <a:gd name="connsiteY41" fmla="*/ 672943 h 5434893"/>
              <a:gd name="connsiteX42" fmla="*/ 5844017 w 12208633"/>
              <a:gd name="connsiteY42" fmla="*/ 672950 h 5434893"/>
              <a:gd name="connsiteX43" fmla="*/ 5950885 w 12208633"/>
              <a:gd name="connsiteY43" fmla="*/ 672950 h 5434893"/>
              <a:gd name="connsiteX44" fmla="*/ 5950920 w 12208633"/>
              <a:gd name="connsiteY44" fmla="*/ 672943 h 5434893"/>
              <a:gd name="connsiteX45" fmla="*/ 5947738 w 12208633"/>
              <a:gd name="connsiteY45" fmla="*/ 672943 h 5434893"/>
              <a:gd name="connsiteX46" fmla="*/ 5940066 w 12208633"/>
              <a:gd name="connsiteY46" fmla="*/ 672943 h 5434893"/>
              <a:gd name="connsiteX47" fmla="*/ 2661207 w 12208633"/>
              <a:gd name="connsiteY47" fmla="*/ 578320 h 5434893"/>
              <a:gd name="connsiteX48" fmla="*/ 2649387 w 12208633"/>
              <a:gd name="connsiteY48" fmla="*/ 591167 h 5434893"/>
              <a:gd name="connsiteX49" fmla="*/ 2649387 w 12208633"/>
              <a:gd name="connsiteY49" fmla="*/ 660718 h 5434893"/>
              <a:gd name="connsiteX50" fmla="*/ 2661207 w 12208633"/>
              <a:gd name="connsiteY50" fmla="*/ 660966 h 5434893"/>
              <a:gd name="connsiteX51" fmla="*/ 2661207 w 12208633"/>
              <a:gd name="connsiteY51" fmla="*/ 612643 h 5434893"/>
              <a:gd name="connsiteX52" fmla="*/ 2521154 w 12208633"/>
              <a:gd name="connsiteY52" fmla="*/ 535617 h 5434893"/>
              <a:gd name="connsiteX53" fmla="*/ 2510252 w 12208633"/>
              <a:gd name="connsiteY53" fmla="*/ 547038 h 5434893"/>
              <a:gd name="connsiteX54" fmla="*/ 2510252 w 12208633"/>
              <a:gd name="connsiteY54" fmla="*/ 577669 h 5434893"/>
              <a:gd name="connsiteX55" fmla="*/ 2509733 w 12208633"/>
              <a:gd name="connsiteY55" fmla="*/ 577669 h 5434893"/>
              <a:gd name="connsiteX56" fmla="*/ 2509733 w 12208633"/>
              <a:gd name="connsiteY56" fmla="*/ 606742 h 5434893"/>
              <a:gd name="connsiteX57" fmla="*/ 2492081 w 12208633"/>
              <a:gd name="connsiteY57" fmla="*/ 623874 h 5434893"/>
              <a:gd name="connsiteX58" fmla="*/ 2454702 w 12208633"/>
              <a:gd name="connsiteY58" fmla="*/ 623874 h 5434893"/>
              <a:gd name="connsiteX59" fmla="*/ 2443280 w 12208633"/>
              <a:gd name="connsiteY59" fmla="*/ 634257 h 5434893"/>
              <a:gd name="connsiteX60" fmla="*/ 2458855 w 12208633"/>
              <a:gd name="connsiteY60" fmla="*/ 658139 h 5434893"/>
              <a:gd name="connsiteX61" fmla="*/ 2464565 w 12208633"/>
              <a:gd name="connsiteY61" fmla="*/ 671118 h 5434893"/>
              <a:gd name="connsiteX62" fmla="*/ 2464565 w 12208633"/>
              <a:gd name="connsiteY62" fmla="*/ 735104 h 5434893"/>
              <a:gd name="connsiteX63" fmla="*/ 2530525 w 12208633"/>
              <a:gd name="connsiteY63" fmla="*/ 735104 h 5434893"/>
              <a:gd name="connsiteX64" fmla="*/ 2531018 w 12208633"/>
              <a:gd name="connsiteY64" fmla="*/ 546519 h 5434893"/>
              <a:gd name="connsiteX65" fmla="*/ 2521154 w 12208633"/>
              <a:gd name="connsiteY65" fmla="*/ 535617 h 5434893"/>
              <a:gd name="connsiteX66" fmla="*/ 8701774 w 12208633"/>
              <a:gd name="connsiteY66" fmla="*/ 534218 h 5434893"/>
              <a:gd name="connsiteX67" fmla="*/ 8688276 w 12208633"/>
              <a:gd name="connsiteY67" fmla="*/ 540967 h 5434893"/>
              <a:gd name="connsiteX68" fmla="*/ 8695025 w 12208633"/>
              <a:gd name="connsiteY68" fmla="*/ 567963 h 5434893"/>
              <a:gd name="connsiteX69" fmla="*/ 8735520 w 12208633"/>
              <a:gd name="connsiteY69" fmla="*/ 637012 h 5434893"/>
              <a:gd name="connsiteX70" fmla="*/ 8760440 w 12208633"/>
              <a:gd name="connsiteY70" fmla="*/ 664008 h 5434893"/>
              <a:gd name="connsiteX71" fmla="*/ 8767189 w 12208633"/>
              <a:gd name="connsiteY71" fmla="*/ 664527 h 5434893"/>
              <a:gd name="connsiteX72" fmla="*/ 8776534 w 12208633"/>
              <a:gd name="connsiteY72" fmla="*/ 675429 h 5434893"/>
              <a:gd name="connsiteX73" fmla="*/ 8776014 w 12208633"/>
              <a:gd name="connsiteY73" fmla="*/ 724750 h 5434893"/>
              <a:gd name="connsiteX74" fmla="*/ 8799896 w 12208633"/>
              <a:gd name="connsiteY74" fmla="*/ 750708 h 5434893"/>
              <a:gd name="connsiteX75" fmla="*/ 8804049 w 12208633"/>
              <a:gd name="connsiteY75" fmla="*/ 751227 h 5434893"/>
              <a:gd name="connsiteX76" fmla="*/ 8822739 w 12208633"/>
              <a:gd name="connsiteY76" fmla="*/ 740324 h 5434893"/>
              <a:gd name="connsiteX77" fmla="*/ 8806645 w 12208633"/>
              <a:gd name="connsiteY77" fmla="*/ 712809 h 5434893"/>
              <a:gd name="connsiteX78" fmla="*/ 8785359 w 12208633"/>
              <a:gd name="connsiteY78" fmla="*/ 691004 h 5434893"/>
              <a:gd name="connsiteX79" fmla="*/ 8785359 w 12208633"/>
              <a:gd name="connsiteY79" fmla="*/ 620399 h 5434893"/>
              <a:gd name="connsiteX80" fmla="*/ 8784840 w 12208633"/>
              <a:gd name="connsiteY80" fmla="*/ 620399 h 5434893"/>
              <a:gd name="connsiteX81" fmla="*/ 8784840 w 12208633"/>
              <a:gd name="connsiteY81" fmla="*/ 548755 h 5434893"/>
              <a:gd name="connsiteX82" fmla="*/ 8770823 w 12208633"/>
              <a:gd name="connsiteY82" fmla="*/ 534218 h 5434893"/>
              <a:gd name="connsiteX83" fmla="*/ 8701774 w 12208633"/>
              <a:gd name="connsiteY83" fmla="*/ 534218 h 5434893"/>
              <a:gd name="connsiteX84" fmla="*/ 7932693 w 12208633"/>
              <a:gd name="connsiteY84" fmla="*/ 518578 h 5434893"/>
              <a:gd name="connsiteX85" fmla="*/ 7932378 w 12208633"/>
              <a:gd name="connsiteY85" fmla="*/ 519208 h 5434893"/>
              <a:gd name="connsiteX86" fmla="*/ 7932693 w 12208633"/>
              <a:gd name="connsiteY86" fmla="*/ 519208 h 5434893"/>
              <a:gd name="connsiteX87" fmla="*/ 7932693 w 12208633"/>
              <a:gd name="connsiteY87" fmla="*/ 518578 h 5434893"/>
              <a:gd name="connsiteX88" fmla="*/ 7991282 w 12208633"/>
              <a:gd name="connsiteY88" fmla="*/ 518263 h 5434893"/>
              <a:gd name="connsiteX89" fmla="*/ 7991282 w 12208633"/>
              <a:gd name="connsiteY89" fmla="*/ 518892 h 5434893"/>
              <a:gd name="connsiteX90" fmla="*/ 7991597 w 12208633"/>
              <a:gd name="connsiteY90" fmla="*/ 518892 h 5434893"/>
              <a:gd name="connsiteX91" fmla="*/ 7991282 w 12208633"/>
              <a:gd name="connsiteY91" fmla="*/ 518263 h 5434893"/>
              <a:gd name="connsiteX92" fmla="*/ 7933323 w 12208633"/>
              <a:gd name="connsiteY92" fmla="*/ 517633 h 5434893"/>
              <a:gd name="connsiteX93" fmla="*/ 7933008 w 12208633"/>
              <a:gd name="connsiteY93" fmla="*/ 518263 h 5434893"/>
              <a:gd name="connsiteX94" fmla="*/ 7933323 w 12208633"/>
              <a:gd name="connsiteY94" fmla="*/ 518263 h 5434893"/>
              <a:gd name="connsiteX95" fmla="*/ 7933323 w 12208633"/>
              <a:gd name="connsiteY95" fmla="*/ 517633 h 5434893"/>
              <a:gd name="connsiteX96" fmla="*/ 9995853 w 12208633"/>
              <a:gd name="connsiteY96" fmla="*/ 483450 h 5434893"/>
              <a:gd name="connsiteX97" fmla="*/ 9995853 w 12208633"/>
              <a:gd name="connsiteY97" fmla="*/ 547260 h 5434893"/>
              <a:gd name="connsiteX98" fmla="*/ 10005688 w 12208633"/>
              <a:gd name="connsiteY98" fmla="*/ 548252 h 5434893"/>
              <a:gd name="connsiteX99" fmla="*/ 10070193 w 12208633"/>
              <a:gd name="connsiteY99" fmla="*/ 627396 h 5434893"/>
              <a:gd name="connsiteX100" fmla="*/ 10070193 w 12208633"/>
              <a:gd name="connsiteY100" fmla="*/ 839288 h 5434893"/>
              <a:gd name="connsiteX101" fmla="*/ 10098404 w 12208633"/>
              <a:gd name="connsiteY101" fmla="*/ 839288 h 5434893"/>
              <a:gd name="connsiteX102" fmla="*/ 10098404 w 12208633"/>
              <a:gd name="connsiteY102" fmla="*/ 483450 h 5434893"/>
              <a:gd name="connsiteX103" fmla="*/ 9781381 w 12208633"/>
              <a:gd name="connsiteY103" fmla="*/ 483450 h 5434893"/>
              <a:gd name="connsiteX104" fmla="*/ 9781381 w 12208633"/>
              <a:gd name="connsiteY104" fmla="*/ 547123 h 5434893"/>
              <a:gd name="connsiteX105" fmla="*/ 9792075 w 12208633"/>
              <a:gd name="connsiteY105" fmla="*/ 548201 h 5434893"/>
              <a:gd name="connsiteX106" fmla="*/ 9856579 w 12208633"/>
              <a:gd name="connsiteY106" fmla="*/ 627345 h 5434893"/>
              <a:gd name="connsiteX107" fmla="*/ 9856579 w 12208633"/>
              <a:gd name="connsiteY107" fmla="*/ 839288 h 5434893"/>
              <a:gd name="connsiteX108" fmla="*/ 9908622 w 12208633"/>
              <a:gd name="connsiteY108" fmla="*/ 839288 h 5434893"/>
              <a:gd name="connsiteX109" fmla="*/ 9908621 w 12208633"/>
              <a:gd name="connsiteY109" fmla="*/ 627396 h 5434893"/>
              <a:gd name="connsiteX110" fmla="*/ 9908622 w 12208633"/>
              <a:gd name="connsiteY110" fmla="*/ 627394 h 5434893"/>
              <a:gd name="connsiteX111" fmla="*/ 9908622 w 12208633"/>
              <a:gd name="connsiteY111" fmla="*/ 620889 h 5434893"/>
              <a:gd name="connsiteX112" fmla="*/ 9909277 w 12208633"/>
              <a:gd name="connsiteY112" fmla="*/ 620889 h 5434893"/>
              <a:gd name="connsiteX113" fmla="*/ 9910263 w 12208633"/>
              <a:gd name="connsiteY113" fmla="*/ 611115 h 5434893"/>
              <a:gd name="connsiteX114" fmla="*/ 9975107 w 12208633"/>
              <a:gd name="connsiteY114" fmla="*/ 547872 h 5434893"/>
              <a:gd name="connsiteX115" fmla="*/ 9975644 w 12208633"/>
              <a:gd name="connsiteY115" fmla="*/ 547825 h 5434893"/>
              <a:gd name="connsiteX116" fmla="*/ 9975644 w 12208633"/>
              <a:gd name="connsiteY116" fmla="*/ 483450 h 5434893"/>
              <a:gd name="connsiteX117" fmla="*/ 4460613 w 12208633"/>
              <a:gd name="connsiteY117" fmla="*/ 410313 h 5434893"/>
              <a:gd name="connsiteX118" fmla="*/ 4460613 w 12208633"/>
              <a:gd name="connsiteY118" fmla="*/ 474688 h 5434893"/>
              <a:gd name="connsiteX119" fmla="*/ 4461150 w 12208633"/>
              <a:gd name="connsiteY119" fmla="*/ 474735 h 5434893"/>
              <a:gd name="connsiteX120" fmla="*/ 4525994 w 12208633"/>
              <a:gd name="connsiteY120" fmla="*/ 537978 h 5434893"/>
              <a:gd name="connsiteX121" fmla="*/ 4526979 w 12208633"/>
              <a:gd name="connsiteY121" fmla="*/ 547752 h 5434893"/>
              <a:gd name="connsiteX122" fmla="*/ 4527635 w 12208633"/>
              <a:gd name="connsiteY122" fmla="*/ 547752 h 5434893"/>
              <a:gd name="connsiteX123" fmla="*/ 4527635 w 12208633"/>
              <a:gd name="connsiteY123" fmla="*/ 554257 h 5434893"/>
              <a:gd name="connsiteX124" fmla="*/ 4527635 w 12208633"/>
              <a:gd name="connsiteY124" fmla="*/ 554259 h 5434893"/>
              <a:gd name="connsiteX125" fmla="*/ 4527635 w 12208633"/>
              <a:gd name="connsiteY125" fmla="*/ 766151 h 5434893"/>
              <a:gd name="connsiteX126" fmla="*/ 4579677 w 12208633"/>
              <a:gd name="connsiteY126" fmla="*/ 766151 h 5434893"/>
              <a:gd name="connsiteX127" fmla="*/ 4579677 w 12208633"/>
              <a:gd name="connsiteY127" fmla="*/ 554208 h 5434893"/>
              <a:gd name="connsiteX128" fmla="*/ 4644181 w 12208633"/>
              <a:gd name="connsiteY128" fmla="*/ 475064 h 5434893"/>
              <a:gd name="connsiteX129" fmla="*/ 4654875 w 12208633"/>
              <a:gd name="connsiteY129" fmla="*/ 473986 h 5434893"/>
              <a:gd name="connsiteX130" fmla="*/ 4654875 w 12208633"/>
              <a:gd name="connsiteY130" fmla="*/ 410313 h 5434893"/>
              <a:gd name="connsiteX131" fmla="*/ 4337854 w 12208633"/>
              <a:gd name="connsiteY131" fmla="*/ 410313 h 5434893"/>
              <a:gd name="connsiteX132" fmla="*/ 4337854 w 12208633"/>
              <a:gd name="connsiteY132" fmla="*/ 645080 h 5434893"/>
              <a:gd name="connsiteX133" fmla="*/ 4354002 w 12208633"/>
              <a:gd name="connsiteY133" fmla="*/ 645080 h 5434893"/>
              <a:gd name="connsiteX134" fmla="*/ 4366063 w 12208633"/>
              <a:gd name="connsiteY134" fmla="*/ 645080 h 5434893"/>
              <a:gd name="connsiteX135" fmla="*/ 4366063 w 12208633"/>
              <a:gd name="connsiteY135" fmla="*/ 554259 h 5434893"/>
              <a:gd name="connsiteX136" fmla="*/ 4430568 w 12208633"/>
              <a:gd name="connsiteY136" fmla="*/ 475115 h 5434893"/>
              <a:gd name="connsiteX137" fmla="*/ 4440404 w 12208633"/>
              <a:gd name="connsiteY137" fmla="*/ 474123 h 5434893"/>
              <a:gd name="connsiteX138" fmla="*/ 4440404 w 12208633"/>
              <a:gd name="connsiteY138" fmla="*/ 410313 h 5434893"/>
              <a:gd name="connsiteX139" fmla="*/ 2495196 w 12208633"/>
              <a:gd name="connsiteY139" fmla="*/ 386617 h 5434893"/>
              <a:gd name="connsiteX140" fmla="*/ 2481179 w 12208633"/>
              <a:gd name="connsiteY140" fmla="*/ 401154 h 5434893"/>
              <a:gd name="connsiteX141" fmla="*/ 2481179 w 12208633"/>
              <a:gd name="connsiteY141" fmla="*/ 472798 h 5434893"/>
              <a:gd name="connsiteX142" fmla="*/ 2480660 w 12208633"/>
              <a:gd name="connsiteY142" fmla="*/ 472798 h 5434893"/>
              <a:gd name="connsiteX143" fmla="*/ 2480660 w 12208633"/>
              <a:gd name="connsiteY143" fmla="*/ 543404 h 5434893"/>
              <a:gd name="connsiteX144" fmla="*/ 2459374 w 12208633"/>
              <a:gd name="connsiteY144" fmla="*/ 565209 h 5434893"/>
              <a:gd name="connsiteX145" fmla="*/ 2443280 w 12208633"/>
              <a:gd name="connsiteY145" fmla="*/ 592724 h 5434893"/>
              <a:gd name="connsiteX146" fmla="*/ 2461970 w 12208633"/>
              <a:gd name="connsiteY146" fmla="*/ 603627 h 5434893"/>
              <a:gd name="connsiteX147" fmla="*/ 2466123 w 12208633"/>
              <a:gd name="connsiteY147" fmla="*/ 603108 h 5434893"/>
              <a:gd name="connsiteX148" fmla="*/ 2490005 w 12208633"/>
              <a:gd name="connsiteY148" fmla="*/ 577150 h 5434893"/>
              <a:gd name="connsiteX149" fmla="*/ 2489485 w 12208633"/>
              <a:gd name="connsiteY149" fmla="*/ 527829 h 5434893"/>
              <a:gd name="connsiteX150" fmla="*/ 2498830 w 12208633"/>
              <a:gd name="connsiteY150" fmla="*/ 516927 h 5434893"/>
              <a:gd name="connsiteX151" fmla="*/ 2505579 w 12208633"/>
              <a:gd name="connsiteY151" fmla="*/ 516408 h 5434893"/>
              <a:gd name="connsiteX152" fmla="*/ 2530499 w 12208633"/>
              <a:gd name="connsiteY152" fmla="*/ 489411 h 5434893"/>
              <a:gd name="connsiteX153" fmla="*/ 2570994 w 12208633"/>
              <a:gd name="connsiteY153" fmla="*/ 420363 h 5434893"/>
              <a:gd name="connsiteX154" fmla="*/ 2577743 w 12208633"/>
              <a:gd name="connsiteY154" fmla="*/ 393366 h 5434893"/>
              <a:gd name="connsiteX155" fmla="*/ 2564244 w 12208633"/>
              <a:gd name="connsiteY155" fmla="*/ 386617 h 5434893"/>
              <a:gd name="connsiteX156" fmla="*/ 2495196 w 12208633"/>
              <a:gd name="connsiteY156" fmla="*/ 386617 h 5434893"/>
              <a:gd name="connsiteX157" fmla="*/ 9258835 w 12208633"/>
              <a:gd name="connsiteY157" fmla="*/ 0 h 5434893"/>
              <a:gd name="connsiteX158" fmla="*/ 9334633 w 12208633"/>
              <a:gd name="connsiteY158" fmla="*/ 0 h 5434893"/>
              <a:gd name="connsiteX159" fmla="*/ 9369417 w 12208633"/>
              <a:gd name="connsiteY159" fmla="*/ 714886 h 5434893"/>
              <a:gd name="connsiteX160" fmla="*/ 9451963 w 12208633"/>
              <a:gd name="connsiteY160" fmla="*/ 716443 h 5434893"/>
              <a:gd name="connsiteX161" fmla="*/ 9451511 w 12208633"/>
              <a:gd name="connsiteY161" fmla="*/ 839288 h 5434893"/>
              <a:gd name="connsiteX162" fmla="*/ 9695008 w 12208633"/>
              <a:gd name="connsiteY162" fmla="*/ 839288 h 5434893"/>
              <a:gd name="connsiteX163" fmla="*/ 9695008 w 12208633"/>
              <a:gd name="connsiteY163" fmla="*/ 627345 h 5434893"/>
              <a:gd name="connsiteX164" fmla="*/ 9695008 w 12208633"/>
              <a:gd name="connsiteY164" fmla="*/ 627342 h 5434893"/>
              <a:gd name="connsiteX165" fmla="*/ 9695008 w 12208633"/>
              <a:gd name="connsiteY165" fmla="*/ 620838 h 5434893"/>
              <a:gd name="connsiteX166" fmla="*/ 9695582 w 12208633"/>
              <a:gd name="connsiteY166" fmla="*/ 620838 h 5434893"/>
              <a:gd name="connsiteX167" fmla="*/ 9696270 w 12208633"/>
              <a:gd name="connsiteY167" fmla="*/ 613044 h 5434893"/>
              <a:gd name="connsiteX168" fmla="*/ 9759513 w 12208633"/>
              <a:gd name="connsiteY168" fmla="*/ 548201 h 5434893"/>
              <a:gd name="connsiteX169" fmla="*/ 9761172 w 12208633"/>
              <a:gd name="connsiteY169" fmla="*/ 548033 h 5434893"/>
              <a:gd name="connsiteX170" fmla="*/ 9761172 w 12208633"/>
              <a:gd name="connsiteY170" fmla="*/ 452927 h 5434893"/>
              <a:gd name="connsiteX171" fmla="*/ 9781381 w 12208633"/>
              <a:gd name="connsiteY171" fmla="*/ 452927 h 5434893"/>
              <a:gd name="connsiteX172" fmla="*/ 9781381 w 12208633"/>
              <a:gd name="connsiteY172" fmla="*/ 453137 h 5434893"/>
              <a:gd name="connsiteX173" fmla="*/ 10098404 w 12208633"/>
              <a:gd name="connsiteY173" fmla="*/ 453137 h 5434893"/>
              <a:gd name="connsiteX174" fmla="*/ 10098404 w 12208633"/>
              <a:gd name="connsiteY174" fmla="*/ 395857 h 5434893"/>
              <a:gd name="connsiteX175" fmla="*/ 10098404 w 12208633"/>
              <a:gd name="connsiteY175" fmla="*/ 395855 h 5434893"/>
              <a:gd name="connsiteX176" fmla="*/ 10098404 w 12208633"/>
              <a:gd name="connsiteY176" fmla="*/ 322646 h 5434893"/>
              <a:gd name="connsiteX177" fmla="*/ 10147724 w 12208633"/>
              <a:gd name="connsiteY177" fmla="*/ 322646 h 5434893"/>
              <a:gd name="connsiteX178" fmla="*/ 10192315 w 12208633"/>
              <a:gd name="connsiteY178" fmla="*/ 322646 h 5434893"/>
              <a:gd name="connsiteX179" fmla="*/ 10192315 w 12208633"/>
              <a:gd name="connsiteY179" fmla="*/ 412796 h 5434893"/>
              <a:gd name="connsiteX180" fmla="*/ 10192315 w 12208633"/>
              <a:gd name="connsiteY180" fmla="*/ 839288 h 5434893"/>
              <a:gd name="connsiteX181" fmla="*/ 10237382 w 12208633"/>
              <a:gd name="connsiteY181" fmla="*/ 839288 h 5434893"/>
              <a:gd name="connsiteX182" fmla="*/ 10237382 w 12208633"/>
              <a:gd name="connsiteY182" fmla="*/ 787976 h 5434893"/>
              <a:gd name="connsiteX183" fmla="*/ 10237382 w 12208633"/>
              <a:gd name="connsiteY183" fmla="*/ 787525 h 5434893"/>
              <a:gd name="connsiteX184" fmla="*/ 10237382 w 12208633"/>
              <a:gd name="connsiteY184" fmla="*/ 786823 h 5434893"/>
              <a:gd name="connsiteX185" fmla="*/ 10293811 w 12208633"/>
              <a:gd name="connsiteY185" fmla="*/ 786823 h 5434893"/>
              <a:gd name="connsiteX186" fmla="*/ 10293811 w 12208633"/>
              <a:gd name="connsiteY186" fmla="*/ 486617 h 5434893"/>
              <a:gd name="connsiteX187" fmla="*/ 10293811 w 12208633"/>
              <a:gd name="connsiteY187" fmla="*/ 486615 h 5434893"/>
              <a:gd name="connsiteX188" fmla="*/ 10293811 w 12208633"/>
              <a:gd name="connsiteY188" fmla="*/ 412796 h 5434893"/>
              <a:gd name="connsiteX189" fmla="*/ 10293812 w 12208633"/>
              <a:gd name="connsiteY189" fmla="*/ 412796 h 5434893"/>
              <a:gd name="connsiteX190" fmla="*/ 10364543 w 12208633"/>
              <a:gd name="connsiteY190" fmla="*/ 412796 h 5434893"/>
              <a:gd name="connsiteX191" fmla="*/ 10435273 w 12208633"/>
              <a:gd name="connsiteY191" fmla="*/ 412796 h 5434893"/>
              <a:gd name="connsiteX192" fmla="*/ 10435273 w 12208633"/>
              <a:gd name="connsiteY192" fmla="*/ 493478 h 5434893"/>
              <a:gd name="connsiteX193" fmla="*/ 10435272 w 12208633"/>
              <a:gd name="connsiteY193" fmla="*/ 493478 h 5434893"/>
              <a:gd name="connsiteX194" fmla="*/ 10435272 w 12208633"/>
              <a:gd name="connsiteY194" fmla="*/ 787653 h 5434893"/>
              <a:gd name="connsiteX195" fmla="*/ 10479889 w 12208633"/>
              <a:gd name="connsiteY195" fmla="*/ 787653 h 5434893"/>
              <a:gd name="connsiteX196" fmla="*/ 10479889 w 12208633"/>
              <a:gd name="connsiteY196" fmla="*/ 834346 h 5434893"/>
              <a:gd name="connsiteX197" fmla="*/ 10479889 w 12208633"/>
              <a:gd name="connsiteY197" fmla="*/ 883894 h 5434893"/>
              <a:gd name="connsiteX198" fmla="*/ 10634153 w 12208633"/>
              <a:gd name="connsiteY198" fmla="*/ 798062 h 5434893"/>
              <a:gd name="connsiteX199" fmla="*/ 10634153 w 12208633"/>
              <a:gd name="connsiteY199" fmla="*/ 890261 h 5434893"/>
              <a:gd name="connsiteX200" fmla="*/ 10799859 w 12208633"/>
              <a:gd name="connsiteY200" fmla="*/ 798062 h 5434893"/>
              <a:gd name="connsiteX201" fmla="*/ 10799859 w 12208633"/>
              <a:gd name="connsiteY201" fmla="*/ 890261 h 5434893"/>
              <a:gd name="connsiteX202" fmla="*/ 10965565 w 12208633"/>
              <a:gd name="connsiteY202" fmla="*/ 798062 h 5434893"/>
              <a:gd name="connsiteX203" fmla="*/ 10965565 w 12208633"/>
              <a:gd name="connsiteY203" fmla="*/ 890261 h 5434893"/>
              <a:gd name="connsiteX204" fmla="*/ 11131272 w 12208633"/>
              <a:gd name="connsiteY204" fmla="*/ 798062 h 5434893"/>
              <a:gd name="connsiteX205" fmla="*/ 11131272 w 12208633"/>
              <a:gd name="connsiteY205" fmla="*/ 894809 h 5434893"/>
              <a:gd name="connsiteX206" fmla="*/ 10965565 w 12208633"/>
              <a:gd name="connsiteY206" fmla="*/ 894809 h 5434893"/>
              <a:gd name="connsiteX207" fmla="*/ 10957391 w 12208633"/>
              <a:gd name="connsiteY207" fmla="*/ 894809 h 5434893"/>
              <a:gd name="connsiteX208" fmla="*/ 10799859 w 12208633"/>
              <a:gd name="connsiteY208" fmla="*/ 894809 h 5434893"/>
              <a:gd name="connsiteX209" fmla="*/ 10791685 w 12208633"/>
              <a:gd name="connsiteY209" fmla="*/ 894809 h 5434893"/>
              <a:gd name="connsiteX210" fmla="*/ 10634153 w 12208633"/>
              <a:gd name="connsiteY210" fmla="*/ 894809 h 5434893"/>
              <a:gd name="connsiteX211" fmla="*/ 10625978 w 12208633"/>
              <a:gd name="connsiteY211" fmla="*/ 894809 h 5434893"/>
              <a:gd name="connsiteX212" fmla="*/ 10479889 w 12208633"/>
              <a:gd name="connsiteY212" fmla="*/ 894809 h 5434893"/>
              <a:gd name="connsiteX213" fmla="*/ 10479889 w 12208633"/>
              <a:gd name="connsiteY213" fmla="*/ 894815 h 5434893"/>
              <a:gd name="connsiteX214" fmla="*/ 11131272 w 12208633"/>
              <a:gd name="connsiteY214" fmla="*/ 894815 h 5434893"/>
              <a:gd name="connsiteX215" fmla="*/ 11131272 w 12208633"/>
              <a:gd name="connsiteY215" fmla="*/ 930426 h 5434893"/>
              <a:gd name="connsiteX216" fmla="*/ 11131272 w 12208633"/>
              <a:gd name="connsiteY216" fmla="*/ 1058032 h 5434893"/>
              <a:gd name="connsiteX217" fmla="*/ 11135416 w 12208633"/>
              <a:gd name="connsiteY217" fmla="*/ 1058032 h 5434893"/>
              <a:gd name="connsiteX218" fmla="*/ 11135416 w 12208633"/>
              <a:gd name="connsiteY218" fmla="*/ 475513 h 5434893"/>
              <a:gd name="connsiteX219" fmla="*/ 11317073 w 12208633"/>
              <a:gd name="connsiteY219" fmla="*/ 475513 h 5434893"/>
              <a:gd name="connsiteX220" fmla="*/ 11317073 w 12208633"/>
              <a:gd name="connsiteY220" fmla="*/ 957415 h 5434893"/>
              <a:gd name="connsiteX221" fmla="*/ 11385524 w 12208633"/>
              <a:gd name="connsiteY221" fmla="*/ 864742 h 5434893"/>
              <a:gd name="connsiteX222" fmla="*/ 11467139 w 12208633"/>
              <a:gd name="connsiteY222" fmla="*/ 970654 h 5434893"/>
              <a:gd name="connsiteX223" fmla="*/ 11540855 w 12208633"/>
              <a:gd name="connsiteY223" fmla="*/ 864742 h 5434893"/>
              <a:gd name="connsiteX224" fmla="*/ 11622470 w 12208633"/>
              <a:gd name="connsiteY224" fmla="*/ 970654 h 5434893"/>
              <a:gd name="connsiteX225" fmla="*/ 11696186 w 12208633"/>
              <a:gd name="connsiteY225" fmla="*/ 864742 h 5434893"/>
              <a:gd name="connsiteX226" fmla="*/ 11777800 w 12208633"/>
              <a:gd name="connsiteY226" fmla="*/ 970654 h 5434893"/>
              <a:gd name="connsiteX227" fmla="*/ 11777800 w 12208633"/>
              <a:gd name="connsiteY227" fmla="*/ 994485 h 5434893"/>
              <a:gd name="connsiteX228" fmla="*/ 11851517 w 12208633"/>
              <a:gd name="connsiteY228" fmla="*/ 994485 h 5434893"/>
              <a:gd name="connsiteX229" fmla="*/ 11851517 w 12208633"/>
              <a:gd name="connsiteY229" fmla="*/ 920346 h 5434893"/>
              <a:gd name="connsiteX230" fmla="*/ 11759371 w 12208633"/>
              <a:gd name="connsiteY230" fmla="*/ 806490 h 5434893"/>
              <a:gd name="connsiteX231" fmla="*/ 11851517 w 12208633"/>
              <a:gd name="connsiteY231" fmla="*/ 692634 h 5434893"/>
              <a:gd name="connsiteX232" fmla="*/ 11851517 w 12208633"/>
              <a:gd name="connsiteY232" fmla="*/ 562891 h 5434893"/>
              <a:gd name="connsiteX233" fmla="*/ 11898906 w 12208633"/>
              <a:gd name="connsiteY233" fmla="*/ 562891 h 5434893"/>
              <a:gd name="connsiteX234" fmla="*/ 11898906 w 12208633"/>
              <a:gd name="connsiteY234" fmla="*/ 692634 h 5434893"/>
              <a:gd name="connsiteX235" fmla="*/ 11991051 w 12208633"/>
              <a:gd name="connsiteY235" fmla="*/ 806490 h 5434893"/>
              <a:gd name="connsiteX236" fmla="*/ 11898906 w 12208633"/>
              <a:gd name="connsiteY236" fmla="*/ 920346 h 5434893"/>
              <a:gd name="connsiteX237" fmla="*/ 11898906 w 12208633"/>
              <a:gd name="connsiteY237" fmla="*/ 994485 h 5434893"/>
              <a:gd name="connsiteX238" fmla="*/ 11962091 w 12208633"/>
              <a:gd name="connsiteY238" fmla="*/ 994485 h 5434893"/>
              <a:gd name="connsiteX239" fmla="*/ 11962091 w 12208633"/>
              <a:gd name="connsiteY239" fmla="*/ 917698 h 5434893"/>
              <a:gd name="connsiteX240" fmla="*/ 12041073 w 12208633"/>
              <a:gd name="connsiteY240" fmla="*/ 917698 h 5434893"/>
              <a:gd name="connsiteX241" fmla="*/ 12041073 w 12208633"/>
              <a:gd name="connsiteY241" fmla="*/ 817081 h 5434893"/>
              <a:gd name="connsiteX242" fmla="*/ 12155715 w 12208633"/>
              <a:gd name="connsiteY242" fmla="*/ 817081 h 5434893"/>
              <a:gd name="connsiteX243" fmla="*/ 12200316 w 12208633"/>
              <a:gd name="connsiteY243" fmla="*/ 817081 h 5434893"/>
              <a:gd name="connsiteX244" fmla="*/ 12200316 w 12208633"/>
              <a:gd name="connsiteY244" fmla="*/ 1105184 h 5434893"/>
              <a:gd name="connsiteX245" fmla="*/ 12208559 w 12208633"/>
              <a:gd name="connsiteY245" fmla="*/ 1105184 h 5434893"/>
              <a:gd name="connsiteX246" fmla="*/ 12208559 w 12208633"/>
              <a:gd name="connsiteY246" fmla="*/ 1153840 h 5434893"/>
              <a:gd name="connsiteX247" fmla="*/ 12208559 w 12208633"/>
              <a:gd name="connsiteY247" fmla="*/ 1225322 h 5434893"/>
              <a:gd name="connsiteX248" fmla="*/ 12208633 w 12208633"/>
              <a:gd name="connsiteY248" fmla="*/ 1225322 h 5434893"/>
              <a:gd name="connsiteX249" fmla="*/ 12208633 w 12208633"/>
              <a:gd name="connsiteY249" fmla="*/ 1247932 h 5434893"/>
              <a:gd name="connsiteX250" fmla="*/ 12200316 w 12208633"/>
              <a:gd name="connsiteY250" fmla="*/ 1247932 h 5434893"/>
              <a:gd name="connsiteX251" fmla="*/ 12200316 w 12208633"/>
              <a:gd name="connsiteY251" fmla="*/ 5434893 h 5434893"/>
              <a:gd name="connsiteX252" fmla="*/ 8318 w 12208633"/>
              <a:gd name="connsiteY252" fmla="*/ 5434893 h 5434893"/>
              <a:gd name="connsiteX253" fmla="*/ 8318 w 12208633"/>
              <a:gd name="connsiteY253" fmla="*/ 1247932 h 5434893"/>
              <a:gd name="connsiteX254" fmla="*/ 0 w 12208633"/>
              <a:gd name="connsiteY254" fmla="*/ 1247932 h 5434893"/>
              <a:gd name="connsiteX255" fmla="*/ 0 w 12208633"/>
              <a:gd name="connsiteY255" fmla="*/ 1225322 h 5434893"/>
              <a:gd name="connsiteX256" fmla="*/ 0 w 12208633"/>
              <a:gd name="connsiteY256" fmla="*/ 1063433 h 5434893"/>
              <a:gd name="connsiteX257" fmla="*/ 56578 w 12208633"/>
              <a:gd name="connsiteY257" fmla="*/ 1063433 h 5434893"/>
              <a:gd name="connsiteX258" fmla="*/ 146955 w 12208633"/>
              <a:gd name="connsiteY258" fmla="*/ 1063433 h 5434893"/>
              <a:gd name="connsiteX259" fmla="*/ 146955 w 12208633"/>
              <a:gd name="connsiteY259" fmla="*/ 480915 h 5434893"/>
              <a:gd name="connsiteX260" fmla="*/ 328613 w 12208633"/>
              <a:gd name="connsiteY260" fmla="*/ 480915 h 5434893"/>
              <a:gd name="connsiteX261" fmla="*/ 328613 w 12208633"/>
              <a:gd name="connsiteY261" fmla="*/ 962816 h 5434893"/>
              <a:gd name="connsiteX262" fmla="*/ 397064 w 12208633"/>
              <a:gd name="connsiteY262" fmla="*/ 870143 h 5434893"/>
              <a:gd name="connsiteX263" fmla="*/ 478678 w 12208633"/>
              <a:gd name="connsiteY263" fmla="*/ 976055 h 5434893"/>
              <a:gd name="connsiteX264" fmla="*/ 552394 w 12208633"/>
              <a:gd name="connsiteY264" fmla="*/ 870143 h 5434893"/>
              <a:gd name="connsiteX265" fmla="*/ 634009 w 12208633"/>
              <a:gd name="connsiteY265" fmla="*/ 976055 h 5434893"/>
              <a:gd name="connsiteX266" fmla="*/ 707725 w 12208633"/>
              <a:gd name="connsiteY266" fmla="*/ 870143 h 5434893"/>
              <a:gd name="connsiteX267" fmla="*/ 789340 w 12208633"/>
              <a:gd name="connsiteY267" fmla="*/ 976055 h 5434893"/>
              <a:gd name="connsiteX268" fmla="*/ 789340 w 12208633"/>
              <a:gd name="connsiteY268" fmla="*/ 999886 h 5434893"/>
              <a:gd name="connsiteX269" fmla="*/ 863056 w 12208633"/>
              <a:gd name="connsiteY269" fmla="*/ 999886 h 5434893"/>
              <a:gd name="connsiteX270" fmla="*/ 863056 w 12208633"/>
              <a:gd name="connsiteY270" fmla="*/ 925747 h 5434893"/>
              <a:gd name="connsiteX271" fmla="*/ 770911 w 12208633"/>
              <a:gd name="connsiteY271" fmla="*/ 811891 h 5434893"/>
              <a:gd name="connsiteX272" fmla="*/ 863056 w 12208633"/>
              <a:gd name="connsiteY272" fmla="*/ 698035 h 5434893"/>
              <a:gd name="connsiteX273" fmla="*/ 863056 w 12208633"/>
              <a:gd name="connsiteY273" fmla="*/ 568293 h 5434893"/>
              <a:gd name="connsiteX274" fmla="*/ 910445 w 12208633"/>
              <a:gd name="connsiteY274" fmla="*/ 568293 h 5434893"/>
              <a:gd name="connsiteX275" fmla="*/ 910445 w 12208633"/>
              <a:gd name="connsiteY275" fmla="*/ 698035 h 5434893"/>
              <a:gd name="connsiteX276" fmla="*/ 1002590 w 12208633"/>
              <a:gd name="connsiteY276" fmla="*/ 811891 h 5434893"/>
              <a:gd name="connsiteX277" fmla="*/ 910445 w 12208633"/>
              <a:gd name="connsiteY277" fmla="*/ 925747 h 5434893"/>
              <a:gd name="connsiteX278" fmla="*/ 910445 w 12208633"/>
              <a:gd name="connsiteY278" fmla="*/ 999886 h 5434893"/>
              <a:gd name="connsiteX279" fmla="*/ 973630 w 12208633"/>
              <a:gd name="connsiteY279" fmla="*/ 999886 h 5434893"/>
              <a:gd name="connsiteX280" fmla="*/ 973630 w 12208633"/>
              <a:gd name="connsiteY280" fmla="*/ 923099 h 5434893"/>
              <a:gd name="connsiteX281" fmla="*/ 1052612 w 12208633"/>
              <a:gd name="connsiteY281" fmla="*/ 923099 h 5434893"/>
              <a:gd name="connsiteX282" fmla="*/ 1052612 w 12208633"/>
              <a:gd name="connsiteY282" fmla="*/ 822482 h 5434893"/>
              <a:gd name="connsiteX283" fmla="*/ 1223739 w 12208633"/>
              <a:gd name="connsiteY283" fmla="*/ 822482 h 5434893"/>
              <a:gd name="connsiteX284" fmla="*/ 1223739 w 12208633"/>
              <a:gd name="connsiteY284" fmla="*/ 533871 h 5434893"/>
              <a:gd name="connsiteX285" fmla="*/ 1452786 w 12208633"/>
              <a:gd name="connsiteY285" fmla="*/ 533871 h 5434893"/>
              <a:gd name="connsiteX286" fmla="*/ 1452786 w 12208633"/>
              <a:gd name="connsiteY286" fmla="*/ 827778 h 5434893"/>
              <a:gd name="connsiteX287" fmla="*/ 1687099 w 12208633"/>
              <a:gd name="connsiteY287" fmla="*/ 827778 h 5434893"/>
              <a:gd name="connsiteX288" fmla="*/ 1687099 w 12208633"/>
              <a:gd name="connsiteY288" fmla="*/ 645080 h 5434893"/>
              <a:gd name="connsiteX289" fmla="*/ 1795945 w 12208633"/>
              <a:gd name="connsiteY289" fmla="*/ 645080 h 5434893"/>
              <a:gd name="connsiteX290" fmla="*/ 1814336 w 12208633"/>
              <a:gd name="connsiteY290" fmla="*/ 645080 h 5434893"/>
              <a:gd name="connsiteX291" fmla="*/ 1814055 w 12208633"/>
              <a:gd name="connsiteY291" fmla="*/ 568843 h 5434893"/>
              <a:gd name="connsiteX292" fmla="*/ 1896602 w 12208633"/>
              <a:gd name="connsiteY292" fmla="*/ 567286 h 5434893"/>
              <a:gd name="connsiteX293" fmla="*/ 1917630 w 12208633"/>
              <a:gd name="connsiteY293" fmla="*/ 135119 h 5434893"/>
              <a:gd name="connsiteX294" fmla="*/ 2020520 w 12208633"/>
              <a:gd name="connsiteY294" fmla="*/ 135119 h 5434893"/>
              <a:gd name="connsiteX295" fmla="*/ 2040929 w 12208633"/>
              <a:gd name="connsiteY295" fmla="*/ 567805 h 5434893"/>
              <a:gd name="connsiteX296" fmla="*/ 2085058 w 12208633"/>
              <a:gd name="connsiteY296" fmla="*/ 569362 h 5434893"/>
              <a:gd name="connsiteX297" fmla="*/ 2104692 w 12208633"/>
              <a:gd name="connsiteY297" fmla="*/ 247596 h 5434893"/>
              <a:gd name="connsiteX298" fmla="*/ 2211603 w 12208633"/>
              <a:gd name="connsiteY298" fmla="*/ 247596 h 5434893"/>
              <a:gd name="connsiteX299" fmla="*/ 2230423 w 12208633"/>
              <a:gd name="connsiteY299" fmla="*/ 571958 h 5434893"/>
              <a:gd name="connsiteX300" fmla="*/ 2293761 w 12208633"/>
              <a:gd name="connsiteY300" fmla="*/ 575073 h 5434893"/>
              <a:gd name="connsiteX301" fmla="*/ 2293761 w 12208633"/>
              <a:gd name="connsiteY301" fmla="*/ 481105 h 5434893"/>
              <a:gd name="connsiteX302" fmla="*/ 2325430 w 12208633"/>
              <a:gd name="connsiteY302" fmla="*/ 425035 h 5434893"/>
              <a:gd name="connsiteX303" fmla="*/ 2333736 w 12208633"/>
              <a:gd name="connsiteY303" fmla="*/ 417248 h 5434893"/>
              <a:gd name="connsiteX304" fmla="*/ 2370078 w 12208633"/>
              <a:gd name="connsiteY304" fmla="*/ 413614 h 5434893"/>
              <a:gd name="connsiteX305" fmla="*/ 2388249 w 12208633"/>
              <a:gd name="connsiteY305" fmla="*/ 430227 h 5434893"/>
              <a:gd name="connsiteX306" fmla="*/ 2411611 w 12208633"/>
              <a:gd name="connsiteY306" fmla="*/ 474355 h 5434893"/>
              <a:gd name="connsiteX307" fmla="*/ 2428224 w 12208633"/>
              <a:gd name="connsiteY307" fmla="*/ 489411 h 5434893"/>
              <a:gd name="connsiteX308" fmla="*/ 2443799 w 12208633"/>
              <a:gd name="connsiteY308" fmla="*/ 504986 h 5434893"/>
              <a:gd name="connsiteX309" fmla="*/ 2443799 w 12208633"/>
              <a:gd name="connsiteY309" fmla="*/ 530425 h 5434893"/>
              <a:gd name="connsiteX310" fmla="*/ 2448472 w 12208633"/>
              <a:gd name="connsiteY310" fmla="*/ 538732 h 5434893"/>
              <a:gd name="connsiteX311" fmla="*/ 2454182 w 12208633"/>
              <a:gd name="connsiteY311" fmla="*/ 529906 h 5434893"/>
              <a:gd name="connsiteX312" fmla="*/ 2455740 w 12208633"/>
              <a:gd name="connsiteY312" fmla="*/ 488892 h 5434893"/>
              <a:gd name="connsiteX313" fmla="*/ 2455740 w 12208633"/>
              <a:gd name="connsiteY313" fmla="*/ 379868 h 5434893"/>
              <a:gd name="connsiteX314" fmla="*/ 2471834 w 12208633"/>
              <a:gd name="connsiteY314" fmla="*/ 361697 h 5434893"/>
              <a:gd name="connsiteX315" fmla="*/ 2590203 w 12208633"/>
              <a:gd name="connsiteY315" fmla="*/ 361697 h 5434893"/>
              <a:gd name="connsiteX316" fmla="*/ 2604220 w 12208633"/>
              <a:gd name="connsiteY316" fmla="*/ 376753 h 5434893"/>
              <a:gd name="connsiteX317" fmla="*/ 2603701 w 12208633"/>
              <a:gd name="connsiteY317" fmla="*/ 404788 h 5434893"/>
              <a:gd name="connsiteX318" fmla="*/ 2616161 w 12208633"/>
              <a:gd name="connsiteY318" fmla="*/ 425035 h 5434893"/>
              <a:gd name="connsiteX319" fmla="*/ 2648868 w 12208633"/>
              <a:gd name="connsiteY319" fmla="*/ 476951 h 5434893"/>
              <a:gd name="connsiteX320" fmla="*/ 2648868 w 12208633"/>
              <a:gd name="connsiteY320" fmla="*/ 527310 h 5434893"/>
              <a:gd name="connsiteX321" fmla="*/ 2651010 w 12208633"/>
              <a:gd name="connsiteY321" fmla="*/ 551386 h 5434893"/>
              <a:gd name="connsiteX322" fmla="*/ 2661207 w 12208633"/>
              <a:gd name="connsiteY322" fmla="*/ 552175 h 5434893"/>
              <a:gd name="connsiteX323" fmla="*/ 2661207 w 12208633"/>
              <a:gd name="connsiteY323" fmla="*/ 497877 h 5434893"/>
              <a:gd name="connsiteX324" fmla="*/ 2661207 w 12208633"/>
              <a:gd name="connsiteY324" fmla="*/ 274385 h 5434893"/>
              <a:gd name="connsiteX325" fmla="*/ 2916581 w 12208633"/>
              <a:gd name="connsiteY325" fmla="*/ 274385 h 5434893"/>
              <a:gd name="connsiteX326" fmla="*/ 2916581 w 12208633"/>
              <a:gd name="connsiteY326" fmla="*/ 623897 h 5434893"/>
              <a:gd name="connsiteX327" fmla="*/ 3103505 w 12208633"/>
              <a:gd name="connsiteY327" fmla="*/ 623897 h 5434893"/>
              <a:gd name="connsiteX328" fmla="*/ 3103505 w 12208633"/>
              <a:gd name="connsiteY328" fmla="*/ 938986 h 5434893"/>
              <a:gd name="connsiteX329" fmla="*/ 3253570 w 12208633"/>
              <a:gd name="connsiteY329" fmla="*/ 938986 h 5434893"/>
              <a:gd name="connsiteX330" fmla="*/ 3253570 w 12208633"/>
              <a:gd name="connsiteY330" fmla="*/ 833074 h 5434893"/>
              <a:gd name="connsiteX331" fmla="*/ 3458923 w 12208633"/>
              <a:gd name="connsiteY331" fmla="*/ 833074 h 5434893"/>
              <a:gd name="connsiteX332" fmla="*/ 3458923 w 12208633"/>
              <a:gd name="connsiteY332" fmla="*/ 449141 h 5434893"/>
              <a:gd name="connsiteX333" fmla="*/ 3619519 w 12208633"/>
              <a:gd name="connsiteY333" fmla="*/ 449141 h 5434893"/>
              <a:gd name="connsiteX334" fmla="*/ 3619519 w 12208633"/>
              <a:gd name="connsiteY334" fmla="*/ 822482 h 5434893"/>
              <a:gd name="connsiteX335" fmla="*/ 3716929 w 12208633"/>
              <a:gd name="connsiteY335" fmla="*/ 822482 h 5434893"/>
              <a:gd name="connsiteX336" fmla="*/ 3716929 w 12208633"/>
              <a:gd name="connsiteY336" fmla="*/ 533871 h 5434893"/>
              <a:gd name="connsiteX337" fmla="*/ 3948609 w 12208633"/>
              <a:gd name="connsiteY337" fmla="*/ 533871 h 5434893"/>
              <a:gd name="connsiteX338" fmla="*/ 3948609 w 12208633"/>
              <a:gd name="connsiteY338" fmla="*/ 827778 h 5434893"/>
              <a:gd name="connsiteX339" fmla="*/ 3952270 w 12208633"/>
              <a:gd name="connsiteY339" fmla="*/ 827778 h 5434893"/>
              <a:gd name="connsiteX340" fmla="*/ 3956368 w 12208633"/>
              <a:gd name="connsiteY340" fmla="*/ 827778 h 5434893"/>
              <a:gd name="connsiteX341" fmla="*/ 3956368 w 12208633"/>
              <a:gd name="connsiteY341" fmla="*/ 761209 h 5434893"/>
              <a:gd name="connsiteX342" fmla="*/ 3956368 w 12208633"/>
              <a:gd name="connsiteY342" fmla="*/ 714516 h 5434893"/>
              <a:gd name="connsiteX343" fmla="*/ 4000985 w 12208633"/>
              <a:gd name="connsiteY343" fmla="*/ 714516 h 5434893"/>
              <a:gd name="connsiteX344" fmla="*/ 4000985 w 12208633"/>
              <a:gd name="connsiteY344" fmla="*/ 420341 h 5434893"/>
              <a:gd name="connsiteX345" fmla="*/ 4000984 w 12208633"/>
              <a:gd name="connsiteY345" fmla="*/ 420341 h 5434893"/>
              <a:gd name="connsiteX346" fmla="*/ 4000984 w 12208633"/>
              <a:gd name="connsiteY346" fmla="*/ 339659 h 5434893"/>
              <a:gd name="connsiteX347" fmla="*/ 4071715 w 12208633"/>
              <a:gd name="connsiteY347" fmla="*/ 339659 h 5434893"/>
              <a:gd name="connsiteX348" fmla="*/ 4142446 w 12208633"/>
              <a:gd name="connsiteY348" fmla="*/ 339659 h 5434893"/>
              <a:gd name="connsiteX349" fmla="*/ 4142446 w 12208633"/>
              <a:gd name="connsiteY349" fmla="*/ 413478 h 5434893"/>
              <a:gd name="connsiteX350" fmla="*/ 4142446 w 12208633"/>
              <a:gd name="connsiteY350" fmla="*/ 413480 h 5434893"/>
              <a:gd name="connsiteX351" fmla="*/ 4142446 w 12208633"/>
              <a:gd name="connsiteY351" fmla="*/ 713686 h 5434893"/>
              <a:gd name="connsiteX352" fmla="*/ 4182921 w 12208633"/>
              <a:gd name="connsiteY352" fmla="*/ 713686 h 5434893"/>
              <a:gd name="connsiteX353" fmla="*/ 4182921 w 12208633"/>
              <a:gd name="connsiteY353" fmla="*/ 705384 h 5434893"/>
              <a:gd name="connsiteX354" fmla="*/ 4182921 w 12208633"/>
              <a:gd name="connsiteY354" fmla="*/ 645080 h 5434893"/>
              <a:gd name="connsiteX355" fmla="*/ 4214842 w 12208633"/>
              <a:gd name="connsiteY355" fmla="*/ 645080 h 5434893"/>
              <a:gd name="connsiteX356" fmla="*/ 4243942 w 12208633"/>
              <a:gd name="connsiteY356" fmla="*/ 645080 h 5434893"/>
              <a:gd name="connsiteX357" fmla="*/ 4243942 w 12208633"/>
              <a:gd name="connsiteY357" fmla="*/ 339659 h 5434893"/>
              <a:gd name="connsiteX358" fmla="*/ 4243942 w 12208633"/>
              <a:gd name="connsiteY358" fmla="*/ 249509 h 5434893"/>
              <a:gd name="connsiteX359" fmla="*/ 4288534 w 12208633"/>
              <a:gd name="connsiteY359" fmla="*/ 249509 h 5434893"/>
              <a:gd name="connsiteX360" fmla="*/ 4337854 w 12208633"/>
              <a:gd name="connsiteY360" fmla="*/ 249509 h 5434893"/>
              <a:gd name="connsiteX361" fmla="*/ 4337854 w 12208633"/>
              <a:gd name="connsiteY361" fmla="*/ 322718 h 5434893"/>
              <a:gd name="connsiteX362" fmla="*/ 4337854 w 12208633"/>
              <a:gd name="connsiteY362" fmla="*/ 322720 h 5434893"/>
              <a:gd name="connsiteX363" fmla="*/ 4337854 w 12208633"/>
              <a:gd name="connsiteY363" fmla="*/ 380000 h 5434893"/>
              <a:gd name="connsiteX364" fmla="*/ 4654875 w 12208633"/>
              <a:gd name="connsiteY364" fmla="*/ 380000 h 5434893"/>
              <a:gd name="connsiteX365" fmla="*/ 4654875 w 12208633"/>
              <a:gd name="connsiteY365" fmla="*/ 379790 h 5434893"/>
              <a:gd name="connsiteX366" fmla="*/ 4675084 w 12208633"/>
              <a:gd name="connsiteY366" fmla="*/ 379790 h 5434893"/>
              <a:gd name="connsiteX367" fmla="*/ 4675084 w 12208633"/>
              <a:gd name="connsiteY367" fmla="*/ 474896 h 5434893"/>
              <a:gd name="connsiteX368" fmla="*/ 4676745 w 12208633"/>
              <a:gd name="connsiteY368" fmla="*/ 475064 h 5434893"/>
              <a:gd name="connsiteX369" fmla="*/ 4739988 w 12208633"/>
              <a:gd name="connsiteY369" fmla="*/ 539907 h 5434893"/>
              <a:gd name="connsiteX370" fmla="*/ 4740674 w 12208633"/>
              <a:gd name="connsiteY370" fmla="*/ 547701 h 5434893"/>
              <a:gd name="connsiteX371" fmla="*/ 4741248 w 12208633"/>
              <a:gd name="connsiteY371" fmla="*/ 547701 h 5434893"/>
              <a:gd name="connsiteX372" fmla="*/ 4741248 w 12208633"/>
              <a:gd name="connsiteY372" fmla="*/ 554205 h 5434893"/>
              <a:gd name="connsiteX373" fmla="*/ 4741248 w 12208633"/>
              <a:gd name="connsiteY373" fmla="*/ 554208 h 5434893"/>
              <a:gd name="connsiteX374" fmla="*/ 4741248 w 12208633"/>
              <a:gd name="connsiteY374" fmla="*/ 739927 h 5434893"/>
              <a:gd name="connsiteX375" fmla="*/ 4764753 w 12208633"/>
              <a:gd name="connsiteY375" fmla="*/ 740400 h 5434893"/>
              <a:gd name="connsiteX376" fmla="*/ 4764753 w 12208633"/>
              <a:gd name="connsiteY376" fmla="*/ 666262 h 5434893"/>
              <a:gd name="connsiteX377" fmla="*/ 4899024 w 12208633"/>
              <a:gd name="connsiteY377" fmla="*/ 666262 h 5434893"/>
              <a:gd name="connsiteX378" fmla="*/ 4899024 w 12208633"/>
              <a:gd name="connsiteY378" fmla="*/ 735104 h 5434893"/>
              <a:gd name="connsiteX379" fmla="*/ 5028026 w 12208633"/>
              <a:gd name="connsiteY379" fmla="*/ 735104 h 5434893"/>
              <a:gd name="connsiteX380" fmla="*/ 5028026 w 12208633"/>
              <a:gd name="connsiteY380" fmla="*/ 658319 h 5434893"/>
              <a:gd name="connsiteX381" fmla="*/ 5154397 w 12208633"/>
              <a:gd name="connsiteY381" fmla="*/ 660966 h 5434893"/>
              <a:gd name="connsiteX382" fmla="*/ 5154397 w 12208633"/>
              <a:gd name="connsiteY382" fmla="*/ 369707 h 5434893"/>
              <a:gd name="connsiteX383" fmla="*/ 5409771 w 12208633"/>
              <a:gd name="connsiteY383" fmla="*/ 369707 h 5434893"/>
              <a:gd name="connsiteX384" fmla="*/ 5409771 w 12208633"/>
              <a:gd name="connsiteY384" fmla="*/ 623897 h 5434893"/>
              <a:gd name="connsiteX385" fmla="*/ 5599327 w 12208633"/>
              <a:gd name="connsiteY385" fmla="*/ 623897 h 5434893"/>
              <a:gd name="connsiteX386" fmla="*/ 5599327 w 12208633"/>
              <a:gd name="connsiteY386" fmla="*/ 681817 h 5434893"/>
              <a:gd name="connsiteX387" fmla="*/ 5599327 w 12208633"/>
              <a:gd name="connsiteY387" fmla="*/ 692743 h 5434893"/>
              <a:gd name="connsiteX388" fmla="*/ 5628967 w 12208633"/>
              <a:gd name="connsiteY388" fmla="*/ 692743 h 5434893"/>
              <a:gd name="connsiteX389" fmla="*/ 5628967 w 12208633"/>
              <a:gd name="connsiteY389" fmla="*/ 672950 h 5434893"/>
              <a:gd name="connsiteX390" fmla="*/ 5794767 w 12208633"/>
              <a:gd name="connsiteY390" fmla="*/ 672950 h 5434893"/>
              <a:gd name="connsiteX391" fmla="*/ 5794803 w 12208633"/>
              <a:gd name="connsiteY391" fmla="*/ 672943 h 5434893"/>
              <a:gd name="connsiteX392" fmla="*/ 5792189 w 12208633"/>
              <a:gd name="connsiteY392" fmla="*/ 672943 h 5434893"/>
              <a:gd name="connsiteX393" fmla="*/ 5784518 w 12208633"/>
              <a:gd name="connsiteY393" fmla="*/ 672943 h 5434893"/>
              <a:gd name="connsiteX394" fmla="*/ 5628967 w 12208633"/>
              <a:gd name="connsiteY394" fmla="*/ 672943 h 5434893"/>
              <a:gd name="connsiteX395" fmla="*/ 5792189 w 12208633"/>
              <a:gd name="connsiteY395" fmla="*/ 576196 h 5434893"/>
              <a:gd name="connsiteX396" fmla="*/ 5792189 w 12208633"/>
              <a:gd name="connsiteY396" fmla="*/ 668395 h 5434893"/>
              <a:gd name="connsiteX397" fmla="*/ 5947738 w 12208633"/>
              <a:gd name="connsiteY397" fmla="*/ 576196 h 5434893"/>
              <a:gd name="connsiteX398" fmla="*/ 5947738 w 12208633"/>
              <a:gd name="connsiteY398" fmla="*/ 668395 h 5434893"/>
              <a:gd name="connsiteX399" fmla="*/ 6103287 w 12208633"/>
              <a:gd name="connsiteY399" fmla="*/ 576196 h 5434893"/>
              <a:gd name="connsiteX400" fmla="*/ 6103287 w 12208633"/>
              <a:gd name="connsiteY400" fmla="*/ 668395 h 5434893"/>
              <a:gd name="connsiteX401" fmla="*/ 6258836 w 12208633"/>
              <a:gd name="connsiteY401" fmla="*/ 576196 h 5434893"/>
              <a:gd name="connsiteX402" fmla="*/ 6258836 w 12208633"/>
              <a:gd name="connsiteY402" fmla="*/ 672943 h 5434893"/>
              <a:gd name="connsiteX403" fmla="*/ 6154820 w 12208633"/>
              <a:gd name="connsiteY403" fmla="*/ 672943 h 5434893"/>
              <a:gd name="connsiteX404" fmla="*/ 6154820 w 12208633"/>
              <a:gd name="connsiteY404" fmla="*/ 672950 h 5434893"/>
              <a:gd name="connsiteX405" fmla="*/ 6258836 w 12208633"/>
              <a:gd name="connsiteY405" fmla="*/ 672950 h 5434893"/>
              <a:gd name="connsiteX406" fmla="*/ 6258836 w 12208633"/>
              <a:gd name="connsiteY406" fmla="*/ 708560 h 5434893"/>
              <a:gd name="connsiteX407" fmla="*/ 6258836 w 12208633"/>
              <a:gd name="connsiteY407" fmla="*/ 726328 h 5434893"/>
              <a:gd name="connsiteX408" fmla="*/ 6349534 w 12208633"/>
              <a:gd name="connsiteY408" fmla="*/ 726328 h 5434893"/>
              <a:gd name="connsiteX409" fmla="*/ 6354387 w 12208633"/>
              <a:gd name="connsiteY409" fmla="*/ 721669 h 5434893"/>
              <a:gd name="connsiteX410" fmla="*/ 6354387 w 12208633"/>
              <a:gd name="connsiteY410" fmla="*/ 653142 h 5434893"/>
              <a:gd name="connsiteX411" fmla="*/ 6351863 w 12208633"/>
              <a:gd name="connsiteY411" fmla="*/ 648482 h 5434893"/>
              <a:gd name="connsiteX412" fmla="*/ 6352251 w 12208633"/>
              <a:gd name="connsiteY412" fmla="*/ 641882 h 5434893"/>
              <a:gd name="connsiteX413" fmla="*/ 6354581 w 12208633"/>
              <a:gd name="connsiteY413" fmla="*/ 638194 h 5434893"/>
              <a:gd name="connsiteX414" fmla="*/ 6354581 w 12208633"/>
              <a:gd name="connsiteY414" fmla="*/ 589854 h 5434893"/>
              <a:gd name="connsiteX415" fmla="*/ 6351863 w 12208633"/>
              <a:gd name="connsiteY415" fmla="*/ 585584 h 5434893"/>
              <a:gd name="connsiteX416" fmla="*/ 6351863 w 12208633"/>
              <a:gd name="connsiteY416" fmla="*/ 579954 h 5434893"/>
              <a:gd name="connsiteX417" fmla="*/ 6354581 w 12208633"/>
              <a:gd name="connsiteY417" fmla="*/ 574712 h 5434893"/>
              <a:gd name="connsiteX418" fmla="*/ 6354581 w 12208633"/>
              <a:gd name="connsiteY418" fmla="*/ 528121 h 5434893"/>
              <a:gd name="connsiteX419" fmla="*/ 6351669 w 12208633"/>
              <a:gd name="connsiteY419" fmla="*/ 522879 h 5434893"/>
              <a:gd name="connsiteX420" fmla="*/ 6351863 w 12208633"/>
              <a:gd name="connsiteY420" fmla="*/ 516473 h 5434893"/>
              <a:gd name="connsiteX421" fmla="*/ 6354387 w 12208633"/>
              <a:gd name="connsiteY421" fmla="*/ 511814 h 5434893"/>
              <a:gd name="connsiteX422" fmla="*/ 6354387 w 12208633"/>
              <a:gd name="connsiteY422" fmla="*/ 465999 h 5434893"/>
              <a:gd name="connsiteX423" fmla="*/ 6351475 w 12208633"/>
              <a:gd name="connsiteY423" fmla="*/ 460952 h 5434893"/>
              <a:gd name="connsiteX424" fmla="*/ 6351863 w 12208633"/>
              <a:gd name="connsiteY424" fmla="*/ 454545 h 5434893"/>
              <a:gd name="connsiteX425" fmla="*/ 6354387 w 12208633"/>
              <a:gd name="connsiteY425" fmla="*/ 450469 h 5434893"/>
              <a:gd name="connsiteX426" fmla="*/ 6354387 w 12208633"/>
              <a:gd name="connsiteY426" fmla="*/ 402130 h 5434893"/>
              <a:gd name="connsiteX427" fmla="*/ 6351863 w 12208633"/>
              <a:gd name="connsiteY427" fmla="*/ 398054 h 5434893"/>
              <a:gd name="connsiteX428" fmla="*/ 6352057 w 12208633"/>
              <a:gd name="connsiteY428" fmla="*/ 391453 h 5434893"/>
              <a:gd name="connsiteX429" fmla="*/ 6354387 w 12208633"/>
              <a:gd name="connsiteY429" fmla="*/ 387182 h 5434893"/>
              <a:gd name="connsiteX430" fmla="*/ 6354387 w 12208633"/>
              <a:gd name="connsiteY430" fmla="*/ 340591 h 5434893"/>
              <a:gd name="connsiteX431" fmla="*/ 6351863 w 12208633"/>
              <a:gd name="connsiteY431" fmla="*/ 335932 h 5434893"/>
              <a:gd name="connsiteX432" fmla="*/ 6352251 w 12208633"/>
              <a:gd name="connsiteY432" fmla="*/ 329331 h 5434893"/>
              <a:gd name="connsiteX433" fmla="*/ 6354581 w 12208633"/>
              <a:gd name="connsiteY433" fmla="*/ 325643 h 5434893"/>
              <a:gd name="connsiteX434" fmla="*/ 6354581 w 12208633"/>
              <a:gd name="connsiteY434" fmla="*/ 277304 h 5434893"/>
              <a:gd name="connsiteX435" fmla="*/ 6351863 w 12208633"/>
              <a:gd name="connsiteY435" fmla="*/ 273227 h 5434893"/>
              <a:gd name="connsiteX436" fmla="*/ 6349922 w 12208633"/>
              <a:gd name="connsiteY436" fmla="*/ 269539 h 5434893"/>
              <a:gd name="connsiteX437" fmla="*/ 6353610 w 12208633"/>
              <a:gd name="connsiteY437" fmla="*/ 267209 h 5434893"/>
              <a:gd name="connsiteX438" fmla="*/ 6357299 w 12208633"/>
              <a:gd name="connsiteY438" fmla="*/ 267209 h 5434893"/>
              <a:gd name="connsiteX439" fmla="*/ 6426409 w 12208633"/>
              <a:gd name="connsiteY439" fmla="*/ 267209 h 5434893"/>
              <a:gd name="connsiteX440" fmla="*/ 6430680 w 12208633"/>
              <a:gd name="connsiteY440" fmla="*/ 267209 h 5434893"/>
              <a:gd name="connsiteX441" fmla="*/ 6433980 w 12208633"/>
              <a:gd name="connsiteY441" fmla="*/ 270704 h 5434893"/>
              <a:gd name="connsiteX442" fmla="*/ 6430486 w 12208633"/>
              <a:gd name="connsiteY442" fmla="*/ 273033 h 5434893"/>
              <a:gd name="connsiteX443" fmla="*/ 6427962 w 12208633"/>
              <a:gd name="connsiteY443" fmla="*/ 273033 h 5434893"/>
              <a:gd name="connsiteX444" fmla="*/ 6427768 w 12208633"/>
              <a:gd name="connsiteY444" fmla="*/ 274198 h 5434893"/>
              <a:gd name="connsiteX445" fmla="*/ 6427768 w 12208633"/>
              <a:gd name="connsiteY445" fmla="*/ 329137 h 5434893"/>
              <a:gd name="connsiteX446" fmla="*/ 6430874 w 12208633"/>
              <a:gd name="connsiteY446" fmla="*/ 329331 h 5434893"/>
              <a:gd name="connsiteX447" fmla="*/ 6433786 w 12208633"/>
              <a:gd name="connsiteY447" fmla="*/ 332438 h 5434893"/>
              <a:gd name="connsiteX448" fmla="*/ 6430874 w 12208633"/>
              <a:gd name="connsiteY448" fmla="*/ 336126 h 5434893"/>
              <a:gd name="connsiteX449" fmla="*/ 6427768 w 12208633"/>
              <a:gd name="connsiteY449" fmla="*/ 336320 h 5434893"/>
              <a:gd name="connsiteX450" fmla="*/ 6427768 w 12208633"/>
              <a:gd name="connsiteY450" fmla="*/ 391259 h 5434893"/>
              <a:gd name="connsiteX451" fmla="*/ 6430874 w 12208633"/>
              <a:gd name="connsiteY451" fmla="*/ 391453 h 5434893"/>
              <a:gd name="connsiteX452" fmla="*/ 6433786 w 12208633"/>
              <a:gd name="connsiteY452" fmla="*/ 395142 h 5434893"/>
              <a:gd name="connsiteX453" fmla="*/ 6430874 w 12208633"/>
              <a:gd name="connsiteY453" fmla="*/ 398248 h 5434893"/>
              <a:gd name="connsiteX454" fmla="*/ 6427768 w 12208633"/>
              <a:gd name="connsiteY454" fmla="*/ 398248 h 5434893"/>
              <a:gd name="connsiteX455" fmla="*/ 6427768 w 12208633"/>
              <a:gd name="connsiteY455" fmla="*/ 454351 h 5434893"/>
              <a:gd name="connsiteX456" fmla="*/ 6430874 w 12208633"/>
              <a:gd name="connsiteY456" fmla="*/ 454545 h 5434893"/>
              <a:gd name="connsiteX457" fmla="*/ 6433786 w 12208633"/>
              <a:gd name="connsiteY457" fmla="*/ 457652 h 5434893"/>
              <a:gd name="connsiteX458" fmla="*/ 6430874 w 12208633"/>
              <a:gd name="connsiteY458" fmla="*/ 461340 h 5434893"/>
              <a:gd name="connsiteX459" fmla="*/ 6427768 w 12208633"/>
              <a:gd name="connsiteY459" fmla="*/ 461534 h 5434893"/>
              <a:gd name="connsiteX460" fmla="*/ 6427574 w 12208633"/>
              <a:gd name="connsiteY460" fmla="*/ 461534 h 5434893"/>
              <a:gd name="connsiteX461" fmla="*/ 6427574 w 12208633"/>
              <a:gd name="connsiteY461" fmla="*/ 461728 h 5434893"/>
              <a:gd name="connsiteX462" fmla="*/ 6427768 w 12208633"/>
              <a:gd name="connsiteY462" fmla="*/ 461728 h 5434893"/>
              <a:gd name="connsiteX463" fmla="*/ 6427768 w 12208633"/>
              <a:gd name="connsiteY463" fmla="*/ 516667 h 5434893"/>
              <a:gd name="connsiteX464" fmla="*/ 6430874 w 12208633"/>
              <a:gd name="connsiteY464" fmla="*/ 516861 h 5434893"/>
              <a:gd name="connsiteX465" fmla="*/ 6433786 w 12208633"/>
              <a:gd name="connsiteY465" fmla="*/ 520550 h 5434893"/>
              <a:gd name="connsiteX466" fmla="*/ 6430874 w 12208633"/>
              <a:gd name="connsiteY466" fmla="*/ 523656 h 5434893"/>
              <a:gd name="connsiteX467" fmla="*/ 6427768 w 12208633"/>
              <a:gd name="connsiteY467" fmla="*/ 523850 h 5434893"/>
              <a:gd name="connsiteX468" fmla="*/ 6427768 w 12208633"/>
              <a:gd name="connsiteY468" fmla="*/ 579954 h 5434893"/>
              <a:gd name="connsiteX469" fmla="*/ 6431457 w 12208633"/>
              <a:gd name="connsiteY469" fmla="*/ 580148 h 5434893"/>
              <a:gd name="connsiteX470" fmla="*/ 6433786 w 12208633"/>
              <a:gd name="connsiteY470" fmla="*/ 583254 h 5434893"/>
              <a:gd name="connsiteX471" fmla="*/ 6431263 w 12208633"/>
              <a:gd name="connsiteY471" fmla="*/ 585972 h 5434893"/>
              <a:gd name="connsiteX472" fmla="*/ 6427768 w 12208633"/>
              <a:gd name="connsiteY472" fmla="*/ 587137 h 5434893"/>
              <a:gd name="connsiteX473" fmla="*/ 6427768 w 12208633"/>
              <a:gd name="connsiteY473" fmla="*/ 642076 h 5434893"/>
              <a:gd name="connsiteX474" fmla="*/ 6430874 w 12208633"/>
              <a:gd name="connsiteY474" fmla="*/ 642270 h 5434893"/>
              <a:gd name="connsiteX475" fmla="*/ 6433786 w 12208633"/>
              <a:gd name="connsiteY475" fmla="*/ 645959 h 5434893"/>
              <a:gd name="connsiteX476" fmla="*/ 6430874 w 12208633"/>
              <a:gd name="connsiteY476" fmla="*/ 649065 h 5434893"/>
              <a:gd name="connsiteX477" fmla="*/ 6427768 w 12208633"/>
              <a:gd name="connsiteY477" fmla="*/ 649259 h 5434893"/>
              <a:gd name="connsiteX478" fmla="*/ 6427768 w 12208633"/>
              <a:gd name="connsiteY478" fmla="*/ 727687 h 5434893"/>
              <a:gd name="connsiteX479" fmla="*/ 6450870 w 12208633"/>
              <a:gd name="connsiteY479" fmla="*/ 727881 h 5434893"/>
              <a:gd name="connsiteX480" fmla="*/ 6519204 w 12208633"/>
              <a:gd name="connsiteY480" fmla="*/ 727687 h 5434893"/>
              <a:gd name="connsiteX481" fmla="*/ 6519398 w 12208633"/>
              <a:gd name="connsiteY481" fmla="*/ 688473 h 5434893"/>
              <a:gd name="connsiteX482" fmla="*/ 6519398 w 12208633"/>
              <a:gd name="connsiteY482" fmla="*/ 649259 h 5434893"/>
              <a:gd name="connsiteX483" fmla="*/ 6516874 w 12208633"/>
              <a:gd name="connsiteY483" fmla="*/ 649259 h 5434893"/>
              <a:gd name="connsiteX484" fmla="*/ 6513186 w 12208633"/>
              <a:gd name="connsiteY484" fmla="*/ 645570 h 5434893"/>
              <a:gd name="connsiteX485" fmla="*/ 6516680 w 12208633"/>
              <a:gd name="connsiteY485" fmla="*/ 642270 h 5434893"/>
              <a:gd name="connsiteX486" fmla="*/ 6519204 w 12208633"/>
              <a:gd name="connsiteY486" fmla="*/ 642270 h 5434893"/>
              <a:gd name="connsiteX487" fmla="*/ 6519204 w 12208633"/>
              <a:gd name="connsiteY487" fmla="*/ 586166 h 5434893"/>
              <a:gd name="connsiteX488" fmla="*/ 6518039 w 12208633"/>
              <a:gd name="connsiteY488" fmla="*/ 586166 h 5434893"/>
              <a:gd name="connsiteX489" fmla="*/ 6513574 w 12208633"/>
              <a:gd name="connsiteY489" fmla="*/ 583448 h 5434893"/>
              <a:gd name="connsiteX490" fmla="*/ 6518039 w 12208633"/>
              <a:gd name="connsiteY490" fmla="*/ 580148 h 5434893"/>
              <a:gd name="connsiteX491" fmla="*/ 6519204 w 12208633"/>
              <a:gd name="connsiteY491" fmla="*/ 580148 h 5434893"/>
              <a:gd name="connsiteX492" fmla="*/ 6519204 w 12208633"/>
              <a:gd name="connsiteY492" fmla="*/ 524044 h 5434893"/>
              <a:gd name="connsiteX493" fmla="*/ 6516098 w 12208633"/>
              <a:gd name="connsiteY493" fmla="*/ 523850 h 5434893"/>
              <a:gd name="connsiteX494" fmla="*/ 6513186 w 12208633"/>
              <a:gd name="connsiteY494" fmla="*/ 520550 h 5434893"/>
              <a:gd name="connsiteX495" fmla="*/ 6516292 w 12208633"/>
              <a:gd name="connsiteY495" fmla="*/ 516861 h 5434893"/>
              <a:gd name="connsiteX496" fmla="*/ 6519398 w 12208633"/>
              <a:gd name="connsiteY496" fmla="*/ 516667 h 5434893"/>
              <a:gd name="connsiteX497" fmla="*/ 6519398 w 12208633"/>
              <a:gd name="connsiteY497" fmla="*/ 461728 h 5434893"/>
              <a:gd name="connsiteX498" fmla="*/ 6518815 w 12208633"/>
              <a:gd name="connsiteY498" fmla="*/ 461728 h 5434893"/>
              <a:gd name="connsiteX499" fmla="*/ 6513574 w 12208633"/>
              <a:gd name="connsiteY499" fmla="*/ 457263 h 5434893"/>
              <a:gd name="connsiteX500" fmla="*/ 6519398 w 12208633"/>
              <a:gd name="connsiteY500" fmla="*/ 454545 h 5434893"/>
              <a:gd name="connsiteX501" fmla="*/ 6519398 w 12208633"/>
              <a:gd name="connsiteY501" fmla="*/ 398442 h 5434893"/>
              <a:gd name="connsiteX502" fmla="*/ 6513574 w 12208633"/>
              <a:gd name="connsiteY502" fmla="*/ 395724 h 5434893"/>
              <a:gd name="connsiteX503" fmla="*/ 6519592 w 12208633"/>
              <a:gd name="connsiteY503" fmla="*/ 391259 h 5434893"/>
              <a:gd name="connsiteX504" fmla="*/ 6519592 w 12208633"/>
              <a:gd name="connsiteY504" fmla="*/ 336320 h 5434893"/>
              <a:gd name="connsiteX505" fmla="*/ 6517845 w 12208633"/>
              <a:gd name="connsiteY505" fmla="*/ 336320 h 5434893"/>
              <a:gd name="connsiteX506" fmla="*/ 6513574 w 12208633"/>
              <a:gd name="connsiteY506" fmla="*/ 332826 h 5434893"/>
              <a:gd name="connsiteX507" fmla="*/ 6517845 w 12208633"/>
              <a:gd name="connsiteY507" fmla="*/ 329331 h 5434893"/>
              <a:gd name="connsiteX508" fmla="*/ 6519592 w 12208633"/>
              <a:gd name="connsiteY508" fmla="*/ 329331 h 5434893"/>
              <a:gd name="connsiteX509" fmla="*/ 6519592 w 12208633"/>
              <a:gd name="connsiteY509" fmla="*/ 274586 h 5434893"/>
              <a:gd name="connsiteX510" fmla="*/ 6515709 w 12208633"/>
              <a:gd name="connsiteY510" fmla="*/ 273033 h 5434893"/>
              <a:gd name="connsiteX511" fmla="*/ 6513574 w 12208633"/>
              <a:gd name="connsiteY511" fmla="*/ 269927 h 5434893"/>
              <a:gd name="connsiteX512" fmla="*/ 6516486 w 12208633"/>
              <a:gd name="connsiteY512" fmla="*/ 267404 h 5434893"/>
              <a:gd name="connsiteX513" fmla="*/ 6520174 w 12208633"/>
              <a:gd name="connsiteY513" fmla="*/ 267209 h 5434893"/>
              <a:gd name="connsiteX514" fmla="*/ 6591809 w 12208633"/>
              <a:gd name="connsiteY514" fmla="*/ 267209 h 5434893"/>
              <a:gd name="connsiteX515" fmla="*/ 6594332 w 12208633"/>
              <a:gd name="connsiteY515" fmla="*/ 267209 h 5434893"/>
              <a:gd name="connsiteX516" fmla="*/ 6598409 w 12208633"/>
              <a:gd name="connsiteY516" fmla="*/ 269733 h 5434893"/>
              <a:gd name="connsiteX517" fmla="*/ 6596274 w 12208633"/>
              <a:gd name="connsiteY517" fmla="*/ 273227 h 5434893"/>
              <a:gd name="connsiteX518" fmla="*/ 6593556 w 12208633"/>
              <a:gd name="connsiteY518" fmla="*/ 277110 h 5434893"/>
              <a:gd name="connsiteX519" fmla="*/ 6593556 w 12208633"/>
              <a:gd name="connsiteY519" fmla="*/ 325449 h 5434893"/>
              <a:gd name="connsiteX520" fmla="*/ 6596079 w 12208633"/>
              <a:gd name="connsiteY520" fmla="*/ 329525 h 5434893"/>
              <a:gd name="connsiteX521" fmla="*/ 6595885 w 12208633"/>
              <a:gd name="connsiteY521" fmla="*/ 336126 h 5434893"/>
              <a:gd name="connsiteX522" fmla="*/ 6593556 w 12208633"/>
              <a:gd name="connsiteY522" fmla="*/ 340397 h 5434893"/>
              <a:gd name="connsiteX523" fmla="*/ 6593556 w 12208633"/>
              <a:gd name="connsiteY523" fmla="*/ 386988 h 5434893"/>
              <a:gd name="connsiteX524" fmla="*/ 6596079 w 12208633"/>
              <a:gd name="connsiteY524" fmla="*/ 391647 h 5434893"/>
              <a:gd name="connsiteX525" fmla="*/ 6595691 w 12208633"/>
              <a:gd name="connsiteY525" fmla="*/ 398442 h 5434893"/>
              <a:gd name="connsiteX526" fmla="*/ 6593556 w 12208633"/>
              <a:gd name="connsiteY526" fmla="*/ 402324 h 5434893"/>
              <a:gd name="connsiteX527" fmla="*/ 6593556 w 12208633"/>
              <a:gd name="connsiteY527" fmla="*/ 419020 h 5434893"/>
              <a:gd name="connsiteX528" fmla="*/ 6593556 w 12208633"/>
              <a:gd name="connsiteY528" fmla="*/ 449498 h 5434893"/>
              <a:gd name="connsiteX529" fmla="*/ 6596662 w 12208633"/>
              <a:gd name="connsiteY529" fmla="*/ 454934 h 5434893"/>
              <a:gd name="connsiteX530" fmla="*/ 6596662 w 12208633"/>
              <a:gd name="connsiteY530" fmla="*/ 460952 h 5434893"/>
              <a:gd name="connsiteX531" fmla="*/ 6593362 w 12208633"/>
              <a:gd name="connsiteY531" fmla="*/ 467746 h 5434893"/>
              <a:gd name="connsiteX532" fmla="*/ 6593362 w 12208633"/>
              <a:gd name="connsiteY532" fmla="*/ 510649 h 5434893"/>
              <a:gd name="connsiteX533" fmla="*/ 6596662 w 12208633"/>
              <a:gd name="connsiteY533" fmla="*/ 517444 h 5434893"/>
              <a:gd name="connsiteX534" fmla="*/ 6596468 w 12208633"/>
              <a:gd name="connsiteY534" fmla="*/ 523462 h 5434893"/>
              <a:gd name="connsiteX535" fmla="*/ 6593362 w 12208633"/>
              <a:gd name="connsiteY535" fmla="*/ 528315 h 5434893"/>
              <a:gd name="connsiteX536" fmla="*/ 6593362 w 12208633"/>
              <a:gd name="connsiteY536" fmla="*/ 561706 h 5434893"/>
              <a:gd name="connsiteX537" fmla="*/ 6593362 w 12208633"/>
              <a:gd name="connsiteY537" fmla="*/ 575489 h 5434893"/>
              <a:gd name="connsiteX538" fmla="*/ 6596079 w 12208633"/>
              <a:gd name="connsiteY538" fmla="*/ 579954 h 5434893"/>
              <a:gd name="connsiteX539" fmla="*/ 6596274 w 12208633"/>
              <a:gd name="connsiteY539" fmla="*/ 585584 h 5434893"/>
              <a:gd name="connsiteX540" fmla="*/ 6593167 w 12208633"/>
              <a:gd name="connsiteY540" fmla="*/ 590437 h 5434893"/>
              <a:gd name="connsiteX541" fmla="*/ 6593167 w 12208633"/>
              <a:gd name="connsiteY541" fmla="*/ 621498 h 5434893"/>
              <a:gd name="connsiteX542" fmla="*/ 6593167 w 12208633"/>
              <a:gd name="connsiteY542" fmla="*/ 637611 h 5434893"/>
              <a:gd name="connsiteX543" fmla="*/ 6595885 w 12208633"/>
              <a:gd name="connsiteY543" fmla="*/ 642270 h 5434893"/>
              <a:gd name="connsiteX544" fmla="*/ 6595885 w 12208633"/>
              <a:gd name="connsiteY544" fmla="*/ 648676 h 5434893"/>
              <a:gd name="connsiteX545" fmla="*/ 6593167 w 12208633"/>
              <a:gd name="connsiteY545" fmla="*/ 653918 h 5434893"/>
              <a:gd name="connsiteX546" fmla="*/ 6593167 w 12208633"/>
              <a:gd name="connsiteY546" fmla="*/ 721863 h 5434893"/>
              <a:gd name="connsiteX547" fmla="*/ 6598021 w 12208633"/>
              <a:gd name="connsiteY547" fmla="*/ 726716 h 5434893"/>
              <a:gd name="connsiteX548" fmla="*/ 6698387 w 12208633"/>
              <a:gd name="connsiteY548" fmla="*/ 726716 h 5434893"/>
              <a:gd name="connsiteX549" fmla="*/ 6703434 w 12208633"/>
              <a:gd name="connsiteY549" fmla="*/ 720892 h 5434893"/>
              <a:gd name="connsiteX550" fmla="*/ 6703434 w 12208633"/>
              <a:gd name="connsiteY550" fmla="*/ 606356 h 5434893"/>
              <a:gd name="connsiteX551" fmla="*/ 6703434 w 12208633"/>
              <a:gd name="connsiteY551" fmla="*/ 538992 h 5434893"/>
              <a:gd name="connsiteX552" fmla="*/ 6704405 w 12208633"/>
              <a:gd name="connsiteY552" fmla="*/ 532004 h 5434893"/>
              <a:gd name="connsiteX553" fmla="*/ 6704599 w 12208633"/>
              <a:gd name="connsiteY553" fmla="*/ 540351 h 5434893"/>
              <a:gd name="connsiteX554" fmla="*/ 6704599 w 12208633"/>
              <a:gd name="connsiteY554" fmla="*/ 719145 h 5434893"/>
              <a:gd name="connsiteX555" fmla="*/ 6704405 w 12208633"/>
              <a:gd name="connsiteY555" fmla="*/ 727493 h 5434893"/>
              <a:gd name="connsiteX556" fmla="*/ 6705181 w 12208633"/>
              <a:gd name="connsiteY556" fmla="*/ 727493 h 5434893"/>
              <a:gd name="connsiteX557" fmla="*/ 6704987 w 12208633"/>
              <a:gd name="connsiteY557" fmla="*/ 727299 h 5434893"/>
              <a:gd name="connsiteX558" fmla="*/ 6704987 w 12208633"/>
              <a:gd name="connsiteY558" fmla="*/ 535498 h 5434893"/>
              <a:gd name="connsiteX559" fmla="*/ 6705375 w 12208633"/>
              <a:gd name="connsiteY559" fmla="*/ 532004 h 5434893"/>
              <a:gd name="connsiteX560" fmla="*/ 6753132 w 12208633"/>
              <a:gd name="connsiteY560" fmla="*/ 490460 h 5434893"/>
              <a:gd name="connsiteX561" fmla="*/ 6799917 w 12208633"/>
              <a:gd name="connsiteY561" fmla="*/ 535304 h 5434893"/>
              <a:gd name="connsiteX562" fmla="*/ 6799917 w 12208633"/>
              <a:gd name="connsiteY562" fmla="*/ 681290 h 5434893"/>
              <a:gd name="connsiteX563" fmla="*/ 6799917 w 12208633"/>
              <a:gd name="connsiteY563" fmla="*/ 817181 h 5434893"/>
              <a:gd name="connsiteX564" fmla="*/ 6801858 w 12208633"/>
              <a:gd name="connsiteY564" fmla="*/ 823976 h 5434893"/>
              <a:gd name="connsiteX565" fmla="*/ 6814283 w 12208633"/>
              <a:gd name="connsiteY565" fmla="*/ 798933 h 5434893"/>
              <a:gd name="connsiteX566" fmla="*/ 6817389 w 12208633"/>
              <a:gd name="connsiteY566" fmla="*/ 787673 h 5434893"/>
              <a:gd name="connsiteX567" fmla="*/ 6817389 w 12208633"/>
              <a:gd name="connsiteY567" fmla="*/ 586749 h 5434893"/>
              <a:gd name="connsiteX568" fmla="*/ 6817389 w 12208633"/>
              <a:gd name="connsiteY568" fmla="*/ 537245 h 5434893"/>
              <a:gd name="connsiteX569" fmla="*/ 6856991 w 12208633"/>
              <a:gd name="connsiteY569" fmla="*/ 490460 h 5434893"/>
              <a:gd name="connsiteX570" fmla="*/ 6865339 w 12208633"/>
              <a:gd name="connsiteY570" fmla="*/ 490265 h 5434893"/>
              <a:gd name="connsiteX571" fmla="*/ 6912125 w 12208633"/>
              <a:gd name="connsiteY571" fmla="*/ 535110 h 5434893"/>
              <a:gd name="connsiteX572" fmla="*/ 6912125 w 12208633"/>
              <a:gd name="connsiteY572" fmla="*/ 713904 h 5434893"/>
              <a:gd name="connsiteX573" fmla="*/ 6912125 w 12208633"/>
              <a:gd name="connsiteY573" fmla="*/ 719339 h 5434893"/>
              <a:gd name="connsiteX574" fmla="*/ 6915425 w 12208633"/>
              <a:gd name="connsiteY574" fmla="*/ 721669 h 5434893"/>
              <a:gd name="connsiteX575" fmla="*/ 6980847 w 12208633"/>
              <a:gd name="connsiteY575" fmla="*/ 716039 h 5434893"/>
              <a:gd name="connsiteX576" fmla="*/ 7121398 w 12208633"/>
              <a:gd name="connsiteY576" fmla="*/ 816793 h 5434893"/>
              <a:gd name="connsiteX577" fmla="*/ 7130134 w 12208633"/>
              <a:gd name="connsiteY577" fmla="*/ 840865 h 5434893"/>
              <a:gd name="connsiteX578" fmla="*/ 7133434 w 12208633"/>
              <a:gd name="connsiteY578" fmla="*/ 842224 h 5434893"/>
              <a:gd name="connsiteX579" fmla="*/ 7143140 w 12208633"/>
              <a:gd name="connsiteY579" fmla="*/ 854066 h 5434893"/>
              <a:gd name="connsiteX580" fmla="*/ 7143162 w 12208633"/>
              <a:gd name="connsiteY580" fmla="*/ 858635 h 5434893"/>
              <a:gd name="connsiteX581" fmla="*/ 7363499 w 12208633"/>
              <a:gd name="connsiteY581" fmla="*/ 801441 h 5434893"/>
              <a:gd name="connsiteX582" fmla="*/ 7367909 w 12208633"/>
              <a:gd name="connsiteY582" fmla="*/ 799551 h 5434893"/>
              <a:gd name="connsiteX583" fmla="*/ 7367909 w 12208633"/>
              <a:gd name="connsiteY583" fmla="*/ 792936 h 5434893"/>
              <a:gd name="connsiteX584" fmla="*/ 7362239 w 12208633"/>
              <a:gd name="connsiteY584" fmla="*/ 782541 h 5434893"/>
              <a:gd name="connsiteX585" fmla="*/ 7360349 w 12208633"/>
              <a:gd name="connsiteY585" fmla="*/ 769312 h 5434893"/>
              <a:gd name="connsiteX586" fmla="*/ 7365389 w 12208633"/>
              <a:gd name="connsiteY586" fmla="*/ 769627 h 5434893"/>
              <a:gd name="connsiteX587" fmla="*/ 7368854 w 12208633"/>
              <a:gd name="connsiteY587" fmla="*/ 770257 h 5434893"/>
              <a:gd name="connsiteX588" fmla="*/ 7374839 w 12208633"/>
              <a:gd name="connsiteY588" fmla="*/ 772777 h 5434893"/>
              <a:gd name="connsiteX589" fmla="*/ 7378304 w 12208633"/>
              <a:gd name="connsiteY589" fmla="*/ 768682 h 5434893"/>
              <a:gd name="connsiteX590" fmla="*/ 7381769 w 12208633"/>
              <a:gd name="connsiteY590" fmla="*/ 768367 h 5434893"/>
              <a:gd name="connsiteX591" fmla="*/ 7387439 w 12208633"/>
              <a:gd name="connsiteY591" fmla="*/ 768682 h 5434893"/>
              <a:gd name="connsiteX592" fmla="*/ 7392164 w 12208633"/>
              <a:gd name="connsiteY592" fmla="*/ 772462 h 5434893"/>
              <a:gd name="connsiteX593" fmla="*/ 7401299 w 12208633"/>
              <a:gd name="connsiteY593" fmla="*/ 770257 h 5434893"/>
              <a:gd name="connsiteX594" fmla="*/ 7403819 w 12208633"/>
              <a:gd name="connsiteY594" fmla="*/ 768997 h 5434893"/>
              <a:gd name="connsiteX595" fmla="*/ 7409488 w 12208633"/>
              <a:gd name="connsiteY595" fmla="*/ 772462 h 5434893"/>
              <a:gd name="connsiteX596" fmla="*/ 7416103 w 12208633"/>
              <a:gd name="connsiteY596" fmla="*/ 767737 h 5434893"/>
              <a:gd name="connsiteX597" fmla="*/ 7417993 w 12208633"/>
              <a:gd name="connsiteY597" fmla="*/ 769627 h 5434893"/>
              <a:gd name="connsiteX598" fmla="*/ 7413268 w 12208633"/>
              <a:gd name="connsiteY598" fmla="*/ 784116 h 5434893"/>
              <a:gd name="connsiteX599" fmla="*/ 7413268 w 12208633"/>
              <a:gd name="connsiteY599" fmla="*/ 788211 h 5434893"/>
              <a:gd name="connsiteX600" fmla="*/ 7501152 w 12208633"/>
              <a:gd name="connsiteY600" fmla="*/ 765847 h 5434893"/>
              <a:gd name="connsiteX601" fmla="*/ 7648884 w 12208633"/>
              <a:gd name="connsiteY601" fmla="*/ 727417 h 5434893"/>
              <a:gd name="connsiteX602" fmla="*/ 7662113 w 12208633"/>
              <a:gd name="connsiteY602" fmla="*/ 727417 h 5434893"/>
              <a:gd name="connsiteX603" fmla="*/ 7687313 w 12208633"/>
              <a:gd name="connsiteY603" fmla="*/ 733402 h 5434893"/>
              <a:gd name="connsiteX604" fmla="*/ 7687313 w 12208633"/>
              <a:gd name="connsiteY604" fmla="*/ 535272 h 5434893"/>
              <a:gd name="connsiteX605" fmla="*/ 7687313 w 12208633"/>
              <a:gd name="connsiteY605" fmla="*/ 411795 h 5434893"/>
              <a:gd name="connsiteX606" fmla="*/ 7696133 w 12208633"/>
              <a:gd name="connsiteY606" fmla="*/ 402660 h 5434893"/>
              <a:gd name="connsiteX607" fmla="*/ 7710622 w 12208633"/>
              <a:gd name="connsiteY607" fmla="*/ 402975 h 5434893"/>
              <a:gd name="connsiteX608" fmla="*/ 7727002 w 12208633"/>
              <a:gd name="connsiteY608" fmla="*/ 402660 h 5434893"/>
              <a:gd name="connsiteX609" fmla="*/ 7732042 w 12208633"/>
              <a:gd name="connsiteY609" fmla="*/ 408015 h 5434893"/>
              <a:gd name="connsiteX610" fmla="*/ 7732042 w 12208633"/>
              <a:gd name="connsiteY610" fmla="*/ 411795 h 5434893"/>
              <a:gd name="connsiteX611" fmla="*/ 7732042 w 12208633"/>
              <a:gd name="connsiteY611" fmla="*/ 745057 h 5434893"/>
              <a:gd name="connsiteX612" fmla="*/ 7769211 w 12208633"/>
              <a:gd name="connsiteY612" fmla="*/ 755137 h 5434893"/>
              <a:gd name="connsiteX613" fmla="*/ 7783701 w 12208633"/>
              <a:gd name="connsiteY613" fmla="*/ 758602 h 5434893"/>
              <a:gd name="connsiteX614" fmla="*/ 7783701 w 12208633"/>
              <a:gd name="connsiteY614" fmla="*/ 415575 h 5434893"/>
              <a:gd name="connsiteX615" fmla="*/ 7796616 w 12208633"/>
              <a:gd name="connsiteY615" fmla="*/ 402660 h 5434893"/>
              <a:gd name="connsiteX616" fmla="*/ 7807325 w 12208633"/>
              <a:gd name="connsiteY616" fmla="*/ 402975 h 5434893"/>
              <a:gd name="connsiteX617" fmla="*/ 7822760 w 12208633"/>
              <a:gd name="connsiteY617" fmla="*/ 402660 h 5434893"/>
              <a:gd name="connsiteX618" fmla="*/ 7828745 w 12208633"/>
              <a:gd name="connsiteY618" fmla="*/ 408960 h 5434893"/>
              <a:gd name="connsiteX619" fmla="*/ 7828745 w 12208633"/>
              <a:gd name="connsiteY619" fmla="*/ 416835 h 5434893"/>
              <a:gd name="connsiteX620" fmla="*/ 7828745 w 12208633"/>
              <a:gd name="connsiteY620" fmla="*/ 770572 h 5434893"/>
              <a:gd name="connsiteX621" fmla="*/ 7867174 w 12208633"/>
              <a:gd name="connsiteY621" fmla="*/ 780652 h 5434893"/>
              <a:gd name="connsiteX622" fmla="*/ 7870954 w 12208633"/>
              <a:gd name="connsiteY622" fmla="*/ 777186 h 5434893"/>
              <a:gd name="connsiteX623" fmla="*/ 7870954 w 12208633"/>
              <a:gd name="connsiteY623" fmla="*/ 768367 h 5434893"/>
              <a:gd name="connsiteX624" fmla="*/ 7870954 w 12208633"/>
              <a:gd name="connsiteY624" fmla="*/ 553542 h 5434893"/>
              <a:gd name="connsiteX625" fmla="*/ 7871269 w 12208633"/>
              <a:gd name="connsiteY625" fmla="*/ 541887 h 5434893"/>
              <a:gd name="connsiteX626" fmla="*/ 7870639 w 12208633"/>
              <a:gd name="connsiteY626" fmla="*/ 518892 h 5434893"/>
              <a:gd name="connsiteX627" fmla="*/ 7878514 w 12208633"/>
              <a:gd name="connsiteY627" fmla="*/ 511018 h 5434893"/>
              <a:gd name="connsiteX628" fmla="*/ 7929543 w 12208633"/>
              <a:gd name="connsiteY628" fmla="*/ 511018 h 5434893"/>
              <a:gd name="connsiteX629" fmla="*/ 7967972 w 12208633"/>
              <a:gd name="connsiteY629" fmla="*/ 511018 h 5434893"/>
              <a:gd name="connsiteX630" fmla="*/ 7977107 w 12208633"/>
              <a:gd name="connsiteY630" fmla="*/ 509758 h 5434893"/>
              <a:gd name="connsiteX631" fmla="*/ 7976792 w 12208633"/>
              <a:gd name="connsiteY631" fmla="*/ 481093 h 5434893"/>
              <a:gd name="connsiteX632" fmla="*/ 7979627 w 12208633"/>
              <a:gd name="connsiteY632" fmla="*/ 476368 h 5434893"/>
              <a:gd name="connsiteX633" fmla="*/ 7983407 w 12208633"/>
              <a:gd name="connsiteY633" fmla="*/ 481409 h 5434893"/>
              <a:gd name="connsiteX634" fmla="*/ 7983722 w 12208633"/>
              <a:gd name="connsiteY634" fmla="*/ 511018 h 5434893"/>
              <a:gd name="connsiteX635" fmla="*/ 7990967 w 12208633"/>
              <a:gd name="connsiteY635" fmla="*/ 511018 h 5434893"/>
              <a:gd name="connsiteX636" fmla="*/ 7991282 w 12208633"/>
              <a:gd name="connsiteY636" fmla="*/ 486133 h 5434893"/>
              <a:gd name="connsiteX637" fmla="*/ 7991282 w 12208633"/>
              <a:gd name="connsiteY637" fmla="*/ 480463 h 5434893"/>
              <a:gd name="connsiteX638" fmla="*/ 7995062 w 12208633"/>
              <a:gd name="connsiteY638" fmla="*/ 476054 h 5434893"/>
              <a:gd name="connsiteX639" fmla="*/ 7998842 w 12208633"/>
              <a:gd name="connsiteY639" fmla="*/ 480149 h 5434893"/>
              <a:gd name="connsiteX640" fmla="*/ 7998842 w 12208633"/>
              <a:gd name="connsiteY640" fmla="*/ 504088 h 5434893"/>
              <a:gd name="connsiteX641" fmla="*/ 7999157 w 12208633"/>
              <a:gd name="connsiteY641" fmla="*/ 510703 h 5434893"/>
              <a:gd name="connsiteX642" fmla="*/ 8006401 w 12208633"/>
              <a:gd name="connsiteY642" fmla="*/ 510703 h 5434893"/>
              <a:gd name="connsiteX643" fmla="*/ 8006716 w 12208633"/>
              <a:gd name="connsiteY643" fmla="*/ 485818 h 5434893"/>
              <a:gd name="connsiteX644" fmla="*/ 8006716 w 12208633"/>
              <a:gd name="connsiteY644" fmla="*/ 480149 h 5434893"/>
              <a:gd name="connsiteX645" fmla="*/ 8010497 w 12208633"/>
              <a:gd name="connsiteY645" fmla="*/ 475739 h 5434893"/>
              <a:gd name="connsiteX646" fmla="*/ 8014276 w 12208633"/>
              <a:gd name="connsiteY646" fmla="*/ 479833 h 5434893"/>
              <a:gd name="connsiteX647" fmla="*/ 8014276 w 12208633"/>
              <a:gd name="connsiteY647" fmla="*/ 503773 h 5434893"/>
              <a:gd name="connsiteX648" fmla="*/ 8014591 w 12208633"/>
              <a:gd name="connsiteY648" fmla="*/ 510388 h 5434893"/>
              <a:gd name="connsiteX649" fmla="*/ 8104995 w 12208633"/>
              <a:gd name="connsiteY649" fmla="*/ 510388 h 5434893"/>
              <a:gd name="connsiteX650" fmla="*/ 8113184 w 12208633"/>
              <a:gd name="connsiteY650" fmla="*/ 503143 h 5434893"/>
              <a:gd name="connsiteX651" fmla="*/ 8189098 w 12208633"/>
              <a:gd name="connsiteY651" fmla="*/ 503143 h 5434893"/>
              <a:gd name="connsiteX652" fmla="*/ 8199807 w 12208633"/>
              <a:gd name="connsiteY652" fmla="*/ 510703 h 5434893"/>
              <a:gd name="connsiteX653" fmla="*/ 8213037 w 12208633"/>
              <a:gd name="connsiteY653" fmla="*/ 525192 h 5434893"/>
              <a:gd name="connsiteX654" fmla="*/ 8212722 w 12208633"/>
              <a:gd name="connsiteY654" fmla="*/ 542202 h 5434893"/>
              <a:gd name="connsiteX655" fmla="*/ 8213037 w 12208633"/>
              <a:gd name="connsiteY655" fmla="*/ 552912 h 5434893"/>
              <a:gd name="connsiteX656" fmla="*/ 8213037 w 12208633"/>
              <a:gd name="connsiteY656" fmla="*/ 899839 h 5434893"/>
              <a:gd name="connsiteX657" fmla="*/ 8222585 w 12208633"/>
              <a:gd name="connsiteY657" fmla="*/ 899839 h 5434893"/>
              <a:gd name="connsiteX658" fmla="*/ 8222588 w 12208633"/>
              <a:gd name="connsiteY658" fmla="*/ 899188 h 5434893"/>
              <a:gd name="connsiteX659" fmla="*/ 8361723 w 12208633"/>
              <a:gd name="connsiteY659" fmla="*/ 819757 h 5434893"/>
              <a:gd name="connsiteX660" fmla="*/ 8400660 w 12208633"/>
              <a:gd name="connsiteY660" fmla="*/ 891401 h 5434893"/>
              <a:gd name="connsiteX661" fmla="*/ 8528374 w 12208633"/>
              <a:gd name="connsiteY661" fmla="*/ 819237 h 5434893"/>
              <a:gd name="connsiteX662" fmla="*/ 8564716 w 12208633"/>
              <a:gd name="connsiteY662" fmla="*/ 886728 h 5434893"/>
              <a:gd name="connsiteX663" fmla="*/ 8566273 w 12208633"/>
              <a:gd name="connsiteY663" fmla="*/ 724750 h 5434893"/>
              <a:gd name="connsiteX664" fmla="*/ 8590674 w 12208633"/>
              <a:gd name="connsiteY664" fmla="*/ 700868 h 5434893"/>
              <a:gd name="connsiteX665" fmla="*/ 8617151 w 12208633"/>
              <a:gd name="connsiteY665" fmla="*/ 674910 h 5434893"/>
              <a:gd name="connsiteX666" fmla="*/ 8617151 w 12208633"/>
              <a:gd name="connsiteY666" fmla="*/ 624552 h 5434893"/>
              <a:gd name="connsiteX667" fmla="*/ 8649858 w 12208633"/>
              <a:gd name="connsiteY667" fmla="*/ 572636 h 5434893"/>
              <a:gd name="connsiteX668" fmla="*/ 8662318 w 12208633"/>
              <a:gd name="connsiteY668" fmla="*/ 552388 h 5434893"/>
              <a:gd name="connsiteX669" fmla="*/ 8661799 w 12208633"/>
              <a:gd name="connsiteY669" fmla="*/ 524353 h 5434893"/>
              <a:gd name="connsiteX670" fmla="*/ 8675816 w 12208633"/>
              <a:gd name="connsiteY670" fmla="*/ 509298 h 5434893"/>
              <a:gd name="connsiteX671" fmla="*/ 8794185 w 12208633"/>
              <a:gd name="connsiteY671" fmla="*/ 509298 h 5434893"/>
              <a:gd name="connsiteX672" fmla="*/ 8810279 w 12208633"/>
              <a:gd name="connsiteY672" fmla="*/ 527469 h 5434893"/>
              <a:gd name="connsiteX673" fmla="*/ 8810279 w 12208633"/>
              <a:gd name="connsiteY673" fmla="*/ 636493 h 5434893"/>
              <a:gd name="connsiteX674" fmla="*/ 8811837 w 12208633"/>
              <a:gd name="connsiteY674" fmla="*/ 677506 h 5434893"/>
              <a:gd name="connsiteX675" fmla="*/ 8817547 w 12208633"/>
              <a:gd name="connsiteY675" fmla="*/ 686332 h 5434893"/>
              <a:gd name="connsiteX676" fmla="*/ 8822220 w 12208633"/>
              <a:gd name="connsiteY676" fmla="*/ 678025 h 5434893"/>
              <a:gd name="connsiteX677" fmla="*/ 8822220 w 12208633"/>
              <a:gd name="connsiteY677" fmla="*/ 652587 h 5434893"/>
              <a:gd name="connsiteX678" fmla="*/ 8837795 w 12208633"/>
              <a:gd name="connsiteY678" fmla="*/ 637012 h 5434893"/>
              <a:gd name="connsiteX679" fmla="*/ 8854408 w 12208633"/>
              <a:gd name="connsiteY679" fmla="*/ 621956 h 5434893"/>
              <a:gd name="connsiteX680" fmla="*/ 8877770 w 12208633"/>
              <a:gd name="connsiteY680" fmla="*/ 577828 h 5434893"/>
              <a:gd name="connsiteX681" fmla="*/ 8895941 w 12208633"/>
              <a:gd name="connsiteY681" fmla="*/ 561214 h 5434893"/>
              <a:gd name="connsiteX682" fmla="*/ 8932282 w 12208633"/>
              <a:gd name="connsiteY682" fmla="*/ 564848 h 5434893"/>
              <a:gd name="connsiteX683" fmla="*/ 8940589 w 12208633"/>
              <a:gd name="connsiteY683" fmla="*/ 572636 h 5434893"/>
              <a:gd name="connsiteX684" fmla="*/ 8972258 w 12208633"/>
              <a:gd name="connsiteY684" fmla="*/ 628706 h 5434893"/>
              <a:gd name="connsiteX685" fmla="*/ 8972258 w 12208633"/>
              <a:gd name="connsiteY685" fmla="*/ 722673 h 5434893"/>
              <a:gd name="connsiteX686" fmla="*/ 9035595 w 12208633"/>
              <a:gd name="connsiteY686" fmla="*/ 719558 h 5434893"/>
              <a:gd name="connsiteX687" fmla="*/ 9068822 w 12208633"/>
              <a:gd name="connsiteY687" fmla="*/ 146923 h 5434893"/>
              <a:gd name="connsiteX688" fmla="*/ 9146177 w 12208633"/>
              <a:gd name="connsiteY688" fmla="*/ 146923 h 5434893"/>
              <a:gd name="connsiteX689" fmla="*/ 9180961 w 12208633"/>
              <a:gd name="connsiteY689" fmla="*/ 716962 h 5434893"/>
              <a:gd name="connsiteX690" fmla="*/ 9225090 w 12208633"/>
              <a:gd name="connsiteY690" fmla="*/ 715405 h 543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12208633" h="5434893">
                <a:moveTo>
                  <a:pt x="7143321" y="892474"/>
                </a:moveTo>
                <a:lnTo>
                  <a:pt x="7143335" y="895416"/>
                </a:lnTo>
                <a:lnTo>
                  <a:pt x="7147277" y="895507"/>
                </a:lnTo>
                <a:lnTo>
                  <a:pt x="7147099" y="892474"/>
                </a:lnTo>
                <a:close/>
                <a:moveTo>
                  <a:pt x="6355163" y="727493"/>
                </a:moveTo>
                <a:lnTo>
                  <a:pt x="6355358" y="727687"/>
                </a:lnTo>
                <a:cubicBezTo>
                  <a:pt x="6355163" y="727687"/>
                  <a:pt x="6355163" y="727687"/>
                  <a:pt x="6354969" y="727687"/>
                </a:cubicBezTo>
                <a:cubicBezTo>
                  <a:pt x="6354969" y="727881"/>
                  <a:pt x="6354775" y="728075"/>
                  <a:pt x="6354969" y="728075"/>
                </a:cubicBezTo>
                <a:cubicBezTo>
                  <a:pt x="6354969" y="727881"/>
                  <a:pt x="6355163" y="727881"/>
                  <a:pt x="6355358" y="727687"/>
                </a:cubicBezTo>
                <a:cubicBezTo>
                  <a:pt x="6355358" y="727687"/>
                  <a:pt x="6355552" y="727493"/>
                  <a:pt x="6355552" y="727493"/>
                </a:cubicBezTo>
                <a:cubicBezTo>
                  <a:pt x="6355358" y="727493"/>
                  <a:pt x="6355358" y="727493"/>
                  <a:pt x="6355163" y="727493"/>
                </a:cubicBezTo>
                <a:close/>
                <a:moveTo>
                  <a:pt x="8604691" y="725788"/>
                </a:moveTo>
                <a:cubicBezTo>
                  <a:pt x="8595865" y="725788"/>
                  <a:pt x="8591193" y="727865"/>
                  <a:pt x="8591193" y="738248"/>
                </a:cubicBezTo>
                <a:cubicBezTo>
                  <a:pt x="8591712" y="788607"/>
                  <a:pt x="8591712" y="839485"/>
                  <a:pt x="8590674" y="889843"/>
                </a:cubicBezTo>
                <a:cubicBezTo>
                  <a:pt x="8590674" y="899188"/>
                  <a:pt x="8593789" y="903341"/>
                  <a:pt x="8603653" y="903341"/>
                </a:cubicBezTo>
                <a:cubicBezTo>
                  <a:pt x="8613517" y="903341"/>
                  <a:pt x="8616632" y="899708"/>
                  <a:pt x="8616632" y="889843"/>
                </a:cubicBezTo>
                <a:cubicBezTo>
                  <a:pt x="8616112" y="864923"/>
                  <a:pt x="8616632" y="840523"/>
                  <a:pt x="8616632" y="815603"/>
                </a:cubicBezTo>
                <a:cubicBezTo>
                  <a:pt x="8616632" y="790164"/>
                  <a:pt x="8616112" y="764206"/>
                  <a:pt x="8616632" y="738767"/>
                </a:cubicBezTo>
                <a:cubicBezTo>
                  <a:pt x="8616632" y="729941"/>
                  <a:pt x="8614555" y="725788"/>
                  <a:pt x="8604691" y="725788"/>
                </a:cubicBezTo>
                <a:close/>
                <a:moveTo>
                  <a:pt x="8744865" y="683217"/>
                </a:moveTo>
                <a:cubicBezTo>
                  <a:pt x="8737078" y="683217"/>
                  <a:pt x="8735001" y="687370"/>
                  <a:pt x="8735001" y="694119"/>
                </a:cubicBezTo>
                <a:cubicBezTo>
                  <a:pt x="8735001" y="760053"/>
                  <a:pt x="8735001" y="825986"/>
                  <a:pt x="8735520" y="892439"/>
                </a:cubicBezTo>
                <a:cubicBezTo>
                  <a:pt x="8735001" y="900226"/>
                  <a:pt x="8738635" y="903341"/>
                  <a:pt x="8746422" y="903341"/>
                </a:cubicBezTo>
                <a:cubicBezTo>
                  <a:pt x="8759921" y="902822"/>
                  <a:pt x="8773938" y="902822"/>
                  <a:pt x="8787436" y="903341"/>
                </a:cubicBezTo>
                <a:cubicBezTo>
                  <a:pt x="8797819" y="903861"/>
                  <a:pt x="8801454" y="899708"/>
                  <a:pt x="8801454" y="889324"/>
                </a:cubicBezTo>
                <a:cubicBezTo>
                  <a:pt x="8800934" y="865443"/>
                  <a:pt x="8801454" y="842080"/>
                  <a:pt x="8801454" y="818718"/>
                </a:cubicBezTo>
                <a:cubicBezTo>
                  <a:pt x="8801454" y="813527"/>
                  <a:pt x="8800415" y="805739"/>
                  <a:pt x="8807164" y="805739"/>
                </a:cubicBezTo>
                <a:cubicBezTo>
                  <a:pt x="8825854" y="805739"/>
                  <a:pt x="8822220" y="792760"/>
                  <a:pt x="8822739" y="781857"/>
                </a:cubicBezTo>
                <a:cubicBezTo>
                  <a:pt x="8822739" y="773551"/>
                  <a:pt x="8819105" y="771474"/>
                  <a:pt x="8811317" y="771474"/>
                </a:cubicBezTo>
                <a:cubicBezTo>
                  <a:pt x="8798858" y="771474"/>
                  <a:pt x="8786398" y="770955"/>
                  <a:pt x="8773938" y="771474"/>
                </a:cubicBezTo>
                <a:cubicBezTo>
                  <a:pt x="8761478" y="771994"/>
                  <a:pt x="8756286" y="766283"/>
                  <a:pt x="8756286" y="754342"/>
                </a:cubicBezTo>
                <a:cubicBezTo>
                  <a:pt x="8756286" y="744997"/>
                  <a:pt x="8756286" y="735133"/>
                  <a:pt x="8756286" y="725269"/>
                </a:cubicBezTo>
                <a:cubicBezTo>
                  <a:pt x="8755767" y="725269"/>
                  <a:pt x="8755767" y="725269"/>
                  <a:pt x="8755767" y="725269"/>
                </a:cubicBezTo>
                <a:cubicBezTo>
                  <a:pt x="8755767" y="714886"/>
                  <a:pt x="8755767" y="705021"/>
                  <a:pt x="8755767" y="694638"/>
                </a:cubicBezTo>
                <a:cubicBezTo>
                  <a:pt x="8755767" y="686851"/>
                  <a:pt x="8753171" y="683217"/>
                  <a:pt x="8744865" y="683217"/>
                </a:cubicBezTo>
                <a:close/>
                <a:moveTo>
                  <a:pt x="5999516" y="672943"/>
                </a:moveTo>
                <a:lnTo>
                  <a:pt x="5999516" y="672950"/>
                </a:lnTo>
                <a:lnTo>
                  <a:pt x="6106191" y="672950"/>
                </a:lnTo>
                <a:lnTo>
                  <a:pt x="6106226" y="672943"/>
                </a:lnTo>
                <a:lnTo>
                  <a:pt x="6103287" y="672943"/>
                </a:lnTo>
                <a:lnTo>
                  <a:pt x="6095614" y="672943"/>
                </a:lnTo>
                <a:close/>
                <a:moveTo>
                  <a:pt x="5844017" y="672943"/>
                </a:moveTo>
                <a:lnTo>
                  <a:pt x="5844017" y="672950"/>
                </a:lnTo>
                <a:lnTo>
                  <a:pt x="5950885" y="672950"/>
                </a:lnTo>
                <a:lnTo>
                  <a:pt x="5950920" y="672943"/>
                </a:lnTo>
                <a:lnTo>
                  <a:pt x="5947738" y="672943"/>
                </a:lnTo>
                <a:lnTo>
                  <a:pt x="5940066" y="672943"/>
                </a:lnTo>
                <a:close/>
                <a:moveTo>
                  <a:pt x="2661207" y="578320"/>
                </a:moveTo>
                <a:lnTo>
                  <a:pt x="2649387" y="591167"/>
                </a:lnTo>
                <a:lnTo>
                  <a:pt x="2649387" y="660718"/>
                </a:lnTo>
                <a:lnTo>
                  <a:pt x="2661207" y="660966"/>
                </a:lnTo>
                <a:cubicBezTo>
                  <a:pt x="2661207" y="660966"/>
                  <a:pt x="2661207" y="660966"/>
                  <a:pt x="2661207" y="612643"/>
                </a:cubicBezTo>
                <a:close/>
                <a:moveTo>
                  <a:pt x="2521154" y="535617"/>
                </a:moveTo>
                <a:cubicBezTo>
                  <a:pt x="2512848" y="535617"/>
                  <a:pt x="2510252" y="539251"/>
                  <a:pt x="2510252" y="547038"/>
                </a:cubicBezTo>
                <a:cubicBezTo>
                  <a:pt x="2510252" y="557421"/>
                  <a:pt x="2510252" y="567286"/>
                  <a:pt x="2510252" y="577669"/>
                </a:cubicBezTo>
                <a:cubicBezTo>
                  <a:pt x="2510252" y="577669"/>
                  <a:pt x="2510252" y="577669"/>
                  <a:pt x="2509733" y="577669"/>
                </a:cubicBezTo>
                <a:cubicBezTo>
                  <a:pt x="2509733" y="587533"/>
                  <a:pt x="2509733" y="597397"/>
                  <a:pt x="2509733" y="606742"/>
                </a:cubicBezTo>
                <a:cubicBezTo>
                  <a:pt x="2509733" y="618683"/>
                  <a:pt x="2504541" y="624394"/>
                  <a:pt x="2492081" y="623874"/>
                </a:cubicBezTo>
                <a:cubicBezTo>
                  <a:pt x="2479621" y="623355"/>
                  <a:pt x="2467161" y="623874"/>
                  <a:pt x="2454702" y="623874"/>
                </a:cubicBezTo>
                <a:cubicBezTo>
                  <a:pt x="2446914" y="623874"/>
                  <a:pt x="2443280" y="625951"/>
                  <a:pt x="2443280" y="634257"/>
                </a:cubicBezTo>
                <a:cubicBezTo>
                  <a:pt x="2443799" y="645160"/>
                  <a:pt x="2440165" y="658139"/>
                  <a:pt x="2458855" y="658139"/>
                </a:cubicBezTo>
                <a:cubicBezTo>
                  <a:pt x="2465604" y="658139"/>
                  <a:pt x="2464565" y="665927"/>
                  <a:pt x="2464565" y="671118"/>
                </a:cubicBezTo>
                <a:lnTo>
                  <a:pt x="2464565" y="735104"/>
                </a:lnTo>
                <a:lnTo>
                  <a:pt x="2530525" y="735104"/>
                </a:lnTo>
                <a:lnTo>
                  <a:pt x="2531018" y="546519"/>
                </a:lnTo>
                <a:cubicBezTo>
                  <a:pt x="2531018" y="539770"/>
                  <a:pt x="2528941" y="535617"/>
                  <a:pt x="2521154" y="535617"/>
                </a:cubicBezTo>
                <a:close/>
                <a:moveTo>
                  <a:pt x="8701774" y="534218"/>
                </a:moveTo>
                <a:cubicBezTo>
                  <a:pt x="8696063" y="534218"/>
                  <a:pt x="8688276" y="532660"/>
                  <a:pt x="8688276" y="540967"/>
                </a:cubicBezTo>
                <a:cubicBezTo>
                  <a:pt x="8688276" y="550312"/>
                  <a:pt x="8681527" y="562253"/>
                  <a:pt x="8695025" y="567963"/>
                </a:cubicBezTo>
                <a:cubicBezTo>
                  <a:pt x="8725656" y="580943"/>
                  <a:pt x="8736558" y="605343"/>
                  <a:pt x="8735520" y="637012"/>
                </a:cubicBezTo>
                <a:cubicBezTo>
                  <a:pt x="8735001" y="666604"/>
                  <a:pt x="8733443" y="664008"/>
                  <a:pt x="8760440" y="664008"/>
                </a:cubicBezTo>
                <a:cubicBezTo>
                  <a:pt x="8763036" y="664008"/>
                  <a:pt x="8765112" y="664008"/>
                  <a:pt x="8767189" y="664527"/>
                </a:cubicBezTo>
                <a:cubicBezTo>
                  <a:pt x="8772899" y="665566"/>
                  <a:pt x="8777053" y="667124"/>
                  <a:pt x="8776534" y="675429"/>
                </a:cubicBezTo>
                <a:cubicBezTo>
                  <a:pt x="8774976" y="692043"/>
                  <a:pt x="8776014" y="708136"/>
                  <a:pt x="8776014" y="724750"/>
                </a:cubicBezTo>
                <a:cubicBezTo>
                  <a:pt x="8776014" y="749669"/>
                  <a:pt x="8776014" y="749669"/>
                  <a:pt x="8799896" y="750708"/>
                </a:cubicBezTo>
                <a:cubicBezTo>
                  <a:pt x="8801454" y="750708"/>
                  <a:pt x="8802492" y="751227"/>
                  <a:pt x="8804049" y="751227"/>
                </a:cubicBezTo>
                <a:cubicBezTo>
                  <a:pt x="8812875" y="751746"/>
                  <a:pt x="8822220" y="754861"/>
                  <a:pt x="8822739" y="740324"/>
                </a:cubicBezTo>
                <a:cubicBezTo>
                  <a:pt x="8823777" y="714886"/>
                  <a:pt x="8823777" y="713328"/>
                  <a:pt x="8806645" y="712809"/>
                </a:cubicBezTo>
                <a:cubicBezTo>
                  <a:pt x="8789513" y="711771"/>
                  <a:pt x="8785359" y="708136"/>
                  <a:pt x="8785359" y="691004"/>
                </a:cubicBezTo>
                <a:cubicBezTo>
                  <a:pt x="8785359" y="667124"/>
                  <a:pt x="8785359" y="643761"/>
                  <a:pt x="8785359" y="620399"/>
                </a:cubicBezTo>
                <a:cubicBezTo>
                  <a:pt x="8784840" y="620399"/>
                  <a:pt x="8784840" y="620399"/>
                  <a:pt x="8784840" y="620399"/>
                </a:cubicBezTo>
                <a:cubicBezTo>
                  <a:pt x="8784840" y="596517"/>
                  <a:pt x="8784321" y="572636"/>
                  <a:pt x="8784840" y="548755"/>
                </a:cubicBezTo>
                <a:cubicBezTo>
                  <a:pt x="8785359" y="538371"/>
                  <a:pt x="8782244" y="533698"/>
                  <a:pt x="8770823" y="534218"/>
                </a:cubicBezTo>
                <a:cubicBezTo>
                  <a:pt x="8747980" y="534737"/>
                  <a:pt x="8724618" y="534218"/>
                  <a:pt x="8701774" y="534218"/>
                </a:cubicBezTo>
                <a:close/>
                <a:moveTo>
                  <a:pt x="7932693" y="518578"/>
                </a:moveTo>
                <a:cubicBezTo>
                  <a:pt x="7932693" y="518892"/>
                  <a:pt x="7932378" y="519208"/>
                  <a:pt x="7932378" y="519208"/>
                </a:cubicBezTo>
                <a:cubicBezTo>
                  <a:pt x="7932378" y="519208"/>
                  <a:pt x="7932693" y="519208"/>
                  <a:pt x="7932693" y="519208"/>
                </a:cubicBezTo>
                <a:cubicBezTo>
                  <a:pt x="7932693" y="519208"/>
                  <a:pt x="7932693" y="518892"/>
                  <a:pt x="7932693" y="518578"/>
                </a:cubicBezTo>
                <a:close/>
                <a:moveTo>
                  <a:pt x="7991282" y="518263"/>
                </a:moveTo>
                <a:cubicBezTo>
                  <a:pt x="7991282" y="518578"/>
                  <a:pt x="7991282" y="518578"/>
                  <a:pt x="7991282" y="518892"/>
                </a:cubicBezTo>
                <a:cubicBezTo>
                  <a:pt x="7991282" y="518892"/>
                  <a:pt x="7991597" y="518892"/>
                  <a:pt x="7991597" y="518892"/>
                </a:cubicBezTo>
                <a:cubicBezTo>
                  <a:pt x="7991597" y="518578"/>
                  <a:pt x="7991282" y="518578"/>
                  <a:pt x="7991282" y="518263"/>
                </a:cubicBezTo>
                <a:close/>
                <a:moveTo>
                  <a:pt x="7933323" y="517633"/>
                </a:moveTo>
                <a:cubicBezTo>
                  <a:pt x="7933008" y="517948"/>
                  <a:pt x="7933008" y="517948"/>
                  <a:pt x="7933008" y="518263"/>
                </a:cubicBezTo>
                <a:cubicBezTo>
                  <a:pt x="7933008" y="518263"/>
                  <a:pt x="7933323" y="518263"/>
                  <a:pt x="7933323" y="518263"/>
                </a:cubicBezTo>
                <a:cubicBezTo>
                  <a:pt x="7933323" y="517948"/>
                  <a:pt x="7933323" y="517948"/>
                  <a:pt x="7933323" y="517633"/>
                </a:cubicBezTo>
                <a:close/>
                <a:moveTo>
                  <a:pt x="9995853" y="483450"/>
                </a:moveTo>
                <a:lnTo>
                  <a:pt x="9995853" y="547260"/>
                </a:lnTo>
                <a:lnTo>
                  <a:pt x="10005688" y="548252"/>
                </a:lnTo>
                <a:cubicBezTo>
                  <a:pt x="10042501" y="555784"/>
                  <a:pt x="10070193" y="588356"/>
                  <a:pt x="10070193" y="627396"/>
                </a:cubicBezTo>
                <a:lnTo>
                  <a:pt x="10070193" y="839288"/>
                </a:lnTo>
                <a:lnTo>
                  <a:pt x="10098404" y="839288"/>
                </a:lnTo>
                <a:lnTo>
                  <a:pt x="10098404" y="483450"/>
                </a:lnTo>
                <a:close/>
                <a:moveTo>
                  <a:pt x="9781381" y="483450"/>
                </a:moveTo>
                <a:lnTo>
                  <a:pt x="9781381" y="547123"/>
                </a:lnTo>
                <a:lnTo>
                  <a:pt x="9792075" y="548201"/>
                </a:lnTo>
                <a:cubicBezTo>
                  <a:pt x="9828888" y="555733"/>
                  <a:pt x="9856579" y="588305"/>
                  <a:pt x="9856579" y="627345"/>
                </a:cubicBezTo>
                <a:lnTo>
                  <a:pt x="9856579" y="839288"/>
                </a:lnTo>
                <a:lnTo>
                  <a:pt x="9908622" y="839288"/>
                </a:lnTo>
                <a:lnTo>
                  <a:pt x="9908621" y="627396"/>
                </a:lnTo>
                <a:lnTo>
                  <a:pt x="9908622" y="627394"/>
                </a:lnTo>
                <a:lnTo>
                  <a:pt x="9908622" y="620889"/>
                </a:lnTo>
                <a:lnTo>
                  <a:pt x="9909277" y="620889"/>
                </a:lnTo>
                <a:lnTo>
                  <a:pt x="9910263" y="611115"/>
                </a:lnTo>
                <a:cubicBezTo>
                  <a:pt x="9916854" y="578904"/>
                  <a:pt x="9942616" y="553676"/>
                  <a:pt x="9975107" y="547872"/>
                </a:cubicBezTo>
                <a:lnTo>
                  <a:pt x="9975644" y="547825"/>
                </a:lnTo>
                <a:lnTo>
                  <a:pt x="9975644" y="483450"/>
                </a:lnTo>
                <a:close/>
                <a:moveTo>
                  <a:pt x="4460613" y="410313"/>
                </a:moveTo>
                <a:lnTo>
                  <a:pt x="4460613" y="474688"/>
                </a:lnTo>
                <a:lnTo>
                  <a:pt x="4461150" y="474735"/>
                </a:lnTo>
                <a:cubicBezTo>
                  <a:pt x="4493641" y="480539"/>
                  <a:pt x="4519403" y="505767"/>
                  <a:pt x="4525994" y="537978"/>
                </a:cubicBezTo>
                <a:lnTo>
                  <a:pt x="4526979" y="547752"/>
                </a:lnTo>
                <a:lnTo>
                  <a:pt x="4527635" y="547752"/>
                </a:lnTo>
                <a:lnTo>
                  <a:pt x="4527635" y="554257"/>
                </a:lnTo>
                <a:lnTo>
                  <a:pt x="4527635" y="554259"/>
                </a:lnTo>
                <a:lnTo>
                  <a:pt x="4527635" y="766151"/>
                </a:lnTo>
                <a:lnTo>
                  <a:pt x="4579677" y="766151"/>
                </a:lnTo>
                <a:lnTo>
                  <a:pt x="4579677" y="554208"/>
                </a:lnTo>
                <a:cubicBezTo>
                  <a:pt x="4579677" y="515168"/>
                  <a:pt x="4607369" y="482596"/>
                  <a:pt x="4644181" y="475064"/>
                </a:cubicBezTo>
                <a:lnTo>
                  <a:pt x="4654875" y="473986"/>
                </a:lnTo>
                <a:lnTo>
                  <a:pt x="4654875" y="410313"/>
                </a:lnTo>
                <a:close/>
                <a:moveTo>
                  <a:pt x="4337854" y="410313"/>
                </a:moveTo>
                <a:lnTo>
                  <a:pt x="4337854" y="645080"/>
                </a:lnTo>
                <a:lnTo>
                  <a:pt x="4354002" y="645080"/>
                </a:lnTo>
                <a:lnTo>
                  <a:pt x="4366063" y="645080"/>
                </a:lnTo>
                <a:lnTo>
                  <a:pt x="4366063" y="554259"/>
                </a:lnTo>
                <a:cubicBezTo>
                  <a:pt x="4366063" y="515219"/>
                  <a:pt x="4393756" y="482648"/>
                  <a:pt x="4430568" y="475115"/>
                </a:cubicBezTo>
                <a:lnTo>
                  <a:pt x="4440404" y="474123"/>
                </a:lnTo>
                <a:lnTo>
                  <a:pt x="4440404" y="410313"/>
                </a:lnTo>
                <a:close/>
                <a:moveTo>
                  <a:pt x="2495196" y="386617"/>
                </a:moveTo>
                <a:cubicBezTo>
                  <a:pt x="2483775" y="386098"/>
                  <a:pt x="2480660" y="390771"/>
                  <a:pt x="2481179" y="401154"/>
                </a:cubicBezTo>
                <a:cubicBezTo>
                  <a:pt x="2481698" y="425035"/>
                  <a:pt x="2481179" y="448917"/>
                  <a:pt x="2481179" y="472798"/>
                </a:cubicBezTo>
                <a:cubicBezTo>
                  <a:pt x="2481179" y="472798"/>
                  <a:pt x="2481179" y="472798"/>
                  <a:pt x="2480660" y="472798"/>
                </a:cubicBezTo>
                <a:cubicBezTo>
                  <a:pt x="2480660" y="496160"/>
                  <a:pt x="2480660" y="519523"/>
                  <a:pt x="2480660" y="543404"/>
                </a:cubicBezTo>
                <a:cubicBezTo>
                  <a:pt x="2480660" y="560536"/>
                  <a:pt x="2476506" y="564171"/>
                  <a:pt x="2459374" y="565209"/>
                </a:cubicBezTo>
                <a:cubicBezTo>
                  <a:pt x="2442242" y="565728"/>
                  <a:pt x="2442242" y="567286"/>
                  <a:pt x="2443280" y="592724"/>
                </a:cubicBezTo>
                <a:cubicBezTo>
                  <a:pt x="2443799" y="607261"/>
                  <a:pt x="2453144" y="604146"/>
                  <a:pt x="2461970" y="603627"/>
                </a:cubicBezTo>
                <a:cubicBezTo>
                  <a:pt x="2463527" y="603627"/>
                  <a:pt x="2464565" y="603108"/>
                  <a:pt x="2466123" y="603108"/>
                </a:cubicBezTo>
                <a:cubicBezTo>
                  <a:pt x="2490005" y="602069"/>
                  <a:pt x="2490005" y="602069"/>
                  <a:pt x="2490005" y="577150"/>
                </a:cubicBezTo>
                <a:cubicBezTo>
                  <a:pt x="2490005" y="560536"/>
                  <a:pt x="2491043" y="544443"/>
                  <a:pt x="2489485" y="527829"/>
                </a:cubicBezTo>
                <a:cubicBezTo>
                  <a:pt x="2488966" y="519523"/>
                  <a:pt x="2493120" y="517965"/>
                  <a:pt x="2498830" y="516927"/>
                </a:cubicBezTo>
                <a:cubicBezTo>
                  <a:pt x="2500907" y="516408"/>
                  <a:pt x="2502983" y="516408"/>
                  <a:pt x="2505579" y="516408"/>
                </a:cubicBezTo>
                <a:cubicBezTo>
                  <a:pt x="2532576" y="516408"/>
                  <a:pt x="2531018" y="519003"/>
                  <a:pt x="2530499" y="489411"/>
                </a:cubicBezTo>
                <a:cubicBezTo>
                  <a:pt x="2529461" y="457742"/>
                  <a:pt x="2540363" y="433342"/>
                  <a:pt x="2570994" y="420363"/>
                </a:cubicBezTo>
                <a:cubicBezTo>
                  <a:pt x="2584492" y="414652"/>
                  <a:pt x="2577743" y="402711"/>
                  <a:pt x="2577743" y="393366"/>
                </a:cubicBezTo>
                <a:cubicBezTo>
                  <a:pt x="2577743" y="385060"/>
                  <a:pt x="2569956" y="386617"/>
                  <a:pt x="2564244" y="386617"/>
                </a:cubicBezTo>
                <a:cubicBezTo>
                  <a:pt x="2541401" y="386617"/>
                  <a:pt x="2518039" y="387136"/>
                  <a:pt x="2495196" y="386617"/>
                </a:cubicBezTo>
                <a:close/>
                <a:moveTo>
                  <a:pt x="9258835" y="0"/>
                </a:moveTo>
                <a:lnTo>
                  <a:pt x="9334633" y="0"/>
                </a:lnTo>
                <a:lnTo>
                  <a:pt x="9369417" y="714886"/>
                </a:lnTo>
                <a:lnTo>
                  <a:pt x="9451963" y="716443"/>
                </a:lnTo>
                <a:lnTo>
                  <a:pt x="9451511" y="839288"/>
                </a:lnTo>
                <a:lnTo>
                  <a:pt x="9695008" y="839288"/>
                </a:lnTo>
                <a:lnTo>
                  <a:pt x="9695008" y="627345"/>
                </a:lnTo>
                <a:lnTo>
                  <a:pt x="9695008" y="627342"/>
                </a:lnTo>
                <a:lnTo>
                  <a:pt x="9695008" y="620838"/>
                </a:lnTo>
                <a:lnTo>
                  <a:pt x="9695582" y="620838"/>
                </a:lnTo>
                <a:lnTo>
                  <a:pt x="9696270" y="613044"/>
                </a:lnTo>
                <a:cubicBezTo>
                  <a:pt x="9702073" y="580553"/>
                  <a:pt x="9727301" y="554792"/>
                  <a:pt x="9759513" y="548201"/>
                </a:cubicBezTo>
                <a:lnTo>
                  <a:pt x="9761172" y="548033"/>
                </a:lnTo>
                <a:lnTo>
                  <a:pt x="9761172" y="452927"/>
                </a:lnTo>
                <a:lnTo>
                  <a:pt x="9781381" y="452927"/>
                </a:lnTo>
                <a:lnTo>
                  <a:pt x="9781381" y="453137"/>
                </a:lnTo>
                <a:lnTo>
                  <a:pt x="10098404" y="453137"/>
                </a:lnTo>
                <a:lnTo>
                  <a:pt x="10098404" y="395857"/>
                </a:lnTo>
                <a:lnTo>
                  <a:pt x="10098404" y="395855"/>
                </a:lnTo>
                <a:lnTo>
                  <a:pt x="10098404" y="322646"/>
                </a:lnTo>
                <a:lnTo>
                  <a:pt x="10147724" y="322646"/>
                </a:lnTo>
                <a:lnTo>
                  <a:pt x="10192315" y="322646"/>
                </a:lnTo>
                <a:lnTo>
                  <a:pt x="10192315" y="412796"/>
                </a:lnTo>
                <a:lnTo>
                  <a:pt x="10192315" y="839288"/>
                </a:lnTo>
                <a:lnTo>
                  <a:pt x="10237382" y="839288"/>
                </a:lnTo>
                <a:lnTo>
                  <a:pt x="10237382" y="787976"/>
                </a:lnTo>
                <a:lnTo>
                  <a:pt x="10237382" y="787525"/>
                </a:lnTo>
                <a:lnTo>
                  <a:pt x="10237382" y="786823"/>
                </a:lnTo>
                <a:lnTo>
                  <a:pt x="10293811" y="786823"/>
                </a:lnTo>
                <a:lnTo>
                  <a:pt x="10293811" y="486617"/>
                </a:lnTo>
                <a:lnTo>
                  <a:pt x="10293811" y="486615"/>
                </a:lnTo>
                <a:lnTo>
                  <a:pt x="10293811" y="412796"/>
                </a:lnTo>
                <a:lnTo>
                  <a:pt x="10293812" y="412796"/>
                </a:lnTo>
                <a:lnTo>
                  <a:pt x="10364543" y="412796"/>
                </a:lnTo>
                <a:lnTo>
                  <a:pt x="10435273" y="412796"/>
                </a:lnTo>
                <a:lnTo>
                  <a:pt x="10435273" y="493478"/>
                </a:lnTo>
                <a:lnTo>
                  <a:pt x="10435272" y="493478"/>
                </a:lnTo>
                <a:lnTo>
                  <a:pt x="10435272" y="787653"/>
                </a:lnTo>
                <a:lnTo>
                  <a:pt x="10479889" y="787653"/>
                </a:lnTo>
                <a:lnTo>
                  <a:pt x="10479889" y="834346"/>
                </a:lnTo>
                <a:lnTo>
                  <a:pt x="10479889" y="883894"/>
                </a:lnTo>
                <a:lnTo>
                  <a:pt x="10634153" y="798062"/>
                </a:lnTo>
                <a:lnTo>
                  <a:pt x="10634153" y="890261"/>
                </a:lnTo>
                <a:lnTo>
                  <a:pt x="10799859" y="798062"/>
                </a:lnTo>
                <a:lnTo>
                  <a:pt x="10799859" y="890261"/>
                </a:lnTo>
                <a:lnTo>
                  <a:pt x="10965565" y="798062"/>
                </a:lnTo>
                <a:lnTo>
                  <a:pt x="10965565" y="890261"/>
                </a:lnTo>
                <a:lnTo>
                  <a:pt x="11131272" y="798062"/>
                </a:lnTo>
                <a:lnTo>
                  <a:pt x="11131272" y="894809"/>
                </a:lnTo>
                <a:lnTo>
                  <a:pt x="10965565" y="894809"/>
                </a:lnTo>
                <a:lnTo>
                  <a:pt x="10957391" y="894809"/>
                </a:lnTo>
                <a:lnTo>
                  <a:pt x="10799859" y="894809"/>
                </a:lnTo>
                <a:lnTo>
                  <a:pt x="10791685" y="894809"/>
                </a:lnTo>
                <a:lnTo>
                  <a:pt x="10634153" y="894809"/>
                </a:lnTo>
                <a:lnTo>
                  <a:pt x="10625978" y="894809"/>
                </a:lnTo>
                <a:lnTo>
                  <a:pt x="10479889" y="894809"/>
                </a:lnTo>
                <a:lnTo>
                  <a:pt x="10479889" y="894815"/>
                </a:lnTo>
                <a:lnTo>
                  <a:pt x="11131272" y="894815"/>
                </a:lnTo>
                <a:lnTo>
                  <a:pt x="11131272" y="930426"/>
                </a:lnTo>
                <a:lnTo>
                  <a:pt x="11131272" y="1058032"/>
                </a:lnTo>
                <a:lnTo>
                  <a:pt x="11135416" y="1058032"/>
                </a:lnTo>
                <a:cubicBezTo>
                  <a:pt x="11135416" y="1058032"/>
                  <a:pt x="11135416" y="1058032"/>
                  <a:pt x="11135416" y="475513"/>
                </a:cubicBezTo>
                <a:cubicBezTo>
                  <a:pt x="11135416" y="475513"/>
                  <a:pt x="11135416" y="475513"/>
                  <a:pt x="11317073" y="475513"/>
                </a:cubicBezTo>
                <a:cubicBezTo>
                  <a:pt x="11317073" y="475513"/>
                  <a:pt x="11317073" y="475513"/>
                  <a:pt x="11317073" y="957415"/>
                </a:cubicBezTo>
                <a:cubicBezTo>
                  <a:pt x="11327605" y="928290"/>
                  <a:pt x="11356564" y="864742"/>
                  <a:pt x="11385524" y="864742"/>
                </a:cubicBezTo>
                <a:cubicBezTo>
                  <a:pt x="11427648" y="864742"/>
                  <a:pt x="11467139" y="970654"/>
                  <a:pt x="11467139" y="970654"/>
                </a:cubicBezTo>
                <a:cubicBezTo>
                  <a:pt x="11467139" y="970654"/>
                  <a:pt x="11501364" y="864742"/>
                  <a:pt x="11540855" y="864742"/>
                </a:cubicBezTo>
                <a:cubicBezTo>
                  <a:pt x="11580346" y="864742"/>
                  <a:pt x="11622470" y="970654"/>
                  <a:pt x="11622470" y="970654"/>
                </a:cubicBezTo>
                <a:cubicBezTo>
                  <a:pt x="11622470" y="970654"/>
                  <a:pt x="11656695" y="864742"/>
                  <a:pt x="11696186" y="864742"/>
                </a:cubicBezTo>
                <a:cubicBezTo>
                  <a:pt x="11735677" y="864742"/>
                  <a:pt x="11777800" y="970654"/>
                  <a:pt x="11777800" y="970654"/>
                </a:cubicBezTo>
                <a:cubicBezTo>
                  <a:pt x="11777800" y="970654"/>
                  <a:pt x="11777800" y="970654"/>
                  <a:pt x="11777800" y="994485"/>
                </a:cubicBezTo>
                <a:cubicBezTo>
                  <a:pt x="11777800" y="994485"/>
                  <a:pt x="11777800" y="994485"/>
                  <a:pt x="11851517" y="994485"/>
                </a:cubicBezTo>
                <a:cubicBezTo>
                  <a:pt x="11851517" y="994485"/>
                  <a:pt x="11851517" y="994485"/>
                  <a:pt x="11851517" y="920346"/>
                </a:cubicBezTo>
                <a:cubicBezTo>
                  <a:pt x="11798862" y="909755"/>
                  <a:pt x="11759371" y="862094"/>
                  <a:pt x="11759371" y="806490"/>
                </a:cubicBezTo>
                <a:cubicBezTo>
                  <a:pt x="11759371" y="750886"/>
                  <a:pt x="11798862" y="703225"/>
                  <a:pt x="11851517" y="692634"/>
                </a:cubicBezTo>
                <a:cubicBezTo>
                  <a:pt x="11851517" y="692634"/>
                  <a:pt x="11851517" y="692634"/>
                  <a:pt x="11851517" y="562891"/>
                </a:cubicBezTo>
                <a:cubicBezTo>
                  <a:pt x="11851517" y="562891"/>
                  <a:pt x="11851517" y="562891"/>
                  <a:pt x="11898906" y="562891"/>
                </a:cubicBezTo>
                <a:cubicBezTo>
                  <a:pt x="11898906" y="562891"/>
                  <a:pt x="11898906" y="562891"/>
                  <a:pt x="11898906" y="692634"/>
                </a:cubicBezTo>
                <a:cubicBezTo>
                  <a:pt x="11951560" y="703225"/>
                  <a:pt x="11991051" y="750886"/>
                  <a:pt x="11991051" y="806490"/>
                </a:cubicBezTo>
                <a:cubicBezTo>
                  <a:pt x="11991051" y="864742"/>
                  <a:pt x="11951560" y="909755"/>
                  <a:pt x="11898906" y="920346"/>
                </a:cubicBezTo>
                <a:cubicBezTo>
                  <a:pt x="11898906" y="920346"/>
                  <a:pt x="11898906" y="920346"/>
                  <a:pt x="11898906" y="994485"/>
                </a:cubicBezTo>
                <a:cubicBezTo>
                  <a:pt x="11898906" y="994485"/>
                  <a:pt x="11898906" y="994485"/>
                  <a:pt x="11962091" y="994485"/>
                </a:cubicBezTo>
                <a:cubicBezTo>
                  <a:pt x="11962091" y="994485"/>
                  <a:pt x="11962091" y="994485"/>
                  <a:pt x="11962091" y="917698"/>
                </a:cubicBezTo>
                <a:cubicBezTo>
                  <a:pt x="11962091" y="917698"/>
                  <a:pt x="11962091" y="917698"/>
                  <a:pt x="12041073" y="917698"/>
                </a:cubicBezTo>
                <a:cubicBezTo>
                  <a:pt x="12041073" y="917698"/>
                  <a:pt x="12041073" y="917698"/>
                  <a:pt x="12041073" y="817081"/>
                </a:cubicBezTo>
                <a:cubicBezTo>
                  <a:pt x="12041073" y="817081"/>
                  <a:pt x="12041073" y="817081"/>
                  <a:pt x="12155715" y="817081"/>
                </a:cubicBezTo>
                <a:lnTo>
                  <a:pt x="12200316" y="817081"/>
                </a:lnTo>
                <a:lnTo>
                  <a:pt x="12200316" y="1105184"/>
                </a:lnTo>
                <a:lnTo>
                  <a:pt x="12208559" y="1105184"/>
                </a:lnTo>
                <a:lnTo>
                  <a:pt x="12208559" y="1153840"/>
                </a:lnTo>
                <a:lnTo>
                  <a:pt x="12208559" y="1225322"/>
                </a:lnTo>
                <a:lnTo>
                  <a:pt x="12208633" y="1225322"/>
                </a:lnTo>
                <a:lnTo>
                  <a:pt x="12208633" y="1247932"/>
                </a:lnTo>
                <a:lnTo>
                  <a:pt x="12200316" y="1247932"/>
                </a:lnTo>
                <a:lnTo>
                  <a:pt x="12200316" y="5434893"/>
                </a:lnTo>
                <a:lnTo>
                  <a:pt x="8318" y="5434893"/>
                </a:lnTo>
                <a:lnTo>
                  <a:pt x="8318" y="1247932"/>
                </a:lnTo>
                <a:lnTo>
                  <a:pt x="0" y="1247932"/>
                </a:lnTo>
                <a:lnTo>
                  <a:pt x="0" y="1225322"/>
                </a:lnTo>
                <a:lnTo>
                  <a:pt x="0" y="1063433"/>
                </a:lnTo>
                <a:lnTo>
                  <a:pt x="56578" y="1063433"/>
                </a:lnTo>
                <a:cubicBezTo>
                  <a:pt x="82782" y="1063433"/>
                  <a:pt x="112730" y="1063433"/>
                  <a:pt x="146955" y="1063433"/>
                </a:cubicBezTo>
                <a:cubicBezTo>
                  <a:pt x="146955" y="1063433"/>
                  <a:pt x="146955" y="1063433"/>
                  <a:pt x="146955" y="480915"/>
                </a:cubicBezTo>
                <a:cubicBezTo>
                  <a:pt x="146955" y="480915"/>
                  <a:pt x="146955" y="480915"/>
                  <a:pt x="328613" y="480915"/>
                </a:cubicBezTo>
                <a:cubicBezTo>
                  <a:pt x="328613" y="480915"/>
                  <a:pt x="328613" y="480915"/>
                  <a:pt x="328613" y="962816"/>
                </a:cubicBezTo>
                <a:cubicBezTo>
                  <a:pt x="339144" y="933691"/>
                  <a:pt x="368104" y="870143"/>
                  <a:pt x="397064" y="870143"/>
                </a:cubicBezTo>
                <a:cubicBezTo>
                  <a:pt x="439187" y="870143"/>
                  <a:pt x="478678" y="976055"/>
                  <a:pt x="478678" y="976055"/>
                </a:cubicBezTo>
                <a:cubicBezTo>
                  <a:pt x="478678" y="976055"/>
                  <a:pt x="512903" y="870143"/>
                  <a:pt x="552394" y="870143"/>
                </a:cubicBezTo>
                <a:cubicBezTo>
                  <a:pt x="591885" y="870143"/>
                  <a:pt x="634009" y="976055"/>
                  <a:pt x="634009" y="976055"/>
                </a:cubicBezTo>
                <a:cubicBezTo>
                  <a:pt x="634009" y="976055"/>
                  <a:pt x="668234" y="870143"/>
                  <a:pt x="707725" y="870143"/>
                </a:cubicBezTo>
                <a:cubicBezTo>
                  <a:pt x="747216" y="870143"/>
                  <a:pt x="789340" y="976055"/>
                  <a:pt x="789340" y="976055"/>
                </a:cubicBezTo>
                <a:cubicBezTo>
                  <a:pt x="789340" y="976055"/>
                  <a:pt x="789340" y="976055"/>
                  <a:pt x="789340" y="999886"/>
                </a:cubicBezTo>
                <a:cubicBezTo>
                  <a:pt x="789340" y="999886"/>
                  <a:pt x="789340" y="999886"/>
                  <a:pt x="863056" y="999886"/>
                </a:cubicBezTo>
                <a:cubicBezTo>
                  <a:pt x="863056" y="999886"/>
                  <a:pt x="863056" y="999886"/>
                  <a:pt x="863056" y="925747"/>
                </a:cubicBezTo>
                <a:cubicBezTo>
                  <a:pt x="810402" y="915156"/>
                  <a:pt x="770911" y="867495"/>
                  <a:pt x="770911" y="811891"/>
                </a:cubicBezTo>
                <a:cubicBezTo>
                  <a:pt x="770911" y="756287"/>
                  <a:pt x="810402" y="708626"/>
                  <a:pt x="863056" y="698035"/>
                </a:cubicBezTo>
                <a:cubicBezTo>
                  <a:pt x="863056" y="698035"/>
                  <a:pt x="863056" y="698035"/>
                  <a:pt x="863056" y="568293"/>
                </a:cubicBezTo>
                <a:cubicBezTo>
                  <a:pt x="863056" y="568293"/>
                  <a:pt x="863056" y="568293"/>
                  <a:pt x="910445" y="568293"/>
                </a:cubicBezTo>
                <a:cubicBezTo>
                  <a:pt x="910445" y="568293"/>
                  <a:pt x="910445" y="568293"/>
                  <a:pt x="910445" y="698035"/>
                </a:cubicBezTo>
                <a:cubicBezTo>
                  <a:pt x="963099" y="708626"/>
                  <a:pt x="1002590" y="756287"/>
                  <a:pt x="1002590" y="811891"/>
                </a:cubicBezTo>
                <a:cubicBezTo>
                  <a:pt x="1002590" y="870143"/>
                  <a:pt x="963099" y="915156"/>
                  <a:pt x="910445" y="925747"/>
                </a:cubicBezTo>
                <a:cubicBezTo>
                  <a:pt x="910445" y="925747"/>
                  <a:pt x="910445" y="925747"/>
                  <a:pt x="910445" y="999886"/>
                </a:cubicBezTo>
                <a:cubicBezTo>
                  <a:pt x="910445" y="999886"/>
                  <a:pt x="910445" y="999886"/>
                  <a:pt x="973630" y="999886"/>
                </a:cubicBezTo>
                <a:cubicBezTo>
                  <a:pt x="973630" y="999886"/>
                  <a:pt x="973630" y="999886"/>
                  <a:pt x="973630" y="923099"/>
                </a:cubicBezTo>
                <a:cubicBezTo>
                  <a:pt x="973630" y="923099"/>
                  <a:pt x="973630" y="923099"/>
                  <a:pt x="1052612" y="923099"/>
                </a:cubicBezTo>
                <a:cubicBezTo>
                  <a:pt x="1052612" y="923099"/>
                  <a:pt x="1052612" y="923099"/>
                  <a:pt x="1052612" y="822482"/>
                </a:cubicBezTo>
                <a:cubicBezTo>
                  <a:pt x="1052612" y="822482"/>
                  <a:pt x="1052612" y="822482"/>
                  <a:pt x="1223739" y="822482"/>
                </a:cubicBezTo>
                <a:cubicBezTo>
                  <a:pt x="1223739" y="822482"/>
                  <a:pt x="1223739" y="822482"/>
                  <a:pt x="1223739" y="533871"/>
                </a:cubicBezTo>
                <a:cubicBezTo>
                  <a:pt x="1223739" y="533871"/>
                  <a:pt x="1223739" y="533871"/>
                  <a:pt x="1452786" y="533871"/>
                </a:cubicBezTo>
                <a:cubicBezTo>
                  <a:pt x="1452786" y="533871"/>
                  <a:pt x="1452786" y="533871"/>
                  <a:pt x="1452786" y="827778"/>
                </a:cubicBezTo>
                <a:cubicBezTo>
                  <a:pt x="1452786" y="827778"/>
                  <a:pt x="1452786" y="827778"/>
                  <a:pt x="1687099" y="827778"/>
                </a:cubicBezTo>
                <a:cubicBezTo>
                  <a:pt x="1687099" y="827778"/>
                  <a:pt x="1687099" y="827778"/>
                  <a:pt x="1687099" y="645080"/>
                </a:cubicBezTo>
                <a:cubicBezTo>
                  <a:pt x="1687099" y="645080"/>
                  <a:pt x="1687099" y="645080"/>
                  <a:pt x="1795945" y="645080"/>
                </a:cubicBezTo>
                <a:lnTo>
                  <a:pt x="1814336" y="645080"/>
                </a:lnTo>
                <a:lnTo>
                  <a:pt x="1814055" y="568843"/>
                </a:lnTo>
                <a:lnTo>
                  <a:pt x="1896602" y="567286"/>
                </a:lnTo>
                <a:lnTo>
                  <a:pt x="1917630" y="135119"/>
                </a:lnTo>
                <a:lnTo>
                  <a:pt x="2020520" y="135119"/>
                </a:lnTo>
                <a:lnTo>
                  <a:pt x="2040929" y="567805"/>
                </a:lnTo>
                <a:lnTo>
                  <a:pt x="2085058" y="569362"/>
                </a:lnTo>
                <a:lnTo>
                  <a:pt x="2104692" y="247596"/>
                </a:lnTo>
                <a:lnTo>
                  <a:pt x="2211603" y="247596"/>
                </a:lnTo>
                <a:lnTo>
                  <a:pt x="2230423" y="571958"/>
                </a:lnTo>
                <a:lnTo>
                  <a:pt x="2293761" y="575073"/>
                </a:lnTo>
                <a:cubicBezTo>
                  <a:pt x="2293761" y="543923"/>
                  <a:pt x="2293761" y="512255"/>
                  <a:pt x="2293761" y="481105"/>
                </a:cubicBezTo>
                <a:cubicBezTo>
                  <a:pt x="2293761" y="456704"/>
                  <a:pt x="2303625" y="437495"/>
                  <a:pt x="2325430" y="425035"/>
                </a:cubicBezTo>
                <a:cubicBezTo>
                  <a:pt x="2329064" y="422959"/>
                  <a:pt x="2331660" y="420882"/>
                  <a:pt x="2333736" y="417248"/>
                </a:cubicBezTo>
                <a:cubicBezTo>
                  <a:pt x="2338409" y="408422"/>
                  <a:pt x="2365406" y="405307"/>
                  <a:pt x="2370078" y="413614"/>
                </a:cubicBezTo>
                <a:cubicBezTo>
                  <a:pt x="2374751" y="421920"/>
                  <a:pt x="2382019" y="425035"/>
                  <a:pt x="2388249" y="430227"/>
                </a:cubicBezTo>
                <a:cubicBezTo>
                  <a:pt x="2402785" y="441648"/>
                  <a:pt x="2411611" y="456185"/>
                  <a:pt x="2411611" y="474355"/>
                </a:cubicBezTo>
                <a:cubicBezTo>
                  <a:pt x="2411611" y="487335"/>
                  <a:pt x="2416802" y="490969"/>
                  <a:pt x="2428224" y="489411"/>
                </a:cubicBezTo>
                <a:cubicBezTo>
                  <a:pt x="2439646" y="487854"/>
                  <a:pt x="2444318" y="494084"/>
                  <a:pt x="2443799" y="504986"/>
                </a:cubicBezTo>
                <a:cubicBezTo>
                  <a:pt x="2443280" y="513293"/>
                  <a:pt x="2443799" y="521599"/>
                  <a:pt x="2443799" y="530425"/>
                </a:cubicBezTo>
                <a:cubicBezTo>
                  <a:pt x="2443799" y="534059"/>
                  <a:pt x="2443280" y="538213"/>
                  <a:pt x="2448472" y="538732"/>
                </a:cubicBezTo>
                <a:cubicBezTo>
                  <a:pt x="2454182" y="539251"/>
                  <a:pt x="2454182" y="534059"/>
                  <a:pt x="2454182" y="529906"/>
                </a:cubicBezTo>
                <a:cubicBezTo>
                  <a:pt x="2454702" y="516408"/>
                  <a:pt x="2455740" y="502390"/>
                  <a:pt x="2455740" y="488892"/>
                </a:cubicBezTo>
                <a:cubicBezTo>
                  <a:pt x="2456259" y="452551"/>
                  <a:pt x="2456259" y="416209"/>
                  <a:pt x="2455740" y="379868"/>
                </a:cubicBezTo>
                <a:cubicBezTo>
                  <a:pt x="2455740" y="368966"/>
                  <a:pt x="2459374" y="361697"/>
                  <a:pt x="2471834" y="361697"/>
                </a:cubicBezTo>
                <a:cubicBezTo>
                  <a:pt x="2511290" y="361697"/>
                  <a:pt x="2550746" y="361697"/>
                  <a:pt x="2590203" y="361697"/>
                </a:cubicBezTo>
                <a:cubicBezTo>
                  <a:pt x="2600067" y="361697"/>
                  <a:pt x="2604739" y="366889"/>
                  <a:pt x="2604220" y="376753"/>
                </a:cubicBezTo>
                <a:cubicBezTo>
                  <a:pt x="2604220" y="386098"/>
                  <a:pt x="2604739" y="395443"/>
                  <a:pt x="2603701" y="404788"/>
                </a:cubicBezTo>
                <a:cubicBezTo>
                  <a:pt x="2602662" y="415171"/>
                  <a:pt x="2606297" y="420882"/>
                  <a:pt x="2616161" y="425035"/>
                </a:cubicBezTo>
                <a:cubicBezTo>
                  <a:pt x="2637965" y="434899"/>
                  <a:pt x="2648349" y="453070"/>
                  <a:pt x="2648868" y="476951"/>
                </a:cubicBezTo>
                <a:cubicBezTo>
                  <a:pt x="2648868" y="493565"/>
                  <a:pt x="2648868" y="510697"/>
                  <a:pt x="2648868" y="527310"/>
                </a:cubicBezTo>
                <a:cubicBezTo>
                  <a:pt x="2648868" y="542106"/>
                  <a:pt x="2648090" y="548596"/>
                  <a:pt x="2651010" y="551386"/>
                </a:cubicBezTo>
                <a:lnTo>
                  <a:pt x="2661207" y="552175"/>
                </a:lnTo>
                <a:lnTo>
                  <a:pt x="2661207" y="497877"/>
                </a:lnTo>
                <a:cubicBezTo>
                  <a:pt x="2661207" y="443514"/>
                  <a:pt x="2661207" y="371030"/>
                  <a:pt x="2661207" y="274385"/>
                </a:cubicBezTo>
                <a:cubicBezTo>
                  <a:pt x="2661207" y="274385"/>
                  <a:pt x="2661207" y="274385"/>
                  <a:pt x="2916581" y="274385"/>
                </a:cubicBezTo>
                <a:cubicBezTo>
                  <a:pt x="2916581" y="274385"/>
                  <a:pt x="2916581" y="274385"/>
                  <a:pt x="2916581" y="623897"/>
                </a:cubicBezTo>
                <a:cubicBezTo>
                  <a:pt x="2916581" y="623897"/>
                  <a:pt x="2916581" y="623897"/>
                  <a:pt x="3103505" y="623897"/>
                </a:cubicBezTo>
                <a:cubicBezTo>
                  <a:pt x="3103505" y="623897"/>
                  <a:pt x="3103505" y="623897"/>
                  <a:pt x="3103505" y="938986"/>
                </a:cubicBezTo>
                <a:cubicBezTo>
                  <a:pt x="3103505" y="938986"/>
                  <a:pt x="3103505" y="938986"/>
                  <a:pt x="3253570" y="938986"/>
                </a:cubicBezTo>
                <a:cubicBezTo>
                  <a:pt x="3253570" y="938986"/>
                  <a:pt x="3253570" y="938986"/>
                  <a:pt x="3253570" y="833074"/>
                </a:cubicBezTo>
                <a:cubicBezTo>
                  <a:pt x="3253570" y="833074"/>
                  <a:pt x="3253570" y="833074"/>
                  <a:pt x="3458923" y="833074"/>
                </a:cubicBezTo>
                <a:cubicBezTo>
                  <a:pt x="3458923" y="833074"/>
                  <a:pt x="3458923" y="833074"/>
                  <a:pt x="3458923" y="449141"/>
                </a:cubicBezTo>
                <a:cubicBezTo>
                  <a:pt x="3458923" y="449141"/>
                  <a:pt x="3458923" y="449141"/>
                  <a:pt x="3619519" y="449141"/>
                </a:cubicBezTo>
                <a:cubicBezTo>
                  <a:pt x="3619519" y="449141"/>
                  <a:pt x="3619519" y="449141"/>
                  <a:pt x="3619519" y="822482"/>
                </a:cubicBezTo>
                <a:cubicBezTo>
                  <a:pt x="3619519" y="822482"/>
                  <a:pt x="3619519" y="822482"/>
                  <a:pt x="3716929" y="822482"/>
                </a:cubicBezTo>
                <a:cubicBezTo>
                  <a:pt x="3716929" y="822482"/>
                  <a:pt x="3716929" y="822482"/>
                  <a:pt x="3716929" y="533871"/>
                </a:cubicBezTo>
                <a:cubicBezTo>
                  <a:pt x="3716929" y="533871"/>
                  <a:pt x="3716929" y="533871"/>
                  <a:pt x="3948609" y="533871"/>
                </a:cubicBezTo>
                <a:cubicBezTo>
                  <a:pt x="3948609" y="533871"/>
                  <a:pt x="3948609" y="533871"/>
                  <a:pt x="3948609" y="827778"/>
                </a:cubicBezTo>
                <a:cubicBezTo>
                  <a:pt x="3948609" y="827778"/>
                  <a:pt x="3948609" y="827778"/>
                  <a:pt x="3952270" y="827778"/>
                </a:cubicBezTo>
                <a:lnTo>
                  <a:pt x="3956368" y="827778"/>
                </a:lnTo>
                <a:lnTo>
                  <a:pt x="3956368" y="761209"/>
                </a:lnTo>
                <a:lnTo>
                  <a:pt x="3956368" y="714516"/>
                </a:lnTo>
                <a:lnTo>
                  <a:pt x="4000985" y="714516"/>
                </a:lnTo>
                <a:lnTo>
                  <a:pt x="4000985" y="420341"/>
                </a:lnTo>
                <a:lnTo>
                  <a:pt x="4000984" y="420341"/>
                </a:lnTo>
                <a:lnTo>
                  <a:pt x="4000984" y="339659"/>
                </a:lnTo>
                <a:lnTo>
                  <a:pt x="4071715" y="339659"/>
                </a:lnTo>
                <a:lnTo>
                  <a:pt x="4142446" y="339659"/>
                </a:lnTo>
                <a:lnTo>
                  <a:pt x="4142446" y="413478"/>
                </a:lnTo>
                <a:lnTo>
                  <a:pt x="4142446" y="413480"/>
                </a:lnTo>
                <a:lnTo>
                  <a:pt x="4142446" y="713686"/>
                </a:lnTo>
                <a:lnTo>
                  <a:pt x="4182921" y="713686"/>
                </a:lnTo>
                <a:lnTo>
                  <a:pt x="4182921" y="705384"/>
                </a:lnTo>
                <a:cubicBezTo>
                  <a:pt x="4182921" y="687899"/>
                  <a:pt x="4182921" y="667917"/>
                  <a:pt x="4182921" y="645080"/>
                </a:cubicBezTo>
                <a:cubicBezTo>
                  <a:pt x="4182921" y="645080"/>
                  <a:pt x="4182921" y="645080"/>
                  <a:pt x="4214842" y="645080"/>
                </a:cubicBezTo>
                <a:lnTo>
                  <a:pt x="4243942" y="645080"/>
                </a:lnTo>
                <a:lnTo>
                  <a:pt x="4243942" y="339659"/>
                </a:lnTo>
                <a:lnTo>
                  <a:pt x="4243942" y="249509"/>
                </a:lnTo>
                <a:lnTo>
                  <a:pt x="4288534" y="249509"/>
                </a:lnTo>
                <a:lnTo>
                  <a:pt x="4337854" y="249509"/>
                </a:lnTo>
                <a:lnTo>
                  <a:pt x="4337854" y="322718"/>
                </a:lnTo>
                <a:lnTo>
                  <a:pt x="4337854" y="322720"/>
                </a:lnTo>
                <a:lnTo>
                  <a:pt x="4337854" y="380000"/>
                </a:lnTo>
                <a:lnTo>
                  <a:pt x="4654875" y="380000"/>
                </a:lnTo>
                <a:lnTo>
                  <a:pt x="4654875" y="379790"/>
                </a:lnTo>
                <a:lnTo>
                  <a:pt x="4675084" y="379790"/>
                </a:lnTo>
                <a:lnTo>
                  <a:pt x="4675084" y="474896"/>
                </a:lnTo>
                <a:lnTo>
                  <a:pt x="4676745" y="475064"/>
                </a:lnTo>
                <a:cubicBezTo>
                  <a:pt x="4708955" y="481655"/>
                  <a:pt x="4734183" y="507417"/>
                  <a:pt x="4739988" y="539907"/>
                </a:cubicBezTo>
                <a:lnTo>
                  <a:pt x="4740674" y="547701"/>
                </a:lnTo>
                <a:lnTo>
                  <a:pt x="4741248" y="547701"/>
                </a:lnTo>
                <a:lnTo>
                  <a:pt x="4741248" y="554205"/>
                </a:lnTo>
                <a:lnTo>
                  <a:pt x="4741248" y="554208"/>
                </a:lnTo>
                <a:lnTo>
                  <a:pt x="4741248" y="739927"/>
                </a:lnTo>
                <a:lnTo>
                  <a:pt x="4764753" y="740400"/>
                </a:lnTo>
                <a:cubicBezTo>
                  <a:pt x="4764753" y="740400"/>
                  <a:pt x="4764753" y="740400"/>
                  <a:pt x="4764753" y="666262"/>
                </a:cubicBezTo>
                <a:cubicBezTo>
                  <a:pt x="4764753" y="666262"/>
                  <a:pt x="4764753" y="666262"/>
                  <a:pt x="4899024" y="666262"/>
                </a:cubicBezTo>
                <a:cubicBezTo>
                  <a:pt x="4899024" y="666262"/>
                  <a:pt x="4899024" y="666262"/>
                  <a:pt x="4899024" y="735104"/>
                </a:cubicBezTo>
                <a:cubicBezTo>
                  <a:pt x="4899024" y="735104"/>
                  <a:pt x="4899024" y="735104"/>
                  <a:pt x="5028026" y="735104"/>
                </a:cubicBezTo>
                <a:cubicBezTo>
                  <a:pt x="5028026" y="735104"/>
                  <a:pt x="5028026" y="735104"/>
                  <a:pt x="5028026" y="658319"/>
                </a:cubicBezTo>
                <a:cubicBezTo>
                  <a:pt x="5028026" y="658319"/>
                  <a:pt x="5028026" y="658319"/>
                  <a:pt x="5154397" y="660966"/>
                </a:cubicBezTo>
                <a:cubicBezTo>
                  <a:pt x="5154397" y="660966"/>
                  <a:pt x="5154397" y="660966"/>
                  <a:pt x="5154397" y="369707"/>
                </a:cubicBezTo>
                <a:cubicBezTo>
                  <a:pt x="5154397" y="369707"/>
                  <a:pt x="5154397" y="369707"/>
                  <a:pt x="5409771" y="369707"/>
                </a:cubicBezTo>
                <a:cubicBezTo>
                  <a:pt x="5409771" y="369707"/>
                  <a:pt x="5409771" y="369707"/>
                  <a:pt x="5409771" y="623897"/>
                </a:cubicBezTo>
                <a:cubicBezTo>
                  <a:pt x="5409771" y="623897"/>
                  <a:pt x="5409771" y="623897"/>
                  <a:pt x="5599327" y="623897"/>
                </a:cubicBezTo>
                <a:cubicBezTo>
                  <a:pt x="5599327" y="623897"/>
                  <a:pt x="5599327" y="623897"/>
                  <a:pt x="5599327" y="681817"/>
                </a:cubicBezTo>
                <a:lnTo>
                  <a:pt x="5599327" y="692743"/>
                </a:lnTo>
                <a:lnTo>
                  <a:pt x="5628967" y="692743"/>
                </a:lnTo>
                <a:lnTo>
                  <a:pt x="5628967" y="672950"/>
                </a:lnTo>
                <a:lnTo>
                  <a:pt x="5794767" y="672950"/>
                </a:lnTo>
                <a:lnTo>
                  <a:pt x="5794803" y="672943"/>
                </a:lnTo>
                <a:lnTo>
                  <a:pt x="5792189" y="672943"/>
                </a:lnTo>
                <a:lnTo>
                  <a:pt x="5784518" y="672943"/>
                </a:lnTo>
                <a:lnTo>
                  <a:pt x="5628967" y="672943"/>
                </a:lnTo>
                <a:lnTo>
                  <a:pt x="5792189" y="576196"/>
                </a:lnTo>
                <a:lnTo>
                  <a:pt x="5792189" y="668395"/>
                </a:lnTo>
                <a:lnTo>
                  <a:pt x="5947738" y="576196"/>
                </a:lnTo>
                <a:lnTo>
                  <a:pt x="5947738" y="668395"/>
                </a:lnTo>
                <a:lnTo>
                  <a:pt x="6103287" y="576196"/>
                </a:lnTo>
                <a:lnTo>
                  <a:pt x="6103287" y="668395"/>
                </a:lnTo>
                <a:lnTo>
                  <a:pt x="6258836" y="576196"/>
                </a:lnTo>
                <a:lnTo>
                  <a:pt x="6258836" y="672943"/>
                </a:lnTo>
                <a:lnTo>
                  <a:pt x="6154820" y="672943"/>
                </a:lnTo>
                <a:lnTo>
                  <a:pt x="6154820" y="672950"/>
                </a:lnTo>
                <a:lnTo>
                  <a:pt x="6258836" y="672950"/>
                </a:lnTo>
                <a:lnTo>
                  <a:pt x="6258836" y="708560"/>
                </a:lnTo>
                <a:lnTo>
                  <a:pt x="6258836" y="726328"/>
                </a:lnTo>
                <a:lnTo>
                  <a:pt x="6349534" y="726328"/>
                </a:lnTo>
                <a:cubicBezTo>
                  <a:pt x="6354193" y="726328"/>
                  <a:pt x="6354387" y="726134"/>
                  <a:pt x="6354387" y="721669"/>
                </a:cubicBezTo>
                <a:cubicBezTo>
                  <a:pt x="6354387" y="698761"/>
                  <a:pt x="6354387" y="676048"/>
                  <a:pt x="6354387" y="653142"/>
                </a:cubicBezTo>
                <a:cubicBezTo>
                  <a:pt x="6354387" y="651200"/>
                  <a:pt x="6354193" y="649647"/>
                  <a:pt x="6351863" y="648482"/>
                </a:cubicBezTo>
                <a:cubicBezTo>
                  <a:pt x="6348369" y="646735"/>
                  <a:pt x="6348563" y="644018"/>
                  <a:pt x="6352251" y="641882"/>
                </a:cubicBezTo>
                <a:cubicBezTo>
                  <a:pt x="6353999" y="640911"/>
                  <a:pt x="6354581" y="639941"/>
                  <a:pt x="6354581" y="638194"/>
                </a:cubicBezTo>
                <a:cubicBezTo>
                  <a:pt x="6354581" y="622081"/>
                  <a:pt x="6354581" y="605967"/>
                  <a:pt x="6354581" y="589854"/>
                </a:cubicBezTo>
                <a:cubicBezTo>
                  <a:pt x="6354581" y="587719"/>
                  <a:pt x="6353610" y="586554"/>
                  <a:pt x="6351863" y="585584"/>
                </a:cubicBezTo>
                <a:cubicBezTo>
                  <a:pt x="6348757" y="583836"/>
                  <a:pt x="6348757" y="581507"/>
                  <a:pt x="6351863" y="579954"/>
                </a:cubicBezTo>
                <a:cubicBezTo>
                  <a:pt x="6354581" y="578595"/>
                  <a:pt x="6354581" y="576848"/>
                  <a:pt x="6354581" y="574712"/>
                </a:cubicBezTo>
                <a:cubicBezTo>
                  <a:pt x="6354581" y="559182"/>
                  <a:pt x="6354581" y="543651"/>
                  <a:pt x="6354581" y="528121"/>
                </a:cubicBezTo>
                <a:cubicBezTo>
                  <a:pt x="6354581" y="525792"/>
                  <a:pt x="6354387" y="524238"/>
                  <a:pt x="6351669" y="522879"/>
                </a:cubicBezTo>
                <a:cubicBezTo>
                  <a:pt x="6348369" y="521326"/>
                  <a:pt x="6348563" y="518026"/>
                  <a:pt x="6351863" y="516473"/>
                </a:cubicBezTo>
                <a:cubicBezTo>
                  <a:pt x="6354193" y="515308"/>
                  <a:pt x="6354387" y="513755"/>
                  <a:pt x="6354387" y="511814"/>
                </a:cubicBezTo>
                <a:cubicBezTo>
                  <a:pt x="6354387" y="496672"/>
                  <a:pt x="6354387" y="481335"/>
                  <a:pt x="6354387" y="465999"/>
                </a:cubicBezTo>
                <a:cubicBezTo>
                  <a:pt x="6354387" y="463864"/>
                  <a:pt x="6353999" y="462311"/>
                  <a:pt x="6351475" y="460952"/>
                </a:cubicBezTo>
                <a:cubicBezTo>
                  <a:pt x="6348369" y="459399"/>
                  <a:pt x="6348563" y="456293"/>
                  <a:pt x="6351863" y="454545"/>
                </a:cubicBezTo>
                <a:cubicBezTo>
                  <a:pt x="6353999" y="453575"/>
                  <a:pt x="6354387" y="452410"/>
                  <a:pt x="6354387" y="450469"/>
                </a:cubicBezTo>
                <a:cubicBezTo>
                  <a:pt x="6354387" y="434356"/>
                  <a:pt x="6354387" y="418243"/>
                  <a:pt x="6354387" y="402130"/>
                </a:cubicBezTo>
                <a:cubicBezTo>
                  <a:pt x="6354387" y="400189"/>
                  <a:pt x="6353805" y="399218"/>
                  <a:pt x="6351863" y="398054"/>
                </a:cubicBezTo>
                <a:cubicBezTo>
                  <a:pt x="6348369" y="396112"/>
                  <a:pt x="6348369" y="393394"/>
                  <a:pt x="6352057" y="391453"/>
                </a:cubicBezTo>
                <a:cubicBezTo>
                  <a:pt x="6354193" y="390288"/>
                  <a:pt x="6354387" y="388929"/>
                  <a:pt x="6354387" y="387182"/>
                </a:cubicBezTo>
                <a:cubicBezTo>
                  <a:pt x="6354387" y="371652"/>
                  <a:pt x="6354387" y="356121"/>
                  <a:pt x="6354387" y="340591"/>
                </a:cubicBezTo>
                <a:cubicBezTo>
                  <a:pt x="6354387" y="338650"/>
                  <a:pt x="6354193" y="337096"/>
                  <a:pt x="6351863" y="335932"/>
                </a:cubicBezTo>
                <a:cubicBezTo>
                  <a:pt x="6348369" y="334185"/>
                  <a:pt x="6348563" y="331467"/>
                  <a:pt x="6352251" y="329331"/>
                </a:cubicBezTo>
                <a:cubicBezTo>
                  <a:pt x="6353999" y="328361"/>
                  <a:pt x="6354581" y="327390"/>
                  <a:pt x="6354581" y="325643"/>
                </a:cubicBezTo>
                <a:cubicBezTo>
                  <a:pt x="6354581" y="309530"/>
                  <a:pt x="6354581" y="293417"/>
                  <a:pt x="6354581" y="277304"/>
                </a:cubicBezTo>
                <a:cubicBezTo>
                  <a:pt x="6354581" y="275363"/>
                  <a:pt x="6353999" y="273810"/>
                  <a:pt x="6351863" y="273227"/>
                </a:cubicBezTo>
                <a:cubicBezTo>
                  <a:pt x="6349922" y="272645"/>
                  <a:pt x="6349534" y="271286"/>
                  <a:pt x="6349922" y="269539"/>
                </a:cubicBezTo>
                <a:cubicBezTo>
                  <a:pt x="6350310" y="267792"/>
                  <a:pt x="6351863" y="267209"/>
                  <a:pt x="6353610" y="267209"/>
                </a:cubicBezTo>
                <a:cubicBezTo>
                  <a:pt x="6354775" y="267209"/>
                  <a:pt x="6356134" y="267209"/>
                  <a:pt x="6357299" y="267209"/>
                </a:cubicBezTo>
                <a:cubicBezTo>
                  <a:pt x="6380206" y="267209"/>
                  <a:pt x="6403308" y="267209"/>
                  <a:pt x="6426409" y="267209"/>
                </a:cubicBezTo>
                <a:cubicBezTo>
                  <a:pt x="6427768" y="267209"/>
                  <a:pt x="6429321" y="267015"/>
                  <a:pt x="6430680" y="267209"/>
                </a:cubicBezTo>
                <a:cubicBezTo>
                  <a:pt x="6433010" y="267404"/>
                  <a:pt x="6433980" y="268568"/>
                  <a:pt x="6433980" y="270704"/>
                </a:cubicBezTo>
                <a:cubicBezTo>
                  <a:pt x="6433786" y="272839"/>
                  <a:pt x="6432233" y="273033"/>
                  <a:pt x="6430486" y="273033"/>
                </a:cubicBezTo>
                <a:cubicBezTo>
                  <a:pt x="6429515" y="273033"/>
                  <a:pt x="6428739" y="273033"/>
                  <a:pt x="6427962" y="273033"/>
                </a:cubicBezTo>
                <a:cubicBezTo>
                  <a:pt x="6427962" y="273422"/>
                  <a:pt x="6427768" y="273810"/>
                  <a:pt x="6427768" y="274198"/>
                </a:cubicBezTo>
                <a:cubicBezTo>
                  <a:pt x="6427768" y="292641"/>
                  <a:pt x="6427768" y="310889"/>
                  <a:pt x="6427768" y="329137"/>
                </a:cubicBezTo>
                <a:cubicBezTo>
                  <a:pt x="6428933" y="329331"/>
                  <a:pt x="6429904" y="329137"/>
                  <a:pt x="6430874" y="329331"/>
                </a:cubicBezTo>
                <a:cubicBezTo>
                  <a:pt x="6432622" y="329525"/>
                  <a:pt x="6433786" y="330690"/>
                  <a:pt x="6433786" y="332438"/>
                </a:cubicBezTo>
                <a:cubicBezTo>
                  <a:pt x="6433980" y="334379"/>
                  <a:pt x="6433010" y="335737"/>
                  <a:pt x="6430874" y="336126"/>
                </a:cubicBezTo>
                <a:cubicBezTo>
                  <a:pt x="6429710" y="336320"/>
                  <a:pt x="6428739" y="336320"/>
                  <a:pt x="6427768" y="336320"/>
                </a:cubicBezTo>
                <a:cubicBezTo>
                  <a:pt x="6427768" y="354763"/>
                  <a:pt x="6427768" y="373011"/>
                  <a:pt x="6427768" y="391259"/>
                </a:cubicBezTo>
                <a:cubicBezTo>
                  <a:pt x="6428933" y="391259"/>
                  <a:pt x="6429904" y="391259"/>
                  <a:pt x="6430874" y="391453"/>
                </a:cubicBezTo>
                <a:cubicBezTo>
                  <a:pt x="6433010" y="391647"/>
                  <a:pt x="6433786" y="393006"/>
                  <a:pt x="6433786" y="395142"/>
                </a:cubicBezTo>
                <a:cubicBezTo>
                  <a:pt x="6433786" y="396889"/>
                  <a:pt x="6432816" y="398054"/>
                  <a:pt x="6430874" y="398248"/>
                </a:cubicBezTo>
                <a:cubicBezTo>
                  <a:pt x="6429710" y="398248"/>
                  <a:pt x="6428739" y="398248"/>
                  <a:pt x="6427768" y="398248"/>
                </a:cubicBezTo>
                <a:cubicBezTo>
                  <a:pt x="6427768" y="417078"/>
                  <a:pt x="6427768" y="435715"/>
                  <a:pt x="6427768" y="454351"/>
                </a:cubicBezTo>
                <a:cubicBezTo>
                  <a:pt x="6428933" y="454545"/>
                  <a:pt x="6429904" y="454351"/>
                  <a:pt x="6430874" y="454545"/>
                </a:cubicBezTo>
                <a:cubicBezTo>
                  <a:pt x="6432622" y="454740"/>
                  <a:pt x="6433786" y="455904"/>
                  <a:pt x="6433786" y="457652"/>
                </a:cubicBezTo>
                <a:cubicBezTo>
                  <a:pt x="6433980" y="459593"/>
                  <a:pt x="6433010" y="460952"/>
                  <a:pt x="6430874" y="461340"/>
                </a:cubicBezTo>
                <a:cubicBezTo>
                  <a:pt x="6429710" y="461534"/>
                  <a:pt x="6428739" y="461534"/>
                  <a:pt x="6427768" y="461534"/>
                </a:cubicBezTo>
                <a:cubicBezTo>
                  <a:pt x="6427574" y="461534"/>
                  <a:pt x="6427574" y="461534"/>
                  <a:pt x="6427574" y="461534"/>
                </a:cubicBezTo>
                <a:cubicBezTo>
                  <a:pt x="6427574" y="461728"/>
                  <a:pt x="6427574" y="461728"/>
                  <a:pt x="6427574" y="461728"/>
                </a:cubicBezTo>
                <a:lnTo>
                  <a:pt x="6427768" y="461728"/>
                </a:lnTo>
                <a:cubicBezTo>
                  <a:pt x="6427768" y="480171"/>
                  <a:pt x="6427768" y="498419"/>
                  <a:pt x="6427768" y="516667"/>
                </a:cubicBezTo>
                <a:cubicBezTo>
                  <a:pt x="6428933" y="516861"/>
                  <a:pt x="6429904" y="516667"/>
                  <a:pt x="6430874" y="516861"/>
                </a:cubicBezTo>
                <a:cubicBezTo>
                  <a:pt x="6433010" y="517055"/>
                  <a:pt x="6433980" y="518608"/>
                  <a:pt x="6433786" y="520550"/>
                </a:cubicBezTo>
                <a:cubicBezTo>
                  <a:pt x="6433786" y="522297"/>
                  <a:pt x="6432816" y="523462"/>
                  <a:pt x="6430874" y="523656"/>
                </a:cubicBezTo>
                <a:cubicBezTo>
                  <a:pt x="6429710" y="523850"/>
                  <a:pt x="6428739" y="523850"/>
                  <a:pt x="6427768" y="523850"/>
                </a:cubicBezTo>
                <a:cubicBezTo>
                  <a:pt x="6427768" y="542681"/>
                  <a:pt x="6427768" y="561317"/>
                  <a:pt x="6427768" y="579954"/>
                </a:cubicBezTo>
                <a:cubicBezTo>
                  <a:pt x="6429127" y="579954"/>
                  <a:pt x="6430292" y="579954"/>
                  <a:pt x="6431457" y="580148"/>
                </a:cubicBezTo>
                <a:cubicBezTo>
                  <a:pt x="6433010" y="580536"/>
                  <a:pt x="6433786" y="581701"/>
                  <a:pt x="6433786" y="583254"/>
                </a:cubicBezTo>
                <a:cubicBezTo>
                  <a:pt x="6433786" y="585001"/>
                  <a:pt x="6433010" y="585778"/>
                  <a:pt x="6431263" y="585972"/>
                </a:cubicBezTo>
                <a:cubicBezTo>
                  <a:pt x="6430098" y="586166"/>
                  <a:pt x="6428933" y="586749"/>
                  <a:pt x="6427768" y="587137"/>
                </a:cubicBezTo>
                <a:cubicBezTo>
                  <a:pt x="6427768" y="605580"/>
                  <a:pt x="6427768" y="623828"/>
                  <a:pt x="6427768" y="642076"/>
                </a:cubicBezTo>
                <a:cubicBezTo>
                  <a:pt x="6428933" y="642270"/>
                  <a:pt x="6429904" y="642076"/>
                  <a:pt x="6430874" y="642270"/>
                </a:cubicBezTo>
                <a:cubicBezTo>
                  <a:pt x="6433010" y="642465"/>
                  <a:pt x="6433980" y="643823"/>
                  <a:pt x="6433786" y="645959"/>
                </a:cubicBezTo>
                <a:cubicBezTo>
                  <a:pt x="6433786" y="647706"/>
                  <a:pt x="6432816" y="648871"/>
                  <a:pt x="6430874" y="649065"/>
                </a:cubicBezTo>
                <a:cubicBezTo>
                  <a:pt x="6429710" y="649259"/>
                  <a:pt x="6428739" y="649259"/>
                  <a:pt x="6427768" y="649259"/>
                </a:cubicBezTo>
                <a:cubicBezTo>
                  <a:pt x="6427768" y="675272"/>
                  <a:pt x="6427768" y="701479"/>
                  <a:pt x="6427768" y="727687"/>
                </a:cubicBezTo>
                <a:cubicBezTo>
                  <a:pt x="6435339" y="727687"/>
                  <a:pt x="6443105" y="727881"/>
                  <a:pt x="6450870" y="727881"/>
                </a:cubicBezTo>
                <a:cubicBezTo>
                  <a:pt x="6473583" y="727881"/>
                  <a:pt x="6496490" y="727687"/>
                  <a:pt x="6519204" y="727687"/>
                </a:cubicBezTo>
                <a:cubicBezTo>
                  <a:pt x="6519204" y="714680"/>
                  <a:pt x="6519398" y="701479"/>
                  <a:pt x="6519398" y="688473"/>
                </a:cubicBezTo>
                <a:cubicBezTo>
                  <a:pt x="6519398" y="675466"/>
                  <a:pt x="6519398" y="662266"/>
                  <a:pt x="6519398" y="649259"/>
                </a:cubicBezTo>
                <a:cubicBezTo>
                  <a:pt x="6518427" y="649259"/>
                  <a:pt x="6517651" y="649259"/>
                  <a:pt x="6516874" y="649259"/>
                </a:cubicBezTo>
                <a:cubicBezTo>
                  <a:pt x="6514545" y="649259"/>
                  <a:pt x="6513186" y="647900"/>
                  <a:pt x="6513186" y="645570"/>
                </a:cubicBezTo>
                <a:cubicBezTo>
                  <a:pt x="6513186" y="643435"/>
                  <a:pt x="6514545" y="642465"/>
                  <a:pt x="6516680" y="642270"/>
                </a:cubicBezTo>
                <a:cubicBezTo>
                  <a:pt x="6517651" y="642270"/>
                  <a:pt x="6518427" y="642270"/>
                  <a:pt x="6519204" y="642270"/>
                </a:cubicBezTo>
                <a:cubicBezTo>
                  <a:pt x="6519204" y="623440"/>
                  <a:pt x="6519204" y="604803"/>
                  <a:pt x="6519204" y="586166"/>
                </a:cubicBezTo>
                <a:cubicBezTo>
                  <a:pt x="6518815" y="586166"/>
                  <a:pt x="6518427" y="586166"/>
                  <a:pt x="6518039" y="586166"/>
                </a:cubicBezTo>
                <a:cubicBezTo>
                  <a:pt x="6515904" y="586166"/>
                  <a:pt x="6513768" y="585972"/>
                  <a:pt x="6513574" y="583448"/>
                </a:cubicBezTo>
                <a:cubicBezTo>
                  <a:pt x="6513186" y="580342"/>
                  <a:pt x="6515709" y="580148"/>
                  <a:pt x="6518039" y="580148"/>
                </a:cubicBezTo>
                <a:cubicBezTo>
                  <a:pt x="6518427" y="580148"/>
                  <a:pt x="6518815" y="580148"/>
                  <a:pt x="6519204" y="580148"/>
                </a:cubicBezTo>
                <a:cubicBezTo>
                  <a:pt x="6519204" y="561317"/>
                  <a:pt x="6519204" y="542681"/>
                  <a:pt x="6519204" y="524044"/>
                </a:cubicBezTo>
                <a:cubicBezTo>
                  <a:pt x="6518039" y="523850"/>
                  <a:pt x="6517068" y="524044"/>
                  <a:pt x="6516098" y="523850"/>
                </a:cubicBezTo>
                <a:cubicBezTo>
                  <a:pt x="6514156" y="523462"/>
                  <a:pt x="6513186" y="522297"/>
                  <a:pt x="6513186" y="520550"/>
                </a:cubicBezTo>
                <a:cubicBezTo>
                  <a:pt x="6513186" y="518415"/>
                  <a:pt x="6514156" y="517250"/>
                  <a:pt x="6516292" y="516861"/>
                </a:cubicBezTo>
                <a:cubicBezTo>
                  <a:pt x="6517457" y="516667"/>
                  <a:pt x="6518427" y="516667"/>
                  <a:pt x="6519398" y="516667"/>
                </a:cubicBezTo>
                <a:cubicBezTo>
                  <a:pt x="6519398" y="498225"/>
                  <a:pt x="6519398" y="479977"/>
                  <a:pt x="6519398" y="461728"/>
                </a:cubicBezTo>
                <a:cubicBezTo>
                  <a:pt x="6519204" y="461728"/>
                  <a:pt x="6519010" y="461728"/>
                  <a:pt x="6518815" y="461728"/>
                </a:cubicBezTo>
                <a:cubicBezTo>
                  <a:pt x="6515904" y="461534"/>
                  <a:pt x="6513380" y="460369"/>
                  <a:pt x="6513574" y="457263"/>
                </a:cubicBezTo>
                <a:cubicBezTo>
                  <a:pt x="6513768" y="453963"/>
                  <a:pt x="6517068" y="454740"/>
                  <a:pt x="6519398" y="454545"/>
                </a:cubicBezTo>
                <a:cubicBezTo>
                  <a:pt x="6519398" y="435715"/>
                  <a:pt x="6519398" y="417078"/>
                  <a:pt x="6519398" y="398442"/>
                </a:cubicBezTo>
                <a:cubicBezTo>
                  <a:pt x="6517068" y="398442"/>
                  <a:pt x="6514156" y="399024"/>
                  <a:pt x="6513574" y="395724"/>
                </a:cubicBezTo>
                <a:cubicBezTo>
                  <a:pt x="6513186" y="393589"/>
                  <a:pt x="6515321" y="392036"/>
                  <a:pt x="6519592" y="391259"/>
                </a:cubicBezTo>
                <a:cubicBezTo>
                  <a:pt x="6519592" y="372817"/>
                  <a:pt x="6519592" y="354568"/>
                  <a:pt x="6519592" y="336320"/>
                </a:cubicBezTo>
                <a:cubicBezTo>
                  <a:pt x="6519010" y="336320"/>
                  <a:pt x="6518427" y="336320"/>
                  <a:pt x="6517845" y="336320"/>
                </a:cubicBezTo>
                <a:cubicBezTo>
                  <a:pt x="6515515" y="336320"/>
                  <a:pt x="6513574" y="335543"/>
                  <a:pt x="6513574" y="332826"/>
                </a:cubicBezTo>
                <a:cubicBezTo>
                  <a:pt x="6513574" y="330108"/>
                  <a:pt x="6515321" y="329331"/>
                  <a:pt x="6517845" y="329331"/>
                </a:cubicBezTo>
                <a:cubicBezTo>
                  <a:pt x="6518427" y="329331"/>
                  <a:pt x="6519010" y="329331"/>
                  <a:pt x="6519592" y="329331"/>
                </a:cubicBezTo>
                <a:cubicBezTo>
                  <a:pt x="6519592" y="311083"/>
                  <a:pt x="6519592" y="292835"/>
                  <a:pt x="6519592" y="274586"/>
                </a:cubicBezTo>
                <a:cubicBezTo>
                  <a:pt x="6518621" y="273227"/>
                  <a:pt x="6517068" y="273422"/>
                  <a:pt x="6515709" y="273033"/>
                </a:cubicBezTo>
                <a:cubicBezTo>
                  <a:pt x="6514156" y="272645"/>
                  <a:pt x="6513380" y="271480"/>
                  <a:pt x="6513574" y="269927"/>
                </a:cubicBezTo>
                <a:cubicBezTo>
                  <a:pt x="6513768" y="268374"/>
                  <a:pt x="6514933" y="267598"/>
                  <a:pt x="6516486" y="267404"/>
                </a:cubicBezTo>
                <a:cubicBezTo>
                  <a:pt x="6517651" y="267209"/>
                  <a:pt x="6519010" y="267209"/>
                  <a:pt x="6520174" y="267209"/>
                </a:cubicBezTo>
                <a:cubicBezTo>
                  <a:pt x="6544052" y="267209"/>
                  <a:pt x="6567930" y="267209"/>
                  <a:pt x="6591809" y="267209"/>
                </a:cubicBezTo>
                <a:cubicBezTo>
                  <a:pt x="6592779" y="267209"/>
                  <a:pt x="6593556" y="267209"/>
                  <a:pt x="6594332" y="267209"/>
                </a:cubicBezTo>
                <a:cubicBezTo>
                  <a:pt x="6595885" y="267209"/>
                  <a:pt x="6597632" y="267404"/>
                  <a:pt x="6598409" y="269733"/>
                </a:cubicBezTo>
                <a:cubicBezTo>
                  <a:pt x="6598603" y="271286"/>
                  <a:pt x="6598409" y="273033"/>
                  <a:pt x="6596274" y="273227"/>
                </a:cubicBezTo>
                <a:cubicBezTo>
                  <a:pt x="6593750" y="273616"/>
                  <a:pt x="6593556" y="275169"/>
                  <a:pt x="6593556" y="277110"/>
                </a:cubicBezTo>
                <a:cubicBezTo>
                  <a:pt x="6593556" y="293223"/>
                  <a:pt x="6593556" y="309336"/>
                  <a:pt x="6593556" y="325449"/>
                </a:cubicBezTo>
                <a:cubicBezTo>
                  <a:pt x="6593556" y="327390"/>
                  <a:pt x="6594138" y="328361"/>
                  <a:pt x="6596079" y="329525"/>
                </a:cubicBezTo>
                <a:cubicBezTo>
                  <a:pt x="6599574" y="331467"/>
                  <a:pt x="6599574" y="334185"/>
                  <a:pt x="6595885" y="336126"/>
                </a:cubicBezTo>
                <a:cubicBezTo>
                  <a:pt x="6593750" y="337291"/>
                  <a:pt x="6593556" y="338650"/>
                  <a:pt x="6593556" y="340397"/>
                </a:cubicBezTo>
                <a:cubicBezTo>
                  <a:pt x="6593556" y="355927"/>
                  <a:pt x="6593556" y="371458"/>
                  <a:pt x="6593556" y="386988"/>
                </a:cubicBezTo>
                <a:cubicBezTo>
                  <a:pt x="6593556" y="388929"/>
                  <a:pt x="6593750" y="390482"/>
                  <a:pt x="6596079" y="391647"/>
                </a:cubicBezTo>
                <a:cubicBezTo>
                  <a:pt x="6599768" y="393589"/>
                  <a:pt x="6599574" y="396501"/>
                  <a:pt x="6595691" y="398442"/>
                </a:cubicBezTo>
                <a:cubicBezTo>
                  <a:pt x="6593750" y="399412"/>
                  <a:pt x="6593556" y="400771"/>
                  <a:pt x="6593556" y="402324"/>
                </a:cubicBezTo>
                <a:cubicBezTo>
                  <a:pt x="6593556" y="407954"/>
                  <a:pt x="6593556" y="413390"/>
                  <a:pt x="6593556" y="419020"/>
                </a:cubicBezTo>
                <a:cubicBezTo>
                  <a:pt x="6593556" y="429309"/>
                  <a:pt x="6593556" y="439403"/>
                  <a:pt x="6593556" y="449498"/>
                </a:cubicBezTo>
                <a:cubicBezTo>
                  <a:pt x="6593556" y="451828"/>
                  <a:pt x="6593167" y="453963"/>
                  <a:pt x="6596662" y="454934"/>
                </a:cubicBezTo>
                <a:cubicBezTo>
                  <a:pt x="6599186" y="455516"/>
                  <a:pt x="6599380" y="459981"/>
                  <a:pt x="6596662" y="460952"/>
                </a:cubicBezTo>
                <a:cubicBezTo>
                  <a:pt x="6592779" y="462505"/>
                  <a:pt x="6593362" y="465029"/>
                  <a:pt x="6593362" y="467746"/>
                </a:cubicBezTo>
                <a:cubicBezTo>
                  <a:pt x="6593362" y="482112"/>
                  <a:pt x="6593362" y="496283"/>
                  <a:pt x="6593362" y="510649"/>
                </a:cubicBezTo>
                <a:cubicBezTo>
                  <a:pt x="6593362" y="513367"/>
                  <a:pt x="6592973" y="515891"/>
                  <a:pt x="6596662" y="517444"/>
                </a:cubicBezTo>
                <a:cubicBezTo>
                  <a:pt x="6599380" y="518415"/>
                  <a:pt x="6599186" y="522685"/>
                  <a:pt x="6596468" y="523462"/>
                </a:cubicBezTo>
                <a:cubicBezTo>
                  <a:pt x="6593362" y="524238"/>
                  <a:pt x="6593362" y="525986"/>
                  <a:pt x="6593362" y="528315"/>
                </a:cubicBezTo>
                <a:cubicBezTo>
                  <a:pt x="6593362" y="539381"/>
                  <a:pt x="6593362" y="550640"/>
                  <a:pt x="6593362" y="561706"/>
                </a:cubicBezTo>
                <a:cubicBezTo>
                  <a:pt x="6593362" y="566365"/>
                  <a:pt x="6593362" y="570830"/>
                  <a:pt x="6593362" y="575489"/>
                </a:cubicBezTo>
                <a:cubicBezTo>
                  <a:pt x="6593362" y="577430"/>
                  <a:pt x="6593362" y="578983"/>
                  <a:pt x="6596079" y="579954"/>
                </a:cubicBezTo>
                <a:cubicBezTo>
                  <a:pt x="6598991" y="581119"/>
                  <a:pt x="6599186" y="584613"/>
                  <a:pt x="6596274" y="585584"/>
                </a:cubicBezTo>
                <a:cubicBezTo>
                  <a:pt x="6593167" y="586360"/>
                  <a:pt x="6593167" y="588107"/>
                  <a:pt x="6593167" y="590437"/>
                </a:cubicBezTo>
                <a:cubicBezTo>
                  <a:pt x="6593167" y="600920"/>
                  <a:pt x="6593167" y="611209"/>
                  <a:pt x="6593167" y="621498"/>
                </a:cubicBezTo>
                <a:cubicBezTo>
                  <a:pt x="6593167" y="626934"/>
                  <a:pt x="6593167" y="632175"/>
                  <a:pt x="6593167" y="637611"/>
                </a:cubicBezTo>
                <a:cubicBezTo>
                  <a:pt x="6593167" y="639747"/>
                  <a:pt x="6593556" y="641105"/>
                  <a:pt x="6595885" y="642270"/>
                </a:cubicBezTo>
                <a:cubicBezTo>
                  <a:pt x="6598991" y="644018"/>
                  <a:pt x="6599186" y="647124"/>
                  <a:pt x="6595885" y="648676"/>
                </a:cubicBezTo>
                <a:cubicBezTo>
                  <a:pt x="6593167" y="650036"/>
                  <a:pt x="6593167" y="651783"/>
                  <a:pt x="6593167" y="653918"/>
                </a:cubicBezTo>
                <a:cubicBezTo>
                  <a:pt x="6593167" y="676631"/>
                  <a:pt x="6593167" y="699150"/>
                  <a:pt x="6593167" y="721863"/>
                </a:cubicBezTo>
                <a:cubicBezTo>
                  <a:pt x="6593167" y="726522"/>
                  <a:pt x="6593362" y="726716"/>
                  <a:pt x="6598021" y="726716"/>
                </a:cubicBezTo>
                <a:cubicBezTo>
                  <a:pt x="6631412" y="726716"/>
                  <a:pt x="6664996" y="726716"/>
                  <a:pt x="6698387" y="726716"/>
                </a:cubicBezTo>
                <a:cubicBezTo>
                  <a:pt x="6703434" y="726716"/>
                  <a:pt x="6703434" y="726522"/>
                  <a:pt x="6703434" y="720892"/>
                </a:cubicBezTo>
                <a:cubicBezTo>
                  <a:pt x="6703434" y="682649"/>
                  <a:pt x="6703434" y="644600"/>
                  <a:pt x="6703434" y="606356"/>
                </a:cubicBezTo>
                <a:cubicBezTo>
                  <a:pt x="6703434" y="583836"/>
                  <a:pt x="6703434" y="561511"/>
                  <a:pt x="6703434" y="538992"/>
                </a:cubicBezTo>
                <a:cubicBezTo>
                  <a:pt x="6703434" y="536663"/>
                  <a:pt x="6702658" y="534139"/>
                  <a:pt x="6704405" y="532004"/>
                </a:cubicBezTo>
                <a:cubicBezTo>
                  <a:pt x="6704599" y="534721"/>
                  <a:pt x="6704599" y="537633"/>
                  <a:pt x="6704599" y="540351"/>
                </a:cubicBezTo>
                <a:cubicBezTo>
                  <a:pt x="6704599" y="599949"/>
                  <a:pt x="6704599" y="659548"/>
                  <a:pt x="6704599" y="719145"/>
                </a:cubicBezTo>
                <a:cubicBezTo>
                  <a:pt x="6704599" y="721863"/>
                  <a:pt x="6704405" y="724775"/>
                  <a:pt x="6704405" y="727493"/>
                </a:cubicBezTo>
                <a:cubicBezTo>
                  <a:pt x="6704599" y="727493"/>
                  <a:pt x="6704987" y="727493"/>
                  <a:pt x="6705181" y="727493"/>
                </a:cubicBezTo>
                <a:cubicBezTo>
                  <a:pt x="6705181" y="727493"/>
                  <a:pt x="6704987" y="727299"/>
                  <a:pt x="6704987" y="727299"/>
                </a:cubicBezTo>
                <a:cubicBezTo>
                  <a:pt x="6704987" y="663430"/>
                  <a:pt x="6704987" y="599367"/>
                  <a:pt x="6704987" y="535498"/>
                </a:cubicBezTo>
                <a:cubicBezTo>
                  <a:pt x="6704987" y="534333"/>
                  <a:pt x="6704793" y="533169"/>
                  <a:pt x="6705375" y="532004"/>
                </a:cubicBezTo>
                <a:cubicBezTo>
                  <a:pt x="6708482" y="504049"/>
                  <a:pt x="6734301" y="488518"/>
                  <a:pt x="6753132" y="490460"/>
                </a:cubicBezTo>
                <a:cubicBezTo>
                  <a:pt x="6777592" y="488907"/>
                  <a:pt x="6800111" y="511814"/>
                  <a:pt x="6799917" y="535304"/>
                </a:cubicBezTo>
                <a:cubicBezTo>
                  <a:pt x="6799723" y="583836"/>
                  <a:pt x="6799917" y="632564"/>
                  <a:pt x="6799917" y="681290"/>
                </a:cubicBezTo>
                <a:cubicBezTo>
                  <a:pt x="6799917" y="726522"/>
                  <a:pt x="6799917" y="771949"/>
                  <a:pt x="6799917" y="817181"/>
                </a:cubicBezTo>
                <a:cubicBezTo>
                  <a:pt x="6799917" y="819511"/>
                  <a:pt x="6798558" y="822423"/>
                  <a:pt x="6801858" y="823976"/>
                </a:cubicBezTo>
                <a:cubicBezTo>
                  <a:pt x="6804964" y="815046"/>
                  <a:pt x="6809429" y="806892"/>
                  <a:pt x="6814283" y="798933"/>
                </a:cubicBezTo>
                <a:cubicBezTo>
                  <a:pt x="6816612" y="795244"/>
                  <a:pt x="6817389" y="791750"/>
                  <a:pt x="6817389" y="787673"/>
                </a:cubicBezTo>
                <a:cubicBezTo>
                  <a:pt x="6817389" y="720698"/>
                  <a:pt x="6817389" y="653724"/>
                  <a:pt x="6817389" y="586749"/>
                </a:cubicBezTo>
                <a:cubicBezTo>
                  <a:pt x="6817389" y="570247"/>
                  <a:pt x="6817777" y="553746"/>
                  <a:pt x="6817389" y="537245"/>
                </a:cubicBezTo>
                <a:cubicBezTo>
                  <a:pt x="6816806" y="517055"/>
                  <a:pt x="6831366" y="495313"/>
                  <a:pt x="6856991" y="490460"/>
                </a:cubicBezTo>
                <a:cubicBezTo>
                  <a:pt x="6859709" y="489877"/>
                  <a:pt x="6862621" y="489877"/>
                  <a:pt x="6865339" y="490265"/>
                </a:cubicBezTo>
                <a:cubicBezTo>
                  <a:pt x="6890770" y="489101"/>
                  <a:pt x="6912125" y="512202"/>
                  <a:pt x="6912125" y="535110"/>
                </a:cubicBezTo>
                <a:cubicBezTo>
                  <a:pt x="6911930" y="594708"/>
                  <a:pt x="6912125" y="654306"/>
                  <a:pt x="6912125" y="713904"/>
                </a:cubicBezTo>
                <a:cubicBezTo>
                  <a:pt x="6912125" y="715845"/>
                  <a:pt x="6912125" y="717592"/>
                  <a:pt x="6912125" y="719339"/>
                </a:cubicBezTo>
                <a:cubicBezTo>
                  <a:pt x="6912125" y="721475"/>
                  <a:pt x="6913872" y="721669"/>
                  <a:pt x="6915425" y="721669"/>
                </a:cubicBezTo>
                <a:cubicBezTo>
                  <a:pt x="6936780" y="715068"/>
                  <a:pt x="6958910" y="713321"/>
                  <a:pt x="6980847" y="716039"/>
                </a:cubicBezTo>
                <a:cubicBezTo>
                  <a:pt x="7045687" y="724193"/>
                  <a:pt x="7092666" y="757971"/>
                  <a:pt x="7121398" y="816793"/>
                </a:cubicBezTo>
                <a:cubicBezTo>
                  <a:pt x="7125086" y="824558"/>
                  <a:pt x="7128386" y="832517"/>
                  <a:pt x="7130134" y="840865"/>
                </a:cubicBezTo>
                <a:cubicBezTo>
                  <a:pt x="7131298" y="841447"/>
                  <a:pt x="7132269" y="842030"/>
                  <a:pt x="7133434" y="842224"/>
                </a:cubicBezTo>
                <a:cubicBezTo>
                  <a:pt x="7140423" y="843777"/>
                  <a:pt x="7143140" y="846883"/>
                  <a:pt x="7143140" y="854066"/>
                </a:cubicBezTo>
                <a:lnTo>
                  <a:pt x="7143162" y="858635"/>
                </a:lnTo>
                <a:lnTo>
                  <a:pt x="7363499" y="801441"/>
                </a:lnTo>
                <a:cubicBezTo>
                  <a:pt x="7365074" y="800811"/>
                  <a:pt x="7366334" y="800181"/>
                  <a:pt x="7367909" y="799551"/>
                </a:cubicBezTo>
                <a:cubicBezTo>
                  <a:pt x="7367909" y="797346"/>
                  <a:pt x="7367909" y="795141"/>
                  <a:pt x="7367909" y="792936"/>
                </a:cubicBezTo>
                <a:cubicBezTo>
                  <a:pt x="7368224" y="788211"/>
                  <a:pt x="7367594" y="785061"/>
                  <a:pt x="7362239" y="782541"/>
                </a:cubicBezTo>
                <a:cubicBezTo>
                  <a:pt x="7355625" y="779392"/>
                  <a:pt x="7355625" y="775296"/>
                  <a:pt x="7360349" y="769312"/>
                </a:cubicBezTo>
                <a:cubicBezTo>
                  <a:pt x="7362239" y="767107"/>
                  <a:pt x="7364129" y="766792"/>
                  <a:pt x="7365389" y="769627"/>
                </a:cubicBezTo>
                <a:cubicBezTo>
                  <a:pt x="7366334" y="772462"/>
                  <a:pt x="7366649" y="772777"/>
                  <a:pt x="7368854" y="770257"/>
                </a:cubicBezTo>
                <a:cubicBezTo>
                  <a:pt x="7372319" y="766162"/>
                  <a:pt x="7372634" y="766477"/>
                  <a:pt x="7374839" y="772777"/>
                </a:cubicBezTo>
                <a:cubicBezTo>
                  <a:pt x="7377044" y="772462"/>
                  <a:pt x="7376729" y="769942"/>
                  <a:pt x="7378304" y="768682"/>
                </a:cubicBezTo>
                <a:cubicBezTo>
                  <a:pt x="7379564" y="768052"/>
                  <a:pt x="7381139" y="767107"/>
                  <a:pt x="7381769" y="768367"/>
                </a:cubicBezTo>
                <a:cubicBezTo>
                  <a:pt x="7383659" y="772462"/>
                  <a:pt x="7384289" y="771517"/>
                  <a:pt x="7387439" y="768682"/>
                </a:cubicBezTo>
                <a:cubicBezTo>
                  <a:pt x="7391534" y="764902"/>
                  <a:pt x="7391219" y="770257"/>
                  <a:pt x="7392164" y="772462"/>
                </a:cubicBezTo>
                <a:cubicBezTo>
                  <a:pt x="7395314" y="772147"/>
                  <a:pt x="7396259" y="763327"/>
                  <a:pt x="7401299" y="770257"/>
                </a:cubicBezTo>
                <a:cubicBezTo>
                  <a:pt x="7402244" y="771832"/>
                  <a:pt x="7402874" y="769627"/>
                  <a:pt x="7403819" y="768997"/>
                </a:cubicBezTo>
                <a:cubicBezTo>
                  <a:pt x="7408858" y="764587"/>
                  <a:pt x="7408544" y="769312"/>
                  <a:pt x="7409488" y="772462"/>
                </a:cubicBezTo>
                <a:cubicBezTo>
                  <a:pt x="7412008" y="771517"/>
                  <a:pt x="7412638" y="767737"/>
                  <a:pt x="7416103" y="767737"/>
                </a:cubicBezTo>
                <a:cubicBezTo>
                  <a:pt x="7416733" y="768367"/>
                  <a:pt x="7417678" y="768997"/>
                  <a:pt x="7417993" y="769627"/>
                </a:cubicBezTo>
                <a:cubicBezTo>
                  <a:pt x="7423978" y="780336"/>
                  <a:pt x="7422403" y="778762"/>
                  <a:pt x="7413268" y="784116"/>
                </a:cubicBezTo>
                <a:cubicBezTo>
                  <a:pt x="7410434" y="785691"/>
                  <a:pt x="7411694" y="786636"/>
                  <a:pt x="7413268" y="788211"/>
                </a:cubicBezTo>
                <a:cubicBezTo>
                  <a:pt x="7442563" y="780966"/>
                  <a:pt x="7471857" y="773406"/>
                  <a:pt x="7501152" y="765847"/>
                </a:cubicBezTo>
                <a:cubicBezTo>
                  <a:pt x="7550291" y="753247"/>
                  <a:pt x="7599745" y="740332"/>
                  <a:pt x="7648884" y="727417"/>
                </a:cubicBezTo>
                <a:cubicBezTo>
                  <a:pt x="7653609" y="726157"/>
                  <a:pt x="7657703" y="726157"/>
                  <a:pt x="7662113" y="727417"/>
                </a:cubicBezTo>
                <a:cubicBezTo>
                  <a:pt x="7670303" y="729307"/>
                  <a:pt x="7678493" y="732457"/>
                  <a:pt x="7687313" y="733402"/>
                </a:cubicBezTo>
                <a:cubicBezTo>
                  <a:pt x="7687313" y="667255"/>
                  <a:pt x="7687313" y="601421"/>
                  <a:pt x="7687313" y="535272"/>
                </a:cubicBezTo>
                <a:cubicBezTo>
                  <a:pt x="7687313" y="494323"/>
                  <a:pt x="7687313" y="453059"/>
                  <a:pt x="7687313" y="411795"/>
                </a:cubicBezTo>
                <a:cubicBezTo>
                  <a:pt x="7687313" y="402660"/>
                  <a:pt x="7687313" y="402660"/>
                  <a:pt x="7696133" y="402660"/>
                </a:cubicBezTo>
                <a:cubicBezTo>
                  <a:pt x="7700858" y="402660"/>
                  <a:pt x="7705898" y="402975"/>
                  <a:pt x="7710622" y="402975"/>
                </a:cubicBezTo>
                <a:cubicBezTo>
                  <a:pt x="7715977" y="402975"/>
                  <a:pt x="7721647" y="402660"/>
                  <a:pt x="7727002" y="402660"/>
                </a:cubicBezTo>
                <a:cubicBezTo>
                  <a:pt x="7730467" y="402660"/>
                  <a:pt x="7732042" y="404550"/>
                  <a:pt x="7732042" y="408015"/>
                </a:cubicBezTo>
                <a:cubicBezTo>
                  <a:pt x="7732042" y="409275"/>
                  <a:pt x="7732042" y="410535"/>
                  <a:pt x="7732042" y="411795"/>
                </a:cubicBezTo>
                <a:cubicBezTo>
                  <a:pt x="7732042" y="522673"/>
                  <a:pt x="7732042" y="633865"/>
                  <a:pt x="7732042" y="745057"/>
                </a:cubicBezTo>
                <a:cubicBezTo>
                  <a:pt x="7744012" y="749467"/>
                  <a:pt x="7756926" y="751987"/>
                  <a:pt x="7769211" y="755137"/>
                </a:cubicBezTo>
                <a:cubicBezTo>
                  <a:pt x="7773936" y="756397"/>
                  <a:pt x="7778346" y="760177"/>
                  <a:pt x="7783701" y="758602"/>
                </a:cubicBezTo>
                <a:cubicBezTo>
                  <a:pt x="7783701" y="644260"/>
                  <a:pt x="7783701" y="529917"/>
                  <a:pt x="7783701" y="415575"/>
                </a:cubicBezTo>
                <a:cubicBezTo>
                  <a:pt x="7783701" y="401085"/>
                  <a:pt x="7782126" y="402660"/>
                  <a:pt x="7796616" y="402660"/>
                </a:cubicBezTo>
                <a:cubicBezTo>
                  <a:pt x="7800396" y="402660"/>
                  <a:pt x="7803860" y="402975"/>
                  <a:pt x="7807325" y="402975"/>
                </a:cubicBezTo>
                <a:cubicBezTo>
                  <a:pt x="7812365" y="402975"/>
                  <a:pt x="7817720" y="402975"/>
                  <a:pt x="7822760" y="402660"/>
                </a:cubicBezTo>
                <a:cubicBezTo>
                  <a:pt x="7827485" y="402345"/>
                  <a:pt x="7829060" y="404550"/>
                  <a:pt x="7828745" y="408960"/>
                </a:cubicBezTo>
                <a:cubicBezTo>
                  <a:pt x="7828745" y="411795"/>
                  <a:pt x="7828745" y="414315"/>
                  <a:pt x="7828745" y="416835"/>
                </a:cubicBezTo>
                <a:cubicBezTo>
                  <a:pt x="7828745" y="534642"/>
                  <a:pt x="7828745" y="652765"/>
                  <a:pt x="7828745" y="770572"/>
                </a:cubicBezTo>
                <a:cubicBezTo>
                  <a:pt x="7841660" y="774036"/>
                  <a:pt x="7854260" y="777186"/>
                  <a:pt x="7867174" y="780652"/>
                </a:cubicBezTo>
                <a:cubicBezTo>
                  <a:pt x="7869064" y="780022"/>
                  <a:pt x="7870954" y="779706"/>
                  <a:pt x="7870954" y="777186"/>
                </a:cubicBezTo>
                <a:cubicBezTo>
                  <a:pt x="7870954" y="774036"/>
                  <a:pt x="7870954" y="771202"/>
                  <a:pt x="7870954" y="768367"/>
                </a:cubicBezTo>
                <a:cubicBezTo>
                  <a:pt x="7870954" y="696548"/>
                  <a:pt x="7870954" y="625046"/>
                  <a:pt x="7870954" y="553542"/>
                </a:cubicBezTo>
                <a:cubicBezTo>
                  <a:pt x="7870954" y="549762"/>
                  <a:pt x="7871269" y="545667"/>
                  <a:pt x="7871269" y="541887"/>
                </a:cubicBezTo>
                <a:cubicBezTo>
                  <a:pt x="7870954" y="534327"/>
                  <a:pt x="7870639" y="526452"/>
                  <a:pt x="7870639" y="518892"/>
                </a:cubicBezTo>
                <a:cubicBezTo>
                  <a:pt x="7870639" y="511018"/>
                  <a:pt x="7870954" y="511018"/>
                  <a:pt x="7878514" y="511018"/>
                </a:cubicBezTo>
                <a:cubicBezTo>
                  <a:pt x="7895524" y="511018"/>
                  <a:pt x="7912533" y="511018"/>
                  <a:pt x="7929543" y="511018"/>
                </a:cubicBezTo>
                <a:cubicBezTo>
                  <a:pt x="7942458" y="511018"/>
                  <a:pt x="7955058" y="511018"/>
                  <a:pt x="7967972" y="511018"/>
                </a:cubicBezTo>
                <a:cubicBezTo>
                  <a:pt x="7970807" y="511018"/>
                  <a:pt x="7974272" y="511963"/>
                  <a:pt x="7977107" y="509758"/>
                </a:cubicBezTo>
                <a:cubicBezTo>
                  <a:pt x="7976792" y="500308"/>
                  <a:pt x="7976792" y="490543"/>
                  <a:pt x="7976792" y="481093"/>
                </a:cubicBezTo>
                <a:cubicBezTo>
                  <a:pt x="7976792" y="479203"/>
                  <a:pt x="7976477" y="476683"/>
                  <a:pt x="7979627" y="476368"/>
                </a:cubicBezTo>
                <a:cubicBezTo>
                  <a:pt x="7983722" y="476054"/>
                  <a:pt x="7983407" y="478888"/>
                  <a:pt x="7983407" y="481409"/>
                </a:cubicBezTo>
                <a:cubicBezTo>
                  <a:pt x="7983722" y="491173"/>
                  <a:pt x="7983722" y="501253"/>
                  <a:pt x="7983722" y="511018"/>
                </a:cubicBezTo>
                <a:cubicBezTo>
                  <a:pt x="7986242" y="511018"/>
                  <a:pt x="7988447" y="511018"/>
                  <a:pt x="7990967" y="511018"/>
                </a:cubicBezTo>
                <a:cubicBezTo>
                  <a:pt x="7990967" y="502828"/>
                  <a:pt x="7991282" y="494323"/>
                  <a:pt x="7991282" y="486133"/>
                </a:cubicBezTo>
                <a:cubicBezTo>
                  <a:pt x="7991282" y="484243"/>
                  <a:pt x="7991282" y="482353"/>
                  <a:pt x="7991282" y="480463"/>
                </a:cubicBezTo>
                <a:cubicBezTo>
                  <a:pt x="7991282" y="477944"/>
                  <a:pt x="7992227" y="476054"/>
                  <a:pt x="7995062" y="476054"/>
                </a:cubicBezTo>
                <a:cubicBezTo>
                  <a:pt x="7998212" y="475739"/>
                  <a:pt x="7998842" y="477629"/>
                  <a:pt x="7998842" y="480149"/>
                </a:cubicBezTo>
                <a:cubicBezTo>
                  <a:pt x="7998842" y="488023"/>
                  <a:pt x="7998842" y="496213"/>
                  <a:pt x="7998842" y="504088"/>
                </a:cubicBezTo>
                <a:cubicBezTo>
                  <a:pt x="7998842" y="506293"/>
                  <a:pt x="7999157" y="508498"/>
                  <a:pt x="7999157" y="510703"/>
                </a:cubicBezTo>
                <a:cubicBezTo>
                  <a:pt x="8001676" y="510703"/>
                  <a:pt x="8003881" y="510703"/>
                  <a:pt x="8006401" y="510703"/>
                </a:cubicBezTo>
                <a:cubicBezTo>
                  <a:pt x="8006401" y="502513"/>
                  <a:pt x="8006716" y="494008"/>
                  <a:pt x="8006716" y="485818"/>
                </a:cubicBezTo>
                <a:cubicBezTo>
                  <a:pt x="8006716" y="483929"/>
                  <a:pt x="8006716" y="482039"/>
                  <a:pt x="8006716" y="480149"/>
                </a:cubicBezTo>
                <a:cubicBezTo>
                  <a:pt x="8006716" y="477313"/>
                  <a:pt x="8007661" y="475739"/>
                  <a:pt x="8010497" y="475739"/>
                </a:cubicBezTo>
                <a:cubicBezTo>
                  <a:pt x="8013646" y="475424"/>
                  <a:pt x="8014276" y="477313"/>
                  <a:pt x="8014276" y="479833"/>
                </a:cubicBezTo>
                <a:cubicBezTo>
                  <a:pt x="8014276" y="487709"/>
                  <a:pt x="8014276" y="495898"/>
                  <a:pt x="8014276" y="503773"/>
                </a:cubicBezTo>
                <a:cubicBezTo>
                  <a:pt x="8014276" y="505978"/>
                  <a:pt x="8014591" y="508183"/>
                  <a:pt x="8014591" y="510388"/>
                </a:cubicBezTo>
                <a:cubicBezTo>
                  <a:pt x="8044515" y="510388"/>
                  <a:pt x="8074755" y="510388"/>
                  <a:pt x="8104995" y="510388"/>
                </a:cubicBezTo>
                <a:cubicBezTo>
                  <a:pt x="8104679" y="504718"/>
                  <a:pt x="8107514" y="503143"/>
                  <a:pt x="8113184" y="503143"/>
                </a:cubicBezTo>
                <a:cubicBezTo>
                  <a:pt x="8138384" y="503458"/>
                  <a:pt x="8163898" y="503773"/>
                  <a:pt x="8189098" y="503143"/>
                </a:cubicBezTo>
                <a:cubicBezTo>
                  <a:pt x="8195398" y="502828"/>
                  <a:pt x="8198548" y="505033"/>
                  <a:pt x="8199807" y="510703"/>
                </a:cubicBezTo>
                <a:cubicBezTo>
                  <a:pt x="8213982" y="510703"/>
                  <a:pt x="8213982" y="510703"/>
                  <a:pt x="8213037" y="525192"/>
                </a:cubicBezTo>
                <a:cubicBezTo>
                  <a:pt x="8213037" y="530862"/>
                  <a:pt x="8213037" y="536532"/>
                  <a:pt x="8212722" y="542202"/>
                </a:cubicBezTo>
                <a:cubicBezTo>
                  <a:pt x="8212722" y="545982"/>
                  <a:pt x="8213037" y="549447"/>
                  <a:pt x="8213037" y="552912"/>
                </a:cubicBezTo>
                <a:lnTo>
                  <a:pt x="8213037" y="899839"/>
                </a:lnTo>
                <a:lnTo>
                  <a:pt x="8222585" y="899839"/>
                </a:lnTo>
                <a:lnTo>
                  <a:pt x="8222588" y="899188"/>
                </a:lnTo>
                <a:lnTo>
                  <a:pt x="8361723" y="819757"/>
                </a:lnTo>
                <a:lnTo>
                  <a:pt x="8400660" y="891401"/>
                </a:lnTo>
                <a:lnTo>
                  <a:pt x="8528374" y="819237"/>
                </a:lnTo>
                <a:lnTo>
                  <a:pt x="8564716" y="886728"/>
                </a:lnTo>
                <a:cubicBezTo>
                  <a:pt x="8564716" y="832735"/>
                  <a:pt x="8565754" y="778742"/>
                  <a:pt x="8566273" y="724750"/>
                </a:cubicBezTo>
                <a:cubicBezTo>
                  <a:pt x="8566273" y="702426"/>
                  <a:pt x="8567831" y="700868"/>
                  <a:pt x="8590674" y="700868"/>
                </a:cubicBezTo>
                <a:cubicBezTo>
                  <a:pt x="8620266" y="700868"/>
                  <a:pt x="8617151" y="704503"/>
                  <a:pt x="8617151" y="674910"/>
                </a:cubicBezTo>
                <a:cubicBezTo>
                  <a:pt x="8617151" y="658297"/>
                  <a:pt x="8617151" y="641165"/>
                  <a:pt x="8617151" y="624552"/>
                </a:cubicBezTo>
                <a:cubicBezTo>
                  <a:pt x="8617670" y="600671"/>
                  <a:pt x="8628053" y="582500"/>
                  <a:pt x="8649858" y="572636"/>
                </a:cubicBezTo>
                <a:cubicBezTo>
                  <a:pt x="8659722" y="568483"/>
                  <a:pt x="8663356" y="562771"/>
                  <a:pt x="8662318" y="552388"/>
                </a:cubicBezTo>
                <a:cubicBezTo>
                  <a:pt x="8661280" y="543043"/>
                  <a:pt x="8661799" y="533698"/>
                  <a:pt x="8661799" y="524353"/>
                </a:cubicBezTo>
                <a:cubicBezTo>
                  <a:pt x="8661280" y="514490"/>
                  <a:pt x="8665952" y="509298"/>
                  <a:pt x="8675816" y="509298"/>
                </a:cubicBezTo>
                <a:cubicBezTo>
                  <a:pt x="8715273" y="509298"/>
                  <a:pt x="8754729" y="509298"/>
                  <a:pt x="8794185" y="509298"/>
                </a:cubicBezTo>
                <a:cubicBezTo>
                  <a:pt x="8806645" y="509298"/>
                  <a:pt x="8810279" y="516566"/>
                  <a:pt x="8810279" y="527469"/>
                </a:cubicBezTo>
                <a:cubicBezTo>
                  <a:pt x="8809760" y="563810"/>
                  <a:pt x="8809760" y="600151"/>
                  <a:pt x="8810279" y="636493"/>
                </a:cubicBezTo>
                <a:cubicBezTo>
                  <a:pt x="8810279" y="649991"/>
                  <a:pt x="8811317" y="664008"/>
                  <a:pt x="8811837" y="677506"/>
                </a:cubicBezTo>
                <a:cubicBezTo>
                  <a:pt x="8811837" y="681659"/>
                  <a:pt x="8811837" y="686851"/>
                  <a:pt x="8817547" y="686332"/>
                </a:cubicBezTo>
                <a:cubicBezTo>
                  <a:pt x="8822739" y="685813"/>
                  <a:pt x="8822220" y="681659"/>
                  <a:pt x="8822220" y="678025"/>
                </a:cubicBezTo>
                <a:cubicBezTo>
                  <a:pt x="8822220" y="669200"/>
                  <a:pt x="8822739" y="660893"/>
                  <a:pt x="8822220" y="652587"/>
                </a:cubicBezTo>
                <a:cubicBezTo>
                  <a:pt x="8821701" y="641684"/>
                  <a:pt x="8826373" y="635454"/>
                  <a:pt x="8837795" y="637012"/>
                </a:cubicBezTo>
                <a:cubicBezTo>
                  <a:pt x="8849216" y="638569"/>
                  <a:pt x="8854408" y="634935"/>
                  <a:pt x="8854408" y="621956"/>
                </a:cubicBezTo>
                <a:cubicBezTo>
                  <a:pt x="8854408" y="603786"/>
                  <a:pt x="8863234" y="589249"/>
                  <a:pt x="8877770" y="577828"/>
                </a:cubicBezTo>
                <a:cubicBezTo>
                  <a:pt x="8884000" y="572636"/>
                  <a:pt x="8891268" y="569521"/>
                  <a:pt x="8895941" y="561214"/>
                </a:cubicBezTo>
                <a:cubicBezTo>
                  <a:pt x="8900613" y="552908"/>
                  <a:pt x="8927610" y="556023"/>
                  <a:pt x="8932282" y="564848"/>
                </a:cubicBezTo>
                <a:cubicBezTo>
                  <a:pt x="8934359" y="568483"/>
                  <a:pt x="8936955" y="570559"/>
                  <a:pt x="8940589" y="572636"/>
                </a:cubicBezTo>
                <a:cubicBezTo>
                  <a:pt x="8962394" y="585096"/>
                  <a:pt x="8972258" y="604305"/>
                  <a:pt x="8972258" y="628706"/>
                </a:cubicBezTo>
                <a:cubicBezTo>
                  <a:pt x="8972258" y="659855"/>
                  <a:pt x="8972258" y="691523"/>
                  <a:pt x="8972258" y="722673"/>
                </a:cubicBezTo>
                <a:lnTo>
                  <a:pt x="9035595" y="719558"/>
                </a:lnTo>
                <a:lnTo>
                  <a:pt x="9068822" y="146923"/>
                </a:lnTo>
                <a:lnTo>
                  <a:pt x="9146177" y="146923"/>
                </a:lnTo>
                <a:lnTo>
                  <a:pt x="9180961" y="716962"/>
                </a:lnTo>
                <a:lnTo>
                  <a:pt x="9225090" y="715405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D5F95E-A64B-4CF3-896F-F3B321903429}"/>
              </a:ext>
            </a:extLst>
          </p:cNvPr>
          <p:cNvGrpSpPr/>
          <p:nvPr userDrawn="1"/>
        </p:nvGrpSpPr>
        <p:grpSpPr>
          <a:xfrm>
            <a:off x="218787" y="2622975"/>
            <a:ext cx="11517590" cy="3946317"/>
            <a:chOff x="218787" y="2622975"/>
            <a:chExt cx="11517590" cy="3946317"/>
          </a:xfrm>
          <a:solidFill>
            <a:schemeClr val="bg1">
              <a:alpha val="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598B69-F9FE-4154-B147-8335AB2E2E58}"/>
                </a:ext>
              </a:extLst>
            </p:cNvPr>
            <p:cNvGrpSpPr/>
            <p:nvPr/>
          </p:nvGrpSpPr>
          <p:grpSpPr>
            <a:xfrm rot="12366785">
              <a:off x="10129411" y="5122363"/>
              <a:ext cx="1606966" cy="1446929"/>
              <a:chOff x="6486650" y="2648852"/>
              <a:chExt cx="2745260" cy="2471860"/>
            </a:xfrm>
            <a:grpFill/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2891B34-6F88-4D11-AD5C-410F7771AEA2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1D81169-CACA-4F00-B325-E9872F60ED27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F939FB8C-F4E6-45BF-BE92-A0D7E337E986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7D2F5C8-112A-47AC-8EBA-CA3BCCFFD653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07F2CD7-68E5-49F5-BBED-77DA2BFBE7AD}"/>
                </a:ext>
              </a:extLst>
            </p:cNvPr>
            <p:cNvSpPr/>
            <p:nvPr/>
          </p:nvSpPr>
          <p:spPr>
            <a:xfrm>
              <a:off x="10132589" y="4237994"/>
              <a:ext cx="577306" cy="577307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D81010-EBF6-414C-927A-9FFCBAFAE158}"/>
                </a:ext>
              </a:extLst>
            </p:cNvPr>
            <p:cNvGrpSpPr/>
            <p:nvPr/>
          </p:nvGrpSpPr>
          <p:grpSpPr>
            <a:xfrm rot="2159485">
              <a:off x="10055501" y="296435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935FFD8-C758-4E69-865F-0D3F0FF08A12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B2E929D-2A5A-4E4D-8AFF-089163D7F028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A8A0495-30E8-45A0-B48A-6EFDF9C8B696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86DEB52C-C941-4797-8322-11F1C0AD0C40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5B6E65-0935-40EC-806D-53C1E043E564}"/>
                </a:ext>
              </a:extLst>
            </p:cNvPr>
            <p:cNvSpPr/>
            <p:nvPr/>
          </p:nvSpPr>
          <p:spPr>
            <a:xfrm>
              <a:off x="5436819" y="3673417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7478775-9720-4065-9D9F-0A2FCB97F2F0}"/>
                </a:ext>
              </a:extLst>
            </p:cNvPr>
            <p:cNvSpPr/>
            <p:nvPr/>
          </p:nvSpPr>
          <p:spPr>
            <a:xfrm>
              <a:off x="4032637" y="2622975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466B1FD-A1C4-48E5-82F9-88F257D12E08}"/>
                </a:ext>
              </a:extLst>
            </p:cNvPr>
            <p:cNvSpPr/>
            <p:nvPr/>
          </p:nvSpPr>
          <p:spPr>
            <a:xfrm>
              <a:off x="4673077" y="4204265"/>
              <a:ext cx="853923" cy="85392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777225-2D61-4C66-B198-7D070CA8492F}"/>
                </a:ext>
              </a:extLst>
            </p:cNvPr>
            <p:cNvGrpSpPr/>
            <p:nvPr/>
          </p:nvGrpSpPr>
          <p:grpSpPr>
            <a:xfrm rot="2246763">
              <a:off x="932314" y="2900862"/>
              <a:ext cx="3054679" cy="1218879"/>
              <a:chOff x="1727363" y="3556278"/>
              <a:chExt cx="3054679" cy="1218879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3E67246-C28F-4691-8DF2-21886E878D44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5925A4A-CBF1-48EF-AB30-CEBB54EC947A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59AB121F-74A9-4A6A-B896-45331194465F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C131B02-5DBE-4634-A680-3DE71C853BD5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D8BF0D2-0FDC-4959-85DD-F748038440E1}"/>
                  </a:ext>
                </a:extLst>
              </p:cNvPr>
              <p:cNvSpPr/>
              <p:nvPr/>
            </p:nvSpPr>
            <p:spPr>
              <a:xfrm>
                <a:off x="1727363" y="4086481"/>
                <a:ext cx="683882" cy="686216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C9083CC-CC13-4BCC-8521-7079F8EBE42B}"/>
                </a:ext>
              </a:extLst>
            </p:cNvPr>
            <p:cNvGrpSpPr/>
            <p:nvPr/>
          </p:nvGrpSpPr>
          <p:grpSpPr>
            <a:xfrm>
              <a:off x="6486650" y="2648852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CC45CD8-C56F-467E-BEF3-DF307BE9C4B4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74DC46F-EE01-49F6-894A-71B37D0AC15C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1AB69D80-C161-41AB-A5DD-3B118793A012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18FFC3D-130E-4587-9FAD-F134E15CA98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E715F5-3FF5-4CC0-99F7-2396CA9783A9}"/>
                </a:ext>
              </a:extLst>
            </p:cNvPr>
            <p:cNvGrpSpPr/>
            <p:nvPr/>
          </p:nvGrpSpPr>
          <p:grpSpPr>
            <a:xfrm rot="18655185">
              <a:off x="7923365" y="480976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307BAC0-5062-49C4-A10C-F15443D0B43E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CF69320-9037-483C-B337-9C3798F9516C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8FAEED8-8E0A-4D16-BC31-1DD02EB1FE84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BEF1D94-1333-4CA0-B29B-49A00AFB5E03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943520-8E50-4DAD-A59E-7A5A1DEE2133}"/>
                </a:ext>
              </a:extLst>
            </p:cNvPr>
            <p:cNvGrpSpPr/>
            <p:nvPr/>
          </p:nvGrpSpPr>
          <p:grpSpPr>
            <a:xfrm>
              <a:off x="218787" y="4076953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A826ACA-0EB1-4F7B-86EA-A2622410F84A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1613B70-341B-437A-A0D4-569BDB3F76E5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96EF5B8-28BF-47BD-A097-7ADED01EDC98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A9D3A2AA-E3A6-42DB-936E-D30F8E2F943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C996FD-CF0A-4F68-895E-6062455A1573}"/>
                </a:ext>
              </a:extLst>
            </p:cNvPr>
            <p:cNvSpPr/>
            <p:nvPr/>
          </p:nvSpPr>
          <p:spPr>
            <a:xfrm>
              <a:off x="4309443" y="5224203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A48627-8991-4822-BA51-E0B5CA3A4F9C}"/>
                </a:ext>
              </a:extLst>
            </p:cNvPr>
            <p:cNvSpPr/>
            <p:nvPr/>
          </p:nvSpPr>
          <p:spPr>
            <a:xfrm>
              <a:off x="3167084" y="4595897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F068BD-5041-4E65-88AE-B9DC621AE8FB}"/>
                </a:ext>
              </a:extLst>
            </p:cNvPr>
            <p:cNvSpPr/>
            <p:nvPr/>
          </p:nvSpPr>
          <p:spPr>
            <a:xfrm rot="2246763">
              <a:off x="322349" y="3332008"/>
              <a:ext cx="1218879" cy="1218879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F296DB-D0C8-471D-91FE-F4B26B99C108}"/>
                </a:ext>
              </a:extLst>
            </p:cNvPr>
            <p:cNvSpPr/>
            <p:nvPr/>
          </p:nvSpPr>
          <p:spPr>
            <a:xfrm>
              <a:off x="6408280" y="6041992"/>
              <a:ext cx="494433" cy="491686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0811BDD-858E-4663-871A-2B293641141B}"/>
              </a:ext>
            </a:extLst>
          </p:cNvPr>
          <p:cNvGrpSpPr/>
          <p:nvPr/>
        </p:nvGrpSpPr>
        <p:grpSpPr>
          <a:xfrm rot="12366785">
            <a:off x="10129411" y="5122363"/>
            <a:ext cx="1606966" cy="144692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28A7DD-C11F-4B4E-AF2C-CE54F2008B9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BFD568-8E6E-401C-AE55-F36A046BAF38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F4DA946-3FFE-44A8-9614-341AEDEEE4EB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9B41061-E576-4CF5-9B7C-FC1E177299A2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C2D19A9-E706-4355-967B-37AED5F69B20}"/>
              </a:ext>
            </a:extLst>
          </p:cNvPr>
          <p:cNvSpPr/>
          <p:nvPr/>
        </p:nvSpPr>
        <p:spPr>
          <a:xfrm>
            <a:off x="10132589" y="4237994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C20A26-F482-4693-ACD6-51371EC7CC4B}"/>
              </a:ext>
            </a:extLst>
          </p:cNvPr>
          <p:cNvGrpSpPr/>
          <p:nvPr/>
        </p:nvGrpSpPr>
        <p:grpSpPr>
          <a:xfrm rot="2159485">
            <a:off x="10055501" y="296435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D9359D8-12EB-4981-8FC9-674C1DA3FA8C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AE250E-0814-4DFF-80F3-7D1B1F0463B4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AA6CAE3-5ACB-4D9C-ADB8-97A59EC650F1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F2F002E-A757-44E2-B762-EAA60285B2A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D14329A-1A87-4CC1-B3DE-BA0FD7750868}"/>
              </a:ext>
            </a:extLst>
          </p:cNvPr>
          <p:cNvSpPr/>
          <p:nvPr/>
        </p:nvSpPr>
        <p:spPr>
          <a:xfrm>
            <a:off x="8967752" y="3381941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9A123FC-02CE-41F5-8044-BF4EEF221F28}"/>
              </a:ext>
            </a:extLst>
          </p:cNvPr>
          <p:cNvSpPr/>
          <p:nvPr/>
        </p:nvSpPr>
        <p:spPr>
          <a:xfrm>
            <a:off x="3024122" y="1688320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288D6C-FFD6-4513-B7FB-6E8702672008}"/>
              </a:ext>
            </a:extLst>
          </p:cNvPr>
          <p:cNvSpPr/>
          <p:nvPr/>
        </p:nvSpPr>
        <p:spPr>
          <a:xfrm>
            <a:off x="11118869" y="220249"/>
            <a:ext cx="853923" cy="853924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009AE0-84D1-46BD-A3D1-DE1CB19D32ED}"/>
              </a:ext>
            </a:extLst>
          </p:cNvPr>
          <p:cNvGrpSpPr/>
          <p:nvPr/>
        </p:nvGrpSpPr>
        <p:grpSpPr>
          <a:xfrm rot="1212279">
            <a:off x="4087175" y="247501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247D2D1-6005-4632-809B-6B5BDCD4F2E1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C69DB4C-B2EA-4392-B4A3-EE775C7B812F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5A57558-A521-4754-B376-50F1CEB743F4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53A0459-4D3D-48F2-8909-33333F49E440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AD32A1-1249-4ABA-B7D2-F068D0D4D3F8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215BE9-B303-434B-9E15-6EC5D7007495}"/>
              </a:ext>
            </a:extLst>
          </p:cNvPr>
          <p:cNvGrpSpPr/>
          <p:nvPr/>
        </p:nvGrpSpPr>
        <p:grpSpPr>
          <a:xfrm>
            <a:off x="8507469" y="529601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09DAD2-AC54-4D08-BA47-B17D63965C4A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FE9CBB-A365-4955-9D17-02A906A0A62F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449B596-5392-4413-8239-0EFAC58C51AC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8C02BA6-7A63-47F9-8DDF-38320E62477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52D0FF-E99F-49A0-B658-59855EA4A5AC}"/>
              </a:ext>
            </a:extLst>
          </p:cNvPr>
          <p:cNvGrpSpPr/>
          <p:nvPr/>
        </p:nvGrpSpPr>
        <p:grpSpPr>
          <a:xfrm rot="18655185">
            <a:off x="7923365" y="480976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06EEF8-C820-49D6-9EAE-41763A5315FA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6371E7-8DBE-4426-B808-11EE3562F156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056C3D-76B0-4443-AB02-45EB5BF3EE13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089887-82B9-4AAD-94F6-87BE88D57333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58D77-924C-4DCC-BFF7-E4B3731F5DA2}"/>
              </a:ext>
            </a:extLst>
          </p:cNvPr>
          <p:cNvGrpSpPr/>
          <p:nvPr/>
        </p:nvGrpSpPr>
        <p:grpSpPr>
          <a:xfrm>
            <a:off x="218787" y="4076953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9ABFBE-0792-4BCE-A56B-CA7BFD894F8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B55807-BD22-4048-954D-034035693AB1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604511B-5CCB-4401-AD66-43DC945D070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5779E09-5F7A-4743-A1ED-396B9867C6F6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A4F8E1-7B8C-4038-8994-541902C4B0AB}"/>
              </a:ext>
            </a:extLst>
          </p:cNvPr>
          <p:cNvSpPr/>
          <p:nvPr/>
        </p:nvSpPr>
        <p:spPr>
          <a:xfrm>
            <a:off x="3839744" y="5541765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1E7249-19DE-4C8D-8922-A84026F00998}"/>
              </a:ext>
            </a:extLst>
          </p:cNvPr>
          <p:cNvSpPr/>
          <p:nvPr/>
        </p:nvSpPr>
        <p:spPr>
          <a:xfrm>
            <a:off x="3024122" y="4785587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5F296A9-A09A-48BD-A24C-EBADEB320079}"/>
              </a:ext>
            </a:extLst>
          </p:cNvPr>
          <p:cNvSpPr/>
          <p:nvPr/>
        </p:nvSpPr>
        <p:spPr>
          <a:xfrm rot="2246763">
            <a:off x="322349" y="3332008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7F4FB8-48CF-4E0D-8CB1-B2ED10FE732C}"/>
              </a:ext>
            </a:extLst>
          </p:cNvPr>
          <p:cNvSpPr/>
          <p:nvPr/>
        </p:nvSpPr>
        <p:spPr>
          <a:xfrm>
            <a:off x="6408280" y="6041992"/>
            <a:ext cx="494433" cy="4916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94B5F9-D8AC-415E-8C09-4BE415AA2EDA}"/>
              </a:ext>
            </a:extLst>
          </p:cNvPr>
          <p:cNvGrpSpPr/>
          <p:nvPr userDrawn="1"/>
        </p:nvGrpSpPr>
        <p:grpSpPr>
          <a:xfrm rot="14140429">
            <a:off x="1251624" y="1931265"/>
            <a:ext cx="1916415" cy="17255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EFBED93-CBB4-4C98-8D24-35EE940EECB0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8F8B1D-3A60-433E-8DEA-E9695D76ACF7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C21027D-C275-43F0-9DF7-CDBF1333171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E31230A-3F00-4E5D-AB2B-619EA30B194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ED5CE5D-67E4-403F-B3DA-7E99871E9C8C}"/>
              </a:ext>
            </a:extLst>
          </p:cNvPr>
          <p:cNvSpPr/>
          <p:nvPr userDrawn="1"/>
        </p:nvSpPr>
        <p:spPr>
          <a:xfrm>
            <a:off x="529815" y="248541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70C0C8B-A623-4A77-8067-AE3A11119257}"/>
              </a:ext>
            </a:extLst>
          </p:cNvPr>
          <p:cNvSpPr/>
          <p:nvPr userDrawn="1"/>
        </p:nvSpPr>
        <p:spPr>
          <a:xfrm>
            <a:off x="7565721" y="431683"/>
            <a:ext cx="1263772" cy="128647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DAEFC4-4C0C-4BEB-903F-14C3DBA0B8C0}"/>
              </a:ext>
            </a:extLst>
          </p:cNvPr>
          <p:cNvGrpSpPr/>
          <p:nvPr userDrawn="1"/>
        </p:nvGrpSpPr>
        <p:grpSpPr>
          <a:xfrm rot="19800000">
            <a:off x="206465" y="743263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1906127-6506-4703-A9AE-51223C1418C5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3C86351-4A7B-4A01-A872-297FC5E76705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D4F4732-F596-454F-92F1-65E5E4954D19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B1B23E5-8635-4B3E-8862-FDD5D0A04D2D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4404570-F880-4ADE-AC20-8133EAAC08BE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E87EBBC-FED0-431E-A2D8-2BF60AF707F1}"/>
              </a:ext>
            </a:extLst>
          </p:cNvPr>
          <p:cNvGrpSpPr/>
          <p:nvPr userDrawn="1"/>
        </p:nvGrpSpPr>
        <p:grpSpPr>
          <a:xfrm rot="13107797">
            <a:off x="6810793" y="5777610"/>
            <a:ext cx="1277753" cy="767764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E8B5CDA-A8E3-48D9-B1C6-1E28374AAF94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5A5C1DD-EF26-4025-B68D-0775AA454261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04AE5A0-084E-4214-8571-E964F22366AE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F66AB02-A030-4AD1-9F74-1D06F453FF8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C980EF8-E09C-4F4B-BF9F-49F28E94B6ED}"/>
              </a:ext>
            </a:extLst>
          </p:cNvPr>
          <p:cNvSpPr/>
          <p:nvPr userDrawn="1"/>
        </p:nvSpPr>
        <p:spPr>
          <a:xfrm>
            <a:off x="8809094" y="351406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8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B998F8-5F60-4F3A-941E-65C7CA793196}"/>
              </a:ext>
            </a:extLst>
          </p:cNvPr>
          <p:cNvSpPr/>
          <p:nvPr userDrawn="1"/>
        </p:nvSpPr>
        <p:spPr>
          <a:xfrm>
            <a:off x="0" y="0"/>
            <a:ext cx="39814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E2B211-279E-47AD-8321-BBE0A034E63C}"/>
              </a:ext>
            </a:extLst>
          </p:cNvPr>
          <p:cNvGrpSpPr/>
          <p:nvPr userDrawn="1"/>
        </p:nvGrpSpPr>
        <p:grpSpPr>
          <a:xfrm rot="12911792" flipH="1" flipV="1">
            <a:off x="2790331" y="4225532"/>
            <a:ext cx="706431" cy="492914"/>
            <a:chOff x="5405974" y="1533288"/>
            <a:chExt cx="608646" cy="424685"/>
          </a:xfrm>
        </p:grpSpPr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3DECB3E9-32A4-485B-873B-63C6C59490D1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B97B4F36-AF1D-4D48-AB73-9687DD625973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18628655-B24C-4AA8-B86F-E4649EC635E8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3A6B24C9-2F1F-4C5E-B867-73AE6CD03838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2AA7F5E5-BC6C-4756-A8EB-16B8328FA881}"/>
                </a:ext>
              </a:extLst>
            </p:cNvPr>
            <p:cNvSpPr/>
            <p:nvPr/>
          </p:nvSpPr>
          <p:spPr>
            <a:xfrm rot="8867088" flipH="1">
              <a:off x="5921123" y="1778027"/>
              <a:ext cx="93497" cy="179946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7CDF6D-E63B-4A20-B935-7F27169038D3}"/>
              </a:ext>
            </a:extLst>
          </p:cNvPr>
          <p:cNvGrpSpPr/>
          <p:nvPr userDrawn="1"/>
        </p:nvGrpSpPr>
        <p:grpSpPr>
          <a:xfrm rot="20269720">
            <a:off x="2788843" y="4597087"/>
            <a:ext cx="773065" cy="771576"/>
            <a:chOff x="7167947" y="1624190"/>
            <a:chExt cx="2677920" cy="2672764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5EA29E-0702-4F6E-81A2-E3C8EFB2FBFE}"/>
                </a:ext>
              </a:extLst>
            </p:cNvPr>
            <p:cNvSpPr/>
            <p:nvPr/>
          </p:nvSpPr>
          <p:spPr>
            <a:xfrm>
              <a:off x="7167947" y="1624190"/>
              <a:ext cx="2677920" cy="2672764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1429830-A1B2-46C6-8E1F-3CDD87BDE661}"/>
                </a:ext>
              </a:extLst>
            </p:cNvPr>
            <p:cNvSpPr/>
            <p:nvPr/>
          </p:nvSpPr>
          <p:spPr>
            <a:xfrm>
              <a:off x="7628244" y="2084297"/>
              <a:ext cx="1757326" cy="1752551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5EFBF7-A8A4-4D6E-8808-92696D9AC638}"/>
              </a:ext>
            </a:extLst>
          </p:cNvPr>
          <p:cNvGrpSpPr/>
          <p:nvPr userDrawn="1"/>
        </p:nvGrpSpPr>
        <p:grpSpPr>
          <a:xfrm rot="6679697" flipV="1">
            <a:off x="2514190" y="4250744"/>
            <a:ext cx="709209" cy="493240"/>
            <a:chOff x="5405974" y="1533288"/>
            <a:chExt cx="611040" cy="424965"/>
          </a:xfrm>
        </p:grpSpPr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F604488B-1EF4-42B1-A6B5-7312ADA6A9C3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D7D307F1-17F2-4B95-9A10-54A9B7C0CFD4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1B2CFD6B-D5DB-4797-A1E8-D6713BECCFF0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apezoid 29">
              <a:extLst>
                <a:ext uri="{FF2B5EF4-FFF2-40B4-BE49-F238E27FC236}">
                  <a16:creationId xmlns:a16="http://schemas.microsoft.com/office/drawing/2014/main" id="{240F08C5-AEE4-4DA8-B595-DFD5AAB6DE0D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rapezoid 30">
              <a:extLst>
                <a:ext uri="{FF2B5EF4-FFF2-40B4-BE49-F238E27FC236}">
                  <a16:creationId xmlns:a16="http://schemas.microsoft.com/office/drawing/2014/main" id="{FB146A5D-87C6-47F6-BF4F-3E2D584E5F89}"/>
                </a:ext>
              </a:extLst>
            </p:cNvPr>
            <p:cNvSpPr/>
            <p:nvPr/>
          </p:nvSpPr>
          <p:spPr>
            <a:xfrm rot="8867088" flipH="1">
              <a:off x="5923517" y="1775373"/>
              <a:ext cx="93497" cy="182880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379968-FE4C-4380-9AD8-FCC2F2902ED8}"/>
              </a:ext>
            </a:extLst>
          </p:cNvPr>
          <p:cNvGrpSpPr/>
          <p:nvPr userDrawn="1"/>
        </p:nvGrpSpPr>
        <p:grpSpPr>
          <a:xfrm rot="2246763">
            <a:off x="1974127" y="1362251"/>
            <a:ext cx="2028524" cy="1778017"/>
            <a:chOff x="2753518" y="2997140"/>
            <a:chExt cx="2028524" cy="1778017"/>
          </a:xfrm>
          <a:solidFill>
            <a:schemeClr val="bg1">
              <a:alpha val="5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8DA23-991A-4F5A-84D7-7BDAEC9B967B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7272C85-BFE8-4E25-B0D2-727926AA6B5E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324B715-E1E3-414A-B516-E282A0E568CA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505C034-B686-4751-AF7C-F1443083293B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32CE2BE-5153-4691-A210-F5CEED8B7852}"/>
                </a:ext>
              </a:extLst>
            </p:cNvPr>
            <p:cNvSpPr/>
            <p:nvPr/>
          </p:nvSpPr>
          <p:spPr>
            <a:xfrm>
              <a:off x="3308806" y="2997140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CD3404-3EA6-420D-8DBC-6D3A595FBFA2}"/>
              </a:ext>
            </a:extLst>
          </p:cNvPr>
          <p:cNvGrpSpPr/>
          <p:nvPr userDrawn="1"/>
        </p:nvGrpSpPr>
        <p:grpSpPr>
          <a:xfrm>
            <a:off x="0" y="2766599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ECA3BD-4287-4CAB-8CFB-CC4BBC00858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04465C-B632-42F2-8273-BA2C7FFDA7A2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0150D0-F178-431E-B2C4-A43288E12324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E443C86-7937-4604-892A-31CBB4C3B253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011AC2-F2FD-44CD-BF51-A2C7AB4FB7F5}"/>
              </a:ext>
            </a:extLst>
          </p:cNvPr>
          <p:cNvSpPr/>
          <p:nvPr userDrawn="1"/>
        </p:nvSpPr>
        <p:spPr>
          <a:xfrm>
            <a:off x="3140906" y="3608100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795D01C-5E4D-42EF-81C8-036347FC14D7}"/>
              </a:ext>
            </a:extLst>
          </p:cNvPr>
          <p:cNvSpPr/>
          <p:nvPr userDrawn="1"/>
        </p:nvSpPr>
        <p:spPr>
          <a:xfrm rot="2246763">
            <a:off x="103562" y="2021654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11BA3E48-397A-40E6-82CD-AFA7318A5754}"/>
              </a:ext>
            </a:extLst>
          </p:cNvPr>
          <p:cNvSpPr/>
          <p:nvPr userDrawn="1"/>
        </p:nvSpPr>
        <p:spPr>
          <a:xfrm rot="10800000" flipH="1">
            <a:off x="292045" y="0"/>
            <a:ext cx="1618488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3E8D1C-B4B0-4270-BF60-0AB071A5B57A}"/>
              </a:ext>
            </a:extLst>
          </p:cNvPr>
          <p:cNvGrpSpPr/>
          <p:nvPr userDrawn="1"/>
        </p:nvGrpSpPr>
        <p:grpSpPr>
          <a:xfrm rot="20249292" flipH="1" flipV="1">
            <a:off x="2408466" y="3007856"/>
            <a:ext cx="405220" cy="1013819"/>
            <a:chOff x="4130248" y="650162"/>
            <a:chExt cx="502279" cy="1664988"/>
          </a:xfrm>
          <a:solidFill>
            <a:schemeClr val="accent2"/>
          </a:solidFill>
        </p:grpSpPr>
        <p:sp>
          <p:nvSpPr>
            <p:cNvPr id="34" name="Trapezoid 33">
              <a:extLst>
                <a:ext uri="{FF2B5EF4-FFF2-40B4-BE49-F238E27FC236}">
                  <a16:creationId xmlns:a16="http://schemas.microsoft.com/office/drawing/2014/main" id="{01E654A2-A845-4D9C-AC7E-DD1A1FB316D8}"/>
                </a:ext>
              </a:extLst>
            </p:cNvPr>
            <p:cNvSpPr/>
            <p:nvPr/>
          </p:nvSpPr>
          <p:spPr>
            <a:xfrm>
              <a:off x="4130248" y="650162"/>
              <a:ext cx="502273" cy="1664988"/>
            </a:xfrm>
            <a:prstGeom prst="trapezoid">
              <a:avLst>
                <a:gd name="adj" fmla="val 9168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rapezoid 94">
              <a:extLst>
                <a:ext uri="{FF2B5EF4-FFF2-40B4-BE49-F238E27FC236}">
                  <a16:creationId xmlns:a16="http://schemas.microsoft.com/office/drawing/2014/main" id="{49392ED5-842E-4BB8-9F02-6F05DBDAC68A}"/>
                </a:ext>
              </a:extLst>
            </p:cNvPr>
            <p:cNvSpPr/>
            <p:nvPr/>
          </p:nvSpPr>
          <p:spPr>
            <a:xfrm>
              <a:off x="4449648" y="650162"/>
              <a:ext cx="182879" cy="1664988"/>
            </a:xfrm>
            <a:custGeom>
              <a:avLst/>
              <a:gdLst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82880 w 182880"/>
                <a:gd name="connsiteY2" fmla="*/ 0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0540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68965 w 182880"/>
                <a:gd name="connsiteY2" fmla="*/ 6157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3619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" h="1664988">
                  <a:moveTo>
                    <a:pt x="0" y="1664988"/>
                  </a:moveTo>
                  <a:lnTo>
                    <a:pt x="0" y="0"/>
                  </a:lnTo>
                  <a:lnTo>
                    <a:pt x="133619" y="3079"/>
                  </a:lnTo>
                  <a:lnTo>
                    <a:pt x="182880" y="1664988"/>
                  </a:lnTo>
                  <a:lnTo>
                    <a:pt x="0" y="166498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7416A9-09BE-4355-8142-7849BBC59832}"/>
              </a:ext>
            </a:extLst>
          </p:cNvPr>
          <p:cNvGrpSpPr/>
          <p:nvPr userDrawn="1"/>
        </p:nvGrpSpPr>
        <p:grpSpPr>
          <a:xfrm rot="15704020" flipH="1" flipV="1">
            <a:off x="2663420" y="3873638"/>
            <a:ext cx="340169" cy="340171"/>
            <a:chOff x="5108323" y="1463792"/>
            <a:chExt cx="374636" cy="37463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1F29D26-D2C3-4D21-B19D-E7708FC9FF28}"/>
                </a:ext>
              </a:extLst>
            </p:cNvPr>
            <p:cNvSpPr/>
            <p:nvPr/>
          </p:nvSpPr>
          <p:spPr>
            <a:xfrm>
              <a:off x="5108323" y="1463792"/>
              <a:ext cx="374636" cy="374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B344E1-E2AB-4438-8DF4-30253B57B63D}"/>
                </a:ext>
              </a:extLst>
            </p:cNvPr>
            <p:cNvSpPr/>
            <p:nvPr/>
          </p:nvSpPr>
          <p:spPr>
            <a:xfrm>
              <a:off x="5167785" y="1523587"/>
              <a:ext cx="255882" cy="255676"/>
            </a:xfrm>
            <a:custGeom>
              <a:avLst/>
              <a:gdLst>
                <a:gd name="connsiteX0" fmla="*/ 127864 w 255882"/>
                <a:gd name="connsiteY0" fmla="*/ 81461 h 255676"/>
                <a:gd name="connsiteX1" fmla="*/ 81805 w 255882"/>
                <a:gd name="connsiteY1" fmla="*/ 127520 h 255676"/>
                <a:gd name="connsiteX2" fmla="*/ 127864 w 255882"/>
                <a:gd name="connsiteY2" fmla="*/ 173579 h 255676"/>
                <a:gd name="connsiteX3" fmla="*/ 173923 w 255882"/>
                <a:gd name="connsiteY3" fmla="*/ 127520 h 255676"/>
                <a:gd name="connsiteX4" fmla="*/ 127864 w 255882"/>
                <a:gd name="connsiteY4" fmla="*/ 81461 h 255676"/>
                <a:gd name="connsiteX5" fmla="*/ 122296 w 255882"/>
                <a:gd name="connsiteY5" fmla="*/ 86 h 255676"/>
                <a:gd name="connsiteX6" fmla="*/ 127383 w 255882"/>
                <a:gd name="connsiteY6" fmla="*/ 4211 h 255676"/>
                <a:gd name="connsiteX7" fmla="*/ 132401 w 255882"/>
                <a:gd name="connsiteY7" fmla="*/ 21809 h 255676"/>
                <a:gd name="connsiteX8" fmla="*/ 145188 w 255882"/>
                <a:gd name="connsiteY8" fmla="*/ 29027 h 255676"/>
                <a:gd name="connsiteX9" fmla="*/ 149312 w 255882"/>
                <a:gd name="connsiteY9" fmla="*/ 25452 h 255676"/>
                <a:gd name="connsiteX10" fmla="*/ 158937 w 255882"/>
                <a:gd name="connsiteY10" fmla="*/ 9160 h 255676"/>
                <a:gd name="connsiteX11" fmla="*/ 166705 w 255882"/>
                <a:gd name="connsiteY11" fmla="*/ 5929 h 255676"/>
                <a:gd name="connsiteX12" fmla="*/ 174404 w 255882"/>
                <a:gd name="connsiteY12" fmla="*/ 18372 h 255676"/>
                <a:gd name="connsiteX13" fmla="*/ 172479 w 255882"/>
                <a:gd name="connsiteY13" fmla="*/ 34046 h 255676"/>
                <a:gd name="connsiteX14" fmla="*/ 172479 w 255882"/>
                <a:gd name="connsiteY14" fmla="*/ 35695 h 255676"/>
                <a:gd name="connsiteX15" fmla="*/ 186434 w 255882"/>
                <a:gd name="connsiteY15" fmla="*/ 41882 h 255676"/>
                <a:gd name="connsiteX16" fmla="*/ 201764 w 255882"/>
                <a:gd name="connsiteY16" fmla="*/ 30402 h 255676"/>
                <a:gd name="connsiteX17" fmla="*/ 211045 w 255882"/>
                <a:gd name="connsiteY17" fmla="*/ 30540 h 255676"/>
                <a:gd name="connsiteX18" fmla="*/ 212488 w 255882"/>
                <a:gd name="connsiteY18" fmla="*/ 31777 h 255676"/>
                <a:gd name="connsiteX19" fmla="*/ 214069 w 255882"/>
                <a:gd name="connsiteY19" fmla="*/ 42364 h 255676"/>
                <a:gd name="connsiteX20" fmla="*/ 205614 w 255882"/>
                <a:gd name="connsiteY20" fmla="*/ 57418 h 255676"/>
                <a:gd name="connsiteX21" fmla="*/ 206783 w 255882"/>
                <a:gd name="connsiteY21" fmla="*/ 67180 h 255676"/>
                <a:gd name="connsiteX22" fmla="*/ 215719 w 255882"/>
                <a:gd name="connsiteY22" fmla="*/ 70755 h 255676"/>
                <a:gd name="connsiteX23" fmla="*/ 233799 w 255882"/>
                <a:gd name="connsiteY23" fmla="*/ 66011 h 255676"/>
                <a:gd name="connsiteX24" fmla="*/ 241498 w 255882"/>
                <a:gd name="connsiteY24" fmla="*/ 68967 h 255676"/>
                <a:gd name="connsiteX25" fmla="*/ 243836 w 255882"/>
                <a:gd name="connsiteY25" fmla="*/ 73573 h 255676"/>
                <a:gd name="connsiteX26" fmla="*/ 241911 w 255882"/>
                <a:gd name="connsiteY26" fmla="*/ 80379 h 255676"/>
                <a:gd name="connsiteX27" fmla="*/ 226443 w 255882"/>
                <a:gd name="connsiteY27" fmla="*/ 92684 h 255676"/>
                <a:gd name="connsiteX28" fmla="*/ 223694 w 255882"/>
                <a:gd name="connsiteY28" fmla="*/ 100177 h 255676"/>
                <a:gd name="connsiteX29" fmla="*/ 224519 w 255882"/>
                <a:gd name="connsiteY29" fmla="*/ 103202 h 255676"/>
                <a:gd name="connsiteX30" fmla="*/ 230843 w 255882"/>
                <a:gd name="connsiteY30" fmla="*/ 108633 h 255676"/>
                <a:gd name="connsiteX31" fmla="*/ 249541 w 255882"/>
                <a:gd name="connsiteY31" fmla="*/ 111176 h 255676"/>
                <a:gd name="connsiteX32" fmla="*/ 255591 w 255882"/>
                <a:gd name="connsiteY32" fmla="*/ 117157 h 255676"/>
                <a:gd name="connsiteX33" fmla="*/ 255797 w 255882"/>
                <a:gd name="connsiteY33" fmla="*/ 122519 h 255676"/>
                <a:gd name="connsiteX34" fmla="*/ 251398 w 255882"/>
                <a:gd name="connsiteY34" fmla="*/ 127675 h 255676"/>
                <a:gd name="connsiteX35" fmla="*/ 233799 w 255882"/>
                <a:gd name="connsiteY35" fmla="*/ 132693 h 255676"/>
                <a:gd name="connsiteX36" fmla="*/ 226650 w 255882"/>
                <a:gd name="connsiteY36" fmla="*/ 144586 h 255676"/>
                <a:gd name="connsiteX37" fmla="*/ 230293 w 255882"/>
                <a:gd name="connsiteY37" fmla="*/ 149398 h 255676"/>
                <a:gd name="connsiteX38" fmla="*/ 246448 w 255882"/>
                <a:gd name="connsiteY38" fmla="*/ 158884 h 255676"/>
                <a:gd name="connsiteX39" fmla="*/ 249954 w 255882"/>
                <a:gd name="connsiteY39" fmla="*/ 167065 h 255676"/>
                <a:gd name="connsiteX40" fmla="*/ 249816 w 255882"/>
                <a:gd name="connsiteY40" fmla="*/ 167890 h 255676"/>
                <a:gd name="connsiteX41" fmla="*/ 240123 w 255882"/>
                <a:gd name="connsiteY41" fmla="*/ 174833 h 255676"/>
                <a:gd name="connsiteX42" fmla="*/ 223212 w 255882"/>
                <a:gd name="connsiteY42" fmla="*/ 172702 h 255676"/>
                <a:gd name="connsiteX43" fmla="*/ 214688 w 255882"/>
                <a:gd name="connsiteY43" fmla="*/ 177102 h 255676"/>
                <a:gd name="connsiteX44" fmla="*/ 214551 w 255882"/>
                <a:gd name="connsiteY44" fmla="*/ 187276 h 255676"/>
                <a:gd name="connsiteX45" fmla="*/ 225481 w 255882"/>
                <a:gd name="connsiteY45" fmla="*/ 201712 h 255676"/>
                <a:gd name="connsiteX46" fmla="*/ 225481 w 255882"/>
                <a:gd name="connsiteY46" fmla="*/ 211130 h 255676"/>
                <a:gd name="connsiteX47" fmla="*/ 225068 w 255882"/>
                <a:gd name="connsiteY47" fmla="*/ 211611 h 255676"/>
                <a:gd name="connsiteX48" fmla="*/ 213245 w 255882"/>
                <a:gd name="connsiteY48" fmla="*/ 213948 h 255676"/>
                <a:gd name="connsiteX49" fmla="*/ 198602 w 255882"/>
                <a:gd name="connsiteY49" fmla="*/ 205699 h 255676"/>
                <a:gd name="connsiteX50" fmla="*/ 188565 w 255882"/>
                <a:gd name="connsiteY50" fmla="*/ 207143 h 255676"/>
                <a:gd name="connsiteX51" fmla="*/ 185334 w 255882"/>
                <a:gd name="connsiteY51" fmla="*/ 216217 h 255676"/>
                <a:gd name="connsiteX52" fmla="*/ 190078 w 255882"/>
                <a:gd name="connsiteY52" fmla="*/ 234503 h 255676"/>
                <a:gd name="connsiteX53" fmla="*/ 187397 w 255882"/>
                <a:gd name="connsiteY53" fmla="*/ 241377 h 255676"/>
                <a:gd name="connsiteX54" fmla="*/ 182585 w 255882"/>
                <a:gd name="connsiteY54" fmla="*/ 243852 h 255676"/>
                <a:gd name="connsiteX55" fmla="*/ 175366 w 255882"/>
                <a:gd name="connsiteY55" fmla="*/ 241859 h 255676"/>
                <a:gd name="connsiteX56" fmla="*/ 164024 w 255882"/>
                <a:gd name="connsiteY56" fmla="*/ 227491 h 255676"/>
                <a:gd name="connsiteX57" fmla="*/ 149381 w 255882"/>
                <a:gd name="connsiteY57" fmla="*/ 226254 h 255676"/>
                <a:gd name="connsiteX58" fmla="*/ 147456 w 255882"/>
                <a:gd name="connsiteY58" fmla="*/ 230103 h 255676"/>
                <a:gd name="connsiteX59" fmla="*/ 144844 w 255882"/>
                <a:gd name="connsiteY59" fmla="*/ 249008 h 255676"/>
                <a:gd name="connsiteX60" fmla="*/ 139895 w 255882"/>
                <a:gd name="connsiteY60" fmla="*/ 255676 h 255676"/>
                <a:gd name="connsiteX61" fmla="*/ 131577 w 255882"/>
                <a:gd name="connsiteY61" fmla="*/ 255676 h 255676"/>
                <a:gd name="connsiteX62" fmla="*/ 127933 w 255882"/>
                <a:gd name="connsiteY62" fmla="*/ 250589 h 255676"/>
                <a:gd name="connsiteX63" fmla="*/ 122777 w 255882"/>
                <a:gd name="connsiteY63" fmla="*/ 232372 h 255676"/>
                <a:gd name="connsiteX64" fmla="*/ 116659 w 255882"/>
                <a:gd name="connsiteY64" fmla="*/ 227010 h 255676"/>
                <a:gd name="connsiteX65" fmla="*/ 112947 w 255882"/>
                <a:gd name="connsiteY65" fmla="*/ 226597 h 255676"/>
                <a:gd name="connsiteX66" fmla="*/ 106622 w 255882"/>
                <a:gd name="connsiteY66" fmla="*/ 230103 h 255676"/>
                <a:gd name="connsiteX67" fmla="*/ 105041 w 255882"/>
                <a:gd name="connsiteY67" fmla="*/ 232784 h 255676"/>
                <a:gd name="connsiteX68" fmla="*/ 96380 w 255882"/>
                <a:gd name="connsiteY68" fmla="*/ 247427 h 255676"/>
                <a:gd name="connsiteX69" fmla="*/ 89849 w 255882"/>
                <a:gd name="connsiteY69" fmla="*/ 250108 h 255676"/>
                <a:gd name="connsiteX70" fmla="*/ 84555 w 255882"/>
                <a:gd name="connsiteY70" fmla="*/ 248320 h 255676"/>
                <a:gd name="connsiteX71" fmla="*/ 80981 w 255882"/>
                <a:gd name="connsiteY71" fmla="*/ 241652 h 255676"/>
                <a:gd name="connsiteX72" fmla="*/ 83249 w 255882"/>
                <a:gd name="connsiteY72" fmla="*/ 222885 h 255676"/>
                <a:gd name="connsiteX73" fmla="*/ 78094 w 255882"/>
                <a:gd name="connsiteY73" fmla="*/ 214155 h 255676"/>
                <a:gd name="connsiteX74" fmla="*/ 68538 w 255882"/>
                <a:gd name="connsiteY74" fmla="*/ 214636 h 255676"/>
                <a:gd name="connsiteX75" fmla="*/ 55133 w 255882"/>
                <a:gd name="connsiteY75" fmla="*/ 224810 h 255676"/>
                <a:gd name="connsiteX76" fmla="*/ 43240 w 255882"/>
                <a:gd name="connsiteY76" fmla="*/ 224123 h 255676"/>
                <a:gd name="connsiteX77" fmla="*/ 42209 w 255882"/>
                <a:gd name="connsiteY77" fmla="*/ 223091 h 255676"/>
                <a:gd name="connsiteX78" fmla="*/ 41178 w 255882"/>
                <a:gd name="connsiteY78" fmla="*/ 214842 h 255676"/>
                <a:gd name="connsiteX79" fmla="*/ 50115 w 255882"/>
                <a:gd name="connsiteY79" fmla="*/ 198893 h 255676"/>
                <a:gd name="connsiteX80" fmla="*/ 51627 w 255882"/>
                <a:gd name="connsiteY80" fmla="*/ 194013 h 255676"/>
                <a:gd name="connsiteX81" fmla="*/ 39597 w 255882"/>
                <a:gd name="connsiteY81" fmla="*/ 185420 h 255676"/>
                <a:gd name="connsiteX82" fmla="*/ 21105 w 255882"/>
                <a:gd name="connsiteY82" fmla="*/ 190232 h 255676"/>
                <a:gd name="connsiteX83" fmla="*/ 15193 w 255882"/>
                <a:gd name="connsiteY83" fmla="*/ 188238 h 255676"/>
                <a:gd name="connsiteX84" fmla="*/ 12237 w 255882"/>
                <a:gd name="connsiteY84" fmla="*/ 183014 h 255676"/>
                <a:gd name="connsiteX85" fmla="*/ 14230 w 255882"/>
                <a:gd name="connsiteY85" fmla="*/ 175314 h 255676"/>
                <a:gd name="connsiteX86" fmla="*/ 27910 w 255882"/>
                <a:gd name="connsiteY86" fmla="*/ 164453 h 255676"/>
                <a:gd name="connsiteX87" fmla="*/ 31554 w 255882"/>
                <a:gd name="connsiteY87" fmla="*/ 153385 h 255676"/>
                <a:gd name="connsiteX88" fmla="*/ 24198 w 255882"/>
                <a:gd name="connsiteY88" fmla="*/ 147198 h 255676"/>
                <a:gd name="connsiteX89" fmla="*/ 6943 w 255882"/>
                <a:gd name="connsiteY89" fmla="*/ 144861 h 255676"/>
                <a:gd name="connsiteX90" fmla="*/ 138 w 255882"/>
                <a:gd name="connsiteY90" fmla="*/ 140049 h 255676"/>
                <a:gd name="connsiteX91" fmla="*/ 0 w 255882"/>
                <a:gd name="connsiteY91" fmla="*/ 131525 h 255676"/>
                <a:gd name="connsiteX92" fmla="*/ 5019 w 255882"/>
                <a:gd name="connsiteY92" fmla="*/ 127881 h 255676"/>
                <a:gd name="connsiteX93" fmla="*/ 22617 w 255882"/>
                <a:gd name="connsiteY93" fmla="*/ 122931 h 255676"/>
                <a:gd name="connsiteX94" fmla="*/ 28667 w 255882"/>
                <a:gd name="connsiteY94" fmla="*/ 116194 h 255676"/>
                <a:gd name="connsiteX95" fmla="*/ 29010 w 255882"/>
                <a:gd name="connsiteY95" fmla="*/ 113307 h 255676"/>
                <a:gd name="connsiteX96" fmla="*/ 25229 w 255882"/>
                <a:gd name="connsiteY96" fmla="*/ 106295 h 255676"/>
                <a:gd name="connsiteX97" fmla="*/ 9281 w 255882"/>
                <a:gd name="connsiteY97" fmla="*/ 96946 h 255676"/>
                <a:gd name="connsiteX98" fmla="*/ 5843 w 255882"/>
                <a:gd name="connsiteY98" fmla="*/ 88560 h 255676"/>
                <a:gd name="connsiteX99" fmla="*/ 6187 w 255882"/>
                <a:gd name="connsiteY99" fmla="*/ 87391 h 255676"/>
                <a:gd name="connsiteX100" fmla="*/ 15261 w 255882"/>
                <a:gd name="connsiteY100" fmla="*/ 81135 h 255676"/>
                <a:gd name="connsiteX101" fmla="*/ 32173 w 255882"/>
                <a:gd name="connsiteY101" fmla="*/ 83060 h 255676"/>
                <a:gd name="connsiteX102" fmla="*/ 40834 w 255882"/>
                <a:gd name="connsiteY102" fmla="*/ 79073 h 255676"/>
                <a:gd name="connsiteX103" fmla="*/ 40147 w 255882"/>
                <a:gd name="connsiteY103" fmla="*/ 67318 h 255676"/>
                <a:gd name="connsiteX104" fmla="*/ 29629 w 255882"/>
                <a:gd name="connsiteY104" fmla="*/ 53363 h 255676"/>
                <a:gd name="connsiteX105" fmla="*/ 29629 w 255882"/>
                <a:gd name="connsiteY105" fmla="*/ 45595 h 255676"/>
                <a:gd name="connsiteX106" fmla="*/ 33066 w 255882"/>
                <a:gd name="connsiteY106" fmla="*/ 41745 h 255676"/>
                <a:gd name="connsiteX107" fmla="*/ 40422 w 255882"/>
                <a:gd name="connsiteY107" fmla="*/ 40920 h 255676"/>
                <a:gd name="connsiteX108" fmla="*/ 56027 w 255882"/>
                <a:gd name="connsiteY108" fmla="*/ 49719 h 255676"/>
                <a:gd name="connsiteX109" fmla="*/ 69982 w 255882"/>
                <a:gd name="connsiteY109" fmla="*/ 45801 h 255676"/>
                <a:gd name="connsiteX110" fmla="*/ 70325 w 255882"/>
                <a:gd name="connsiteY110" fmla="*/ 39751 h 255676"/>
                <a:gd name="connsiteX111" fmla="*/ 65788 w 255882"/>
                <a:gd name="connsiteY111" fmla="*/ 22221 h 255676"/>
                <a:gd name="connsiteX112" fmla="*/ 69088 w 255882"/>
                <a:gd name="connsiteY112" fmla="*/ 14110 h 255676"/>
                <a:gd name="connsiteX113" fmla="*/ 71632 w 255882"/>
                <a:gd name="connsiteY113" fmla="*/ 12735 h 255676"/>
                <a:gd name="connsiteX114" fmla="*/ 81118 w 255882"/>
                <a:gd name="connsiteY114" fmla="*/ 15072 h 255676"/>
                <a:gd name="connsiteX115" fmla="*/ 92049 w 255882"/>
                <a:gd name="connsiteY115" fmla="*/ 28958 h 255676"/>
                <a:gd name="connsiteX116" fmla="*/ 106966 w 255882"/>
                <a:gd name="connsiteY116" fmla="*/ 28890 h 255676"/>
                <a:gd name="connsiteX117" fmla="*/ 108754 w 255882"/>
                <a:gd name="connsiteY117" fmla="*/ 22565 h 255676"/>
                <a:gd name="connsiteX118" fmla="*/ 110953 w 255882"/>
                <a:gd name="connsiteY118" fmla="*/ 6479 h 255676"/>
                <a:gd name="connsiteX119" fmla="*/ 116934 w 255882"/>
                <a:gd name="connsiteY119" fmla="*/ 292 h 255676"/>
                <a:gd name="connsiteX120" fmla="*/ 122296 w 255882"/>
                <a:gd name="connsiteY120" fmla="*/ 86 h 25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255882" h="255676">
                  <a:moveTo>
                    <a:pt x="127864" y="81461"/>
                  </a:moveTo>
                  <a:cubicBezTo>
                    <a:pt x="102426" y="81461"/>
                    <a:pt x="81805" y="102082"/>
                    <a:pt x="81805" y="127520"/>
                  </a:cubicBezTo>
                  <a:cubicBezTo>
                    <a:pt x="81805" y="152958"/>
                    <a:pt x="102426" y="173579"/>
                    <a:pt x="127864" y="173579"/>
                  </a:cubicBezTo>
                  <a:cubicBezTo>
                    <a:pt x="153302" y="173579"/>
                    <a:pt x="173923" y="152958"/>
                    <a:pt x="173923" y="127520"/>
                  </a:cubicBezTo>
                  <a:cubicBezTo>
                    <a:pt x="173923" y="102082"/>
                    <a:pt x="153302" y="81461"/>
                    <a:pt x="127864" y="81461"/>
                  </a:cubicBezTo>
                  <a:close/>
                  <a:moveTo>
                    <a:pt x="122296" y="86"/>
                  </a:moveTo>
                  <a:cubicBezTo>
                    <a:pt x="124908" y="223"/>
                    <a:pt x="126696" y="1598"/>
                    <a:pt x="127383" y="4211"/>
                  </a:cubicBezTo>
                  <a:cubicBezTo>
                    <a:pt x="129033" y="10054"/>
                    <a:pt x="130752" y="15966"/>
                    <a:pt x="132401" y="21809"/>
                  </a:cubicBezTo>
                  <a:cubicBezTo>
                    <a:pt x="134120" y="27790"/>
                    <a:pt x="139070" y="30608"/>
                    <a:pt x="145188" y="29027"/>
                  </a:cubicBezTo>
                  <a:cubicBezTo>
                    <a:pt x="147181" y="28546"/>
                    <a:pt x="148350" y="27102"/>
                    <a:pt x="149312" y="25452"/>
                  </a:cubicBezTo>
                  <a:cubicBezTo>
                    <a:pt x="152475" y="20022"/>
                    <a:pt x="155706" y="14591"/>
                    <a:pt x="158937" y="9160"/>
                  </a:cubicBezTo>
                  <a:cubicBezTo>
                    <a:pt x="160999" y="5654"/>
                    <a:pt x="162786" y="4898"/>
                    <a:pt x="166705" y="5929"/>
                  </a:cubicBezTo>
                  <a:cubicBezTo>
                    <a:pt x="174542" y="7923"/>
                    <a:pt x="175573" y="9641"/>
                    <a:pt x="174404" y="18372"/>
                  </a:cubicBezTo>
                  <a:cubicBezTo>
                    <a:pt x="173717" y="23596"/>
                    <a:pt x="173098" y="28821"/>
                    <a:pt x="172479" y="34046"/>
                  </a:cubicBezTo>
                  <a:cubicBezTo>
                    <a:pt x="172410" y="34595"/>
                    <a:pt x="172410" y="35145"/>
                    <a:pt x="172479" y="35695"/>
                  </a:cubicBezTo>
                  <a:cubicBezTo>
                    <a:pt x="173373" y="41264"/>
                    <a:pt x="181828" y="45113"/>
                    <a:pt x="186434" y="41882"/>
                  </a:cubicBezTo>
                  <a:cubicBezTo>
                    <a:pt x="191659" y="38170"/>
                    <a:pt x="196677" y="34252"/>
                    <a:pt x="201764" y="30402"/>
                  </a:cubicBezTo>
                  <a:cubicBezTo>
                    <a:pt x="205476" y="27584"/>
                    <a:pt x="207333" y="27652"/>
                    <a:pt x="211045" y="30540"/>
                  </a:cubicBezTo>
                  <a:cubicBezTo>
                    <a:pt x="211526" y="30952"/>
                    <a:pt x="212007" y="31296"/>
                    <a:pt x="212488" y="31777"/>
                  </a:cubicBezTo>
                  <a:cubicBezTo>
                    <a:pt x="216819" y="35902"/>
                    <a:pt x="217025" y="37139"/>
                    <a:pt x="214069" y="42364"/>
                  </a:cubicBezTo>
                  <a:cubicBezTo>
                    <a:pt x="211251" y="47382"/>
                    <a:pt x="208570" y="52469"/>
                    <a:pt x="205614" y="57418"/>
                  </a:cubicBezTo>
                  <a:cubicBezTo>
                    <a:pt x="203483" y="61062"/>
                    <a:pt x="204445" y="64087"/>
                    <a:pt x="206783" y="67180"/>
                  </a:cubicBezTo>
                  <a:cubicBezTo>
                    <a:pt x="209120" y="70274"/>
                    <a:pt x="211801" y="71786"/>
                    <a:pt x="215719" y="70755"/>
                  </a:cubicBezTo>
                  <a:cubicBezTo>
                    <a:pt x="221769" y="69174"/>
                    <a:pt x="227818" y="67661"/>
                    <a:pt x="233799" y="66011"/>
                  </a:cubicBezTo>
                  <a:cubicBezTo>
                    <a:pt x="237649" y="64980"/>
                    <a:pt x="239367" y="65599"/>
                    <a:pt x="241498" y="68967"/>
                  </a:cubicBezTo>
                  <a:cubicBezTo>
                    <a:pt x="242461" y="70411"/>
                    <a:pt x="243286" y="71923"/>
                    <a:pt x="243836" y="73573"/>
                  </a:cubicBezTo>
                  <a:cubicBezTo>
                    <a:pt x="244867" y="76529"/>
                    <a:pt x="244385" y="78385"/>
                    <a:pt x="241911" y="80379"/>
                  </a:cubicBezTo>
                  <a:cubicBezTo>
                    <a:pt x="236755" y="84504"/>
                    <a:pt x="231668" y="88628"/>
                    <a:pt x="226443" y="92684"/>
                  </a:cubicBezTo>
                  <a:cubicBezTo>
                    <a:pt x="223831" y="94678"/>
                    <a:pt x="223144" y="97152"/>
                    <a:pt x="223694" y="100177"/>
                  </a:cubicBezTo>
                  <a:cubicBezTo>
                    <a:pt x="223900" y="101208"/>
                    <a:pt x="224244" y="102171"/>
                    <a:pt x="224519" y="103202"/>
                  </a:cubicBezTo>
                  <a:cubicBezTo>
                    <a:pt x="225412" y="106433"/>
                    <a:pt x="227543" y="108220"/>
                    <a:pt x="230843" y="108633"/>
                  </a:cubicBezTo>
                  <a:cubicBezTo>
                    <a:pt x="237099" y="109458"/>
                    <a:pt x="243354" y="110351"/>
                    <a:pt x="249541" y="111176"/>
                  </a:cubicBezTo>
                  <a:cubicBezTo>
                    <a:pt x="253254" y="111657"/>
                    <a:pt x="255178" y="113445"/>
                    <a:pt x="255591" y="117157"/>
                  </a:cubicBezTo>
                  <a:cubicBezTo>
                    <a:pt x="255797" y="118944"/>
                    <a:pt x="256003" y="120732"/>
                    <a:pt x="255797" y="122519"/>
                  </a:cubicBezTo>
                  <a:cubicBezTo>
                    <a:pt x="255453" y="125337"/>
                    <a:pt x="254010" y="126919"/>
                    <a:pt x="251398" y="127675"/>
                  </a:cubicBezTo>
                  <a:cubicBezTo>
                    <a:pt x="245554" y="129325"/>
                    <a:pt x="239642" y="130974"/>
                    <a:pt x="233799" y="132693"/>
                  </a:cubicBezTo>
                  <a:cubicBezTo>
                    <a:pt x="228093" y="134343"/>
                    <a:pt x="225481" y="138674"/>
                    <a:pt x="226650" y="144586"/>
                  </a:cubicBezTo>
                  <a:cubicBezTo>
                    <a:pt x="227062" y="146854"/>
                    <a:pt x="228368" y="148298"/>
                    <a:pt x="230293" y="149398"/>
                  </a:cubicBezTo>
                  <a:cubicBezTo>
                    <a:pt x="235655" y="152560"/>
                    <a:pt x="241017" y="155722"/>
                    <a:pt x="246448" y="158884"/>
                  </a:cubicBezTo>
                  <a:cubicBezTo>
                    <a:pt x="250435" y="161222"/>
                    <a:pt x="251054" y="162597"/>
                    <a:pt x="249954" y="167065"/>
                  </a:cubicBezTo>
                  <a:cubicBezTo>
                    <a:pt x="249885" y="167340"/>
                    <a:pt x="249885" y="167615"/>
                    <a:pt x="249816" y="167890"/>
                  </a:cubicBezTo>
                  <a:cubicBezTo>
                    <a:pt x="248166" y="173321"/>
                    <a:pt x="246310" y="176002"/>
                    <a:pt x="240123" y="174833"/>
                  </a:cubicBezTo>
                  <a:cubicBezTo>
                    <a:pt x="234555" y="173733"/>
                    <a:pt x="228849" y="173527"/>
                    <a:pt x="223212" y="172702"/>
                  </a:cubicBezTo>
                  <a:cubicBezTo>
                    <a:pt x="219225" y="172152"/>
                    <a:pt x="216613" y="173733"/>
                    <a:pt x="214688" y="177102"/>
                  </a:cubicBezTo>
                  <a:cubicBezTo>
                    <a:pt x="212695" y="180539"/>
                    <a:pt x="211801" y="183770"/>
                    <a:pt x="214551" y="187276"/>
                  </a:cubicBezTo>
                  <a:cubicBezTo>
                    <a:pt x="218263" y="192019"/>
                    <a:pt x="221838" y="196900"/>
                    <a:pt x="225481" y="201712"/>
                  </a:cubicBezTo>
                  <a:cubicBezTo>
                    <a:pt x="228506" y="205630"/>
                    <a:pt x="228506" y="207212"/>
                    <a:pt x="225481" y="211130"/>
                  </a:cubicBezTo>
                  <a:cubicBezTo>
                    <a:pt x="225343" y="211267"/>
                    <a:pt x="225206" y="211474"/>
                    <a:pt x="225068" y="211611"/>
                  </a:cubicBezTo>
                  <a:cubicBezTo>
                    <a:pt x="221081" y="215873"/>
                    <a:pt x="219500" y="217729"/>
                    <a:pt x="213245" y="213948"/>
                  </a:cubicBezTo>
                  <a:cubicBezTo>
                    <a:pt x="208432" y="211061"/>
                    <a:pt x="203345" y="208586"/>
                    <a:pt x="198602" y="205699"/>
                  </a:cubicBezTo>
                  <a:cubicBezTo>
                    <a:pt x="194684" y="203362"/>
                    <a:pt x="191659" y="204737"/>
                    <a:pt x="188565" y="207143"/>
                  </a:cubicBezTo>
                  <a:cubicBezTo>
                    <a:pt x="185472" y="209480"/>
                    <a:pt x="184234" y="212299"/>
                    <a:pt x="185334" y="216217"/>
                  </a:cubicBezTo>
                  <a:cubicBezTo>
                    <a:pt x="187053" y="222267"/>
                    <a:pt x="188565" y="228385"/>
                    <a:pt x="190078" y="234503"/>
                  </a:cubicBezTo>
                  <a:cubicBezTo>
                    <a:pt x="190903" y="237803"/>
                    <a:pt x="190215" y="239590"/>
                    <a:pt x="187397" y="241377"/>
                  </a:cubicBezTo>
                  <a:cubicBezTo>
                    <a:pt x="185884" y="242340"/>
                    <a:pt x="184303" y="243233"/>
                    <a:pt x="182585" y="243852"/>
                  </a:cubicBezTo>
                  <a:cubicBezTo>
                    <a:pt x="179560" y="244952"/>
                    <a:pt x="177360" y="244402"/>
                    <a:pt x="175366" y="241859"/>
                  </a:cubicBezTo>
                  <a:cubicBezTo>
                    <a:pt x="171585" y="237115"/>
                    <a:pt x="167805" y="232303"/>
                    <a:pt x="164024" y="227491"/>
                  </a:cubicBezTo>
                  <a:cubicBezTo>
                    <a:pt x="160380" y="222954"/>
                    <a:pt x="153781" y="222335"/>
                    <a:pt x="149381" y="226254"/>
                  </a:cubicBezTo>
                  <a:cubicBezTo>
                    <a:pt x="148213" y="227285"/>
                    <a:pt x="147663" y="228591"/>
                    <a:pt x="147456" y="230103"/>
                  </a:cubicBezTo>
                  <a:cubicBezTo>
                    <a:pt x="146563" y="236428"/>
                    <a:pt x="145532" y="242683"/>
                    <a:pt x="144844" y="249008"/>
                  </a:cubicBezTo>
                  <a:cubicBezTo>
                    <a:pt x="144432" y="252308"/>
                    <a:pt x="143126" y="254645"/>
                    <a:pt x="139895" y="255676"/>
                  </a:cubicBezTo>
                  <a:cubicBezTo>
                    <a:pt x="137145" y="255676"/>
                    <a:pt x="134326" y="255676"/>
                    <a:pt x="131577" y="255676"/>
                  </a:cubicBezTo>
                  <a:cubicBezTo>
                    <a:pt x="129652" y="254507"/>
                    <a:pt x="128552" y="252789"/>
                    <a:pt x="127933" y="250589"/>
                  </a:cubicBezTo>
                  <a:cubicBezTo>
                    <a:pt x="126283" y="244540"/>
                    <a:pt x="124427" y="238490"/>
                    <a:pt x="122777" y="232372"/>
                  </a:cubicBezTo>
                  <a:cubicBezTo>
                    <a:pt x="121884" y="229141"/>
                    <a:pt x="119890" y="227422"/>
                    <a:pt x="116659" y="227010"/>
                  </a:cubicBezTo>
                  <a:cubicBezTo>
                    <a:pt x="115422" y="226872"/>
                    <a:pt x="114184" y="226666"/>
                    <a:pt x="112947" y="226597"/>
                  </a:cubicBezTo>
                  <a:cubicBezTo>
                    <a:pt x="110060" y="226391"/>
                    <a:pt x="108066" y="227697"/>
                    <a:pt x="106622" y="230103"/>
                  </a:cubicBezTo>
                  <a:cubicBezTo>
                    <a:pt x="106072" y="230997"/>
                    <a:pt x="105591" y="231891"/>
                    <a:pt x="105041" y="232784"/>
                  </a:cubicBezTo>
                  <a:cubicBezTo>
                    <a:pt x="102154" y="237665"/>
                    <a:pt x="99335" y="242615"/>
                    <a:pt x="96380" y="247427"/>
                  </a:cubicBezTo>
                  <a:cubicBezTo>
                    <a:pt x="94798" y="250108"/>
                    <a:pt x="92873" y="250795"/>
                    <a:pt x="89849" y="250108"/>
                  </a:cubicBezTo>
                  <a:cubicBezTo>
                    <a:pt x="87993" y="249695"/>
                    <a:pt x="86274" y="249077"/>
                    <a:pt x="84555" y="248320"/>
                  </a:cubicBezTo>
                  <a:cubicBezTo>
                    <a:pt x="81531" y="246877"/>
                    <a:pt x="80568" y="245021"/>
                    <a:pt x="80981" y="241652"/>
                  </a:cubicBezTo>
                  <a:cubicBezTo>
                    <a:pt x="81737" y="235397"/>
                    <a:pt x="82356" y="229141"/>
                    <a:pt x="83249" y="222885"/>
                  </a:cubicBezTo>
                  <a:cubicBezTo>
                    <a:pt x="83868" y="218486"/>
                    <a:pt x="81531" y="216080"/>
                    <a:pt x="78094" y="214155"/>
                  </a:cubicBezTo>
                  <a:cubicBezTo>
                    <a:pt x="74725" y="212299"/>
                    <a:pt x="71700" y="212024"/>
                    <a:pt x="68538" y="214636"/>
                  </a:cubicBezTo>
                  <a:cubicBezTo>
                    <a:pt x="64139" y="218142"/>
                    <a:pt x="59533" y="221373"/>
                    <a:pt x="55133" y="224810"/>
                  </a:cubicBezTo>
                  <a:cubicBezTo>
                    <a:pt x="50665" y="228316"/>
                    <a:pt x="48740" y="229072"/>
                    <a:pt x="43240" y="224123"/>
                  </a:cubicBezTo>
                  <a:cubicBezTo>
                    <a:pt x="42897" y="223779"/>
                    <a:pt x="42553" y="223435"/>
                    <a:pt x="42209" y="223091"/>
                  </a:cubicBezTo>
                  <a:cubicBezTo>
                    <a:pt x="39528" y="220342"/>
                    <a:pt x="39253" y="218211"/>
                    <a:pt x="41178" y="214842"/>
                  </a:cubicBezTo>
                  <a:cubicBezTo>
                    <a:pt x="44134" y="209549"/>
                    <a:pt x="47159" y="204187"/>
                    <a:pt x="50115" y="198893"/>
                  </a:cubicBezTo>
                  <a:cubicBezTo>
                    <a:pt x="50940" y="197381"/>
                    <a:pt x="51833" y="195869"/>
                    <a:pt x="51627" y="194013"/>
                  </a:cubicBezTo>
                  <a:cubicBezTo>
                    <a:pt x="51146" y="188444"/>
                    <a:pt x="44959" y="184045"/>
                    <a:pt x="39597" y="185420"/>
                  </a:cubicBezTo>
                  <a:cubicBezTo>
                    <a:pt x="33410" y="187001"/>
                    <a:pt x="27223" y="188582"/>
                    <a:pt x="21105" y="190232"/>
                  </a:cubicBezTo>
                  <a:cubicBezTo>
                    <a:pt x="18630" y="190919"/>
                    <a:pt x="16774" y="190163"/>
                    <a:pt x="15193" y="188238"/>
                  </a:cubicBezTo>
                  <a:cubicBezTo>
                    <a:pt x="13887" y="186657"/>
                    <a:pt x="13062" y="184870"/>
                    <a:pt x="12237" y="183014"/>
                  </a:cubicBezTo>
                  <a:cubicBezTo>
                    <a:pt x="10862" y="179783"/>
                    <a:pt x="11481" y="177445"/>
                    <a:pt x="14230" y="175314"/>
                  </a:cubicBezTo>
                  <a:cubicBezTo>
                    <a:pt x="18767" y="171671"/>
                    <a:pt x="23373" y="168096"/>
                    <a:pt x="27910" y="164453"/>
                  </a:cubicBezTo>
                  <a:cubicBezTo>
                    <a:pt x="32722" y="160741"/>
                    <a:pt x="33135" y="159159"/>
                    <a:pt x="31554" y="153385"/>
                  </a:cubicBezTo>
                  <a:cubicBezTo>
                    <a:pt x="30454" y="149604"/>
                    <a:pt x="28185" y="147611"/>
                    <a:pt x="24198" y="147198"/>
                  </a:cubicBezTo>
                  <a:cubicBezTo>
                    <a:pt x="18424" y="146579"/>
                    <a:pt x="12718" y="145479"/>
                    <a:pt x="6943" y="144861"/>
                  </a:cubicBezTo>
                  <a:cubicBezTo>
                    <a:pt x="3644" y="144517"/>
                    <a:pt x="1306" y="143211"/>
                    <a:pt x="138" y="140049"/>
                  </a:cubicBezTo>
                  <a:cubicBezTo>
                    <a:pt x="0" y="137093"/>
                    <a:pt x="0" y="134343"/>
                    <a:pt x="0" y="131525"/>
                  </a:cubicBezTo>
                  <a:cubicBezTo>
                    <a:pt x="1100" y="129462"/>
                    <a:pt x="2819" y="128431"/>
                    <a:pt x="5019" y="127881"/>
                  </a:cubicBezTo>
                  <a:cubicBezTo>
                    <a:pt x="10931" y="126300"/>
                    <a:pt x="16705" y="124513"/>
                    <a:pt x="22617" y="122931"/>
                  </a:cubicBezTo>
                  <a:cubicBezTo>
                    <a:pt x="26192" y="121969"/>
                    <a:pt x="28323" y="119975"/>
                    <a:pt x="28667" y="116194"/>
                  </a:cubicBezTo>
                  <a:cubicBezTo>
                    <a:pt x="28735" y="115232"/>
                    <a:pt x="28873" y="114270"/>
                    <a:pt x="29010" y="113307"/>
                  </a:cubicBezTo>
                  <a:cubicBezTo>
                    <a:pt x="29354" y="110076"/>
                    <a:pt x="27910" y="107876"/>
                    <a:pt x="25229" y="106295"/>
                  </a:cubicBezTo>
                  <a:cubicBezTo>
                    <a:pt x="19867" y="103202"/>
                    <a:pt x="14574" y="100040"/>
                    <a:pt x="9281" y="96946"/>
                  </a:cubicBezTo>
                  <a:cubicBezTo>
                    <a:pt x="5362" y="94678"/>
                    <a:pt x="4675" y="92959"/>
                    <a:pt x="5843" y="88560"/>
                  </a:cubicBezTo>
                  <a:cubicBezTo>
                    <a:pt x="5981" y="88147"/>
                    <a:pt x="6050" y="87735"/>
                    <a:pt x="6187" y="87391"/>
                  </a:cubicBezTo>
                  <a:cubicBezTo>
                    <a:pt x="7906" y="81685"/>
                    <a:pt x="9418" y="80585"/>
                    <a:pt x="15261" y="81135"/>
                  </a:cubicBezTo>
                  <a:cubicBezTo>
                    <a:pt x="20898" y="81685"/>
                    <a:pt x="26535" y="82304"/>
                    <a:pt x="32173" y="83060"/>
                  </a:cubicBezTo>
                  <a:cubicBezTo>
                    <a:pt x="36641" y="83610"/>
                    <a:pt x="38566" y="82854"/>
                    <a:pt x="40834" y="79073"/>
                  </a:cubicBezTo>
                  <a:cubicBezTo>
                    <a:pt x="44065" y="73848"/>
                    <a:pt x="43928" y="72198"/>
                    <a:pt x="40147" y="67318"/>
                  </a:cubicBezTo>
                  <a:cubicBezTo>
                    <a:pt x="36572" y="62712"/>
                    <a:pt x="33066" y="58037"/>
                    <a:pt x="29629" y="53363"/>
                  </a:cubicBezTo>
                  <a:cubicBezTo>
                    <a:pt x="27567" y="50613"/>
                    <a:pt x="27567" y="48344"/>
                    <a:pt x="29629" y="45595"/>
                  </a:cubicBezTo>
                  <a:cubicBezTo>
                    <a:pt x="30660" y="44220"/>
                    <a:pt x="31760" y="42845"/>
                    <a:pt x="33066" y="41745"/>
                  </a:cubicBezTo>
                  <a:cubicBezTo>
                    <a:pt x="35678" y="39545"/>
                    <a:pt x="37466" y="39270"/>
                    <a:pt x="40422" y="40920"/>
                  </a:cubicBezTo>
                  <a:cubicBezTo>
                    <a:pt x="45646" y="43807"/>
                    <a:pt x="51008" y="46488"/>
                    <a:pt x="56027" y="49719"/>
                  </a:cubicBezTo>
                  <a:cubicBezTo>
                    <a:pt x="61801" y="53431"/>
                    <a:pt x="65788" y="50957"/>
                    <a:pt x="69982" y="45801"/>
                  </a:cubicBezTo>
                  <a:cubicBezTo>
                    <a:pt x="71357" y="44082"/>
                    <a:pt x="70875" y="41814"/>
                    <a:pt x="70325" y="39751"/>
                  </a:cubicBezTo>
                  <a:cubicBezTo>
                    <a:pt x="68813" y="33908"/>
                    <a:pt x="67301" y="28065"/>
                    <a:pt x="65788" y="22221"/>
                  </a:cubicBezTo>
                  <a:cubicBezTo>
                    <a:pt x="64688" y="18028"/>
                    <a:pt x="65376" y="16309"/>
                    <a:pt x="69088" y="14110"/>
                  </a:cubicBezTo>
                  <a:cubicBezTo>
                    <a:pt x="69913" y="13628"/>
                    <a:pt x="70738" y="13147"/>
                    <a:pt x="71632" y="12735"/>
                  </a:cubicBezTo>
                  <a:cubicBezTo>
                    <a:pt x="76100" y="10672"/>
                    <a:pt x="78094" y="11154"/>
                    <a:pt x="81118" y="15072"/>
                  </a:cubicBezTo>
                  <a:cubicBezTo>
                    <a:pt x="84762" y="19678"/>
                    <a:pt x="88405" y="24353"/>
                    <a:pt x="92049" y="28958"/>
                  </a:cubicBezTo>
                  <a:cubicBezTo>
                    <a:pt x="95486" y="33221"/>
                    <a:pt x="103529" y="33221"/>
                    <a:pt x="106966" y="28890"/>
                  </a:cubicBezTo>
                  <a:cubicBezTo>
                    <a:pt x="108410" y="27034"/>
                    <a:pt x="108410" y="24696"/>
                    <a:pt x="108754" y="22565"/>
                  </a:cubicBezTo>
                  <a:cubicBezTo>
                    <a:pt x="109578" y="17203"/>
                    <a:pt x="110266" y="11841"/>
                    <a:pt x="110953" y="6479"/>
                  </a:cubicBezTo>
                  <a:cubicBezTo>
                    <a:pt x="111503" y="2217"/>
                    <a:pt x="112672" y="1048"/>
                    <a:pt x="116934" y="292"/>
                  </a:cubicBezTo>
                  <a:cubicBezTo>
                    <a:pt x="118721" y="-52"/>
                    <a:pt x="120509" y="-52"/>
                    <a:pt x="122296" y="86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EE38B58-01FE-4D5B-B52B-DF7FB23D2B2C}"/>
              </a:ext>
            </a:extLst>
          </p:cNvPr>
          <p:cNvGrpSpPr/>
          <p:nvPr userDrawn="1"/>
        </p:nvGrpSpPr>
        <p:grpSpPr>
          <a:xfrm rot="17572368" flipH="1">
            <a:off x="1480750" y="1474295"/>
            <a:ext cx="487113" cy="1701453"/>
            <a:chOff x="391499" y="630207"/>
            <a:chExt cx="531848" cy="159319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DC60DCB-AA80-49A7-A330-6DEA44AF3C32}"/>
                </a:ext>
              </a:extLst>
            </p:cNvPr>
            <p:cNvSpPr/>
            <p:nvPr/>
          </p:nvSpPr>
          <p:spPr>
            <a:xfrm rot="20495611">
              <a:off x="400453" y="630207"/>
              <a:ext cx="522894" cy="1539139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126044E-368C-440B-B94F-7A414E81ED0E}"/>
                </a:ext>
              </a:extLst>
            </p:cNvPr>
            <p:cNvSpPr/>
            <p:nvPr/>
          </p:nvSpPr>
          <p:spPr>
            <a:xfrm rot="20495611">
              <a:off x="391499" y="684262"/>
              <a:ext cx="191608" cy="153913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09EA3D-BF09-4750-8B89-52062CCAA8D8}"/>
              </a:ext>
            </a:extLst>
          </p:cNvPr>
          <p:cNvGrpSpPr/>
          <p:nvPr userDrawn="1"/>
        </p:nvGrpSpPr>
        <p:grpSpPr>
          <a:xfrm rot="9737426" flipH="1">
            <a:off x="2091150" y="2624217"/>
            <a:ext cx="514460" cy="514460"/>
            <a:chOff x="121429" y="411151"/>
            <a:chExt cx="607375" cy="60737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CD88CA8-507A-4052-B3D1-5825B8BBAFFC}"/>
                </a:ext>
              </a:extLst>
            </p:cNvPr>
            <p:cNvSpPr/>
            <p:nvPr/>
          </p:nvSpPr>
          <p:spPr>
            <a:xfrm>
              <a:off x="121429" y="411151"/>
              <a:ext cx="607375" cy="607375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9BC079D-A9B7-4437-8CA1-2DF8E7A33A14}"/>
                </a:ext>
              </a:extLst>
            </p:cNvPr>
            <p:cNvSpPr/>
            <p:nvPr/>
          </p:nvSpPr>
          <p:spPr>
            <a:xfrm>
              <a:off x="186933" y="476655"/>
              <a:ext cx="476367" cy="476367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8F9EC3F-3387-4CF3-A03F-AC9058376362}"/>
                </a:ext>
              </a:extLst>
            </p:cNvPr>
            <p:cNvSpPr/>
            <p:nvPr/>
          </p:nvSpPr>
          <p:spPr>
            <a:xfrm>
              <a:off x="306264" y="596604"/>
              <a:ext cx="237705" cy="236465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C56068D-EB7D-490A-87C5-924066AB69B5}"/>
                </a:ext>
              </a:extLst>
            </p:cNvPr>
            <p:cNvSpPr/>
            <p:nvPr/>
          </p:nvSpPr>
          <p:spPr>
            <a:xfrm>
              <a:off x="385558" y="675280"/>
              <a:ext cx="79122" cy="7912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3646BA1-CE2A-4CBB-97E9-9222C9AD8E3F}"/>
              </a:ext>
            </a:extLst>
          </p:cNvPr>
          <p:cNvGrpSpPr/>
          <p:nvPr userDrawn="1"/>
        </p:nvGrpSpPr>
        <p:grpSpPr>
          <a:xfrm rot="9743765" flipH="1">
            <a:off x="849043" y="392925"/>
            <a:ext cx="459928" cy="1377757"/>
            <a:chOff x="391499" y="630207"/>
            <a:chExt cx="531845" cy="159319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DE287937-2334-4531-AC46-A7DC53F51BD5}"/>
                </a:ext>
              </a:extLst>
            </p:cNvPr>
            <p:cNvSpPr/>
            <p:nvPr/>
          </p:nvSpPr>
          <p:spPr>
            <a:xfrm rot="20495611">
              <a:off x="400452" y="630207"/>
              <a:ext cx="522892" cy="153913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1EE65D8-6FBD-4080-AA95-429B44E248D1}"/>
                </a:ext>
              </a:extLst>
            </p:cNvPr>
            <p:cNvSpPr/>
            <p:nvPr/>
          </p:nvSpPr>
          <p:spPr>
            <a:xfrm rot="20495611">
              <a:off x="391499" y="684262"/>
              <a:ext cx="191607" cy="1539138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6227990C-BB00-45E1-9810-8A586B2334D7}"/>
              </a:ext>
            </a:extLst>
          </p:cNvPr>
          <p:cNvSpPr/>
          <p:nvPr userDrawn="1"/>
        </p:nvSpPr>
        <p:spPr>
          <a:xfrm rot="10800000" flipH="1">
            <a:off x="747743" y="1420860"/>
            <a:ext cx="618628" cy="6186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FC309BA-165E-4651-AC85-AA6CD5F0458E}"/>
              </a:ext>
            </a:extLst>
          </p:cNvPr>
          <p:cNvSpPr/>
          <p:nvPr userDrawn="1"/>
        </p:nvSpPr>
        <p:spPr>
          <a:xfrm rot="10800000" flipH="1">
            <a:off x="814461" y="1487577"/>
            <a:ext cx="485192" cy="485192"/>
          </a:xfrm>
          <a:custGeom>
            <a:avLst/>
            <a:gdLst>
              <a:gd name="connsiteX0" fmla="*/ 977265 w 1950394"/>
              <a:gd name="connsiteY0" fmla="*/ 1954006 h 1950394"/>
              <a:gd name="connsiteX1" fmla="*/ 4 w 1950394"/>
              <a:gd name="connsiteY1" fmla="*/ 977261 h 1950394"/>
              <a:gd name="connsiteX2" fmla="*/ 976749 w 1950394"/>
              <a:gd name="connsiteY2" fmla="*/ 0 h 1950394"/>
              <a:gd name="connsiteX3" fmla="*/ 1953494 w 1950394"/>
              <a:gd name="connsiteY3" fmla="*/ 976229 h 1950394"/>
              <a:gd name="connsiteX4" fmla="*/ 977265 w 1950394"/>
              <a:gd name="connsiteY4" fmla="*/ 1954006 h 1950394"/>
              <a:gd name="connsiteX5" fmla="*/ 1198104 w 1950394"/>
              <a:gd name="connsiteY5" fmla="*/ 1613977 h 1950394"/>
              <a:gd name="connsiteX6" fmla="*/ 1221839 w 1950394"/>
              <a:gd name="connsiteY6" fmla="*/ 1574763 h 1950394"/>
              <a:gd name="connsiteX7" fmla="*/ 1240930 w 1950394"/>
              <a:gd name="connsiteY7" fmla="*/ 1566507 h 1950394"/>
              <a:gd name="connsiteX8" fmla="*/ 1257957 w 1950394"/>
              <a:gd name="connsiteY8" fmla="*/ 1569603 h 1950394"/>
              <a:gd name="connsiteX9" fmla="*/ 1298203 w 1950394"/>
              <a:gd name="connsiteY9" fmla="*/ 1624297 h 1950394"/>
              <a:gd name="connsiteX10" fmla="*/ 1311619 w 1950394"/>
              <a:gd name="connsiteY10" fmla="*/ 1629456 h 1950394"/>
              <a:gd name="connsiteX11" fmla="*/ 1375084 w 1950394"/>
              <a:gd name="connsiteY11" fmla="*/ 1592822 h 1950394"/>
              <a:gd name="connsiteX12" fmla="*/ 1377148 w 1950394"/>
              <a:gd name="connsiteY12" fmla="*/ 1578891 h 1950394"/>
              <a:gd name="connsiteX13" fmla="*/ 1349285 w 1950394"/>
              <a:gd name="connsiteY13" fmla="*/ 1515426 h 1950394"/>
              <a:gd name="connsiteX14" fmla="*/ 1353413 w 1950394"/>
              <a:gd name="connsiteY14" fmla="*/ 1502010 h 1950394"/>
              <a:gd name="connsiteX15" fmla="*/ 1385919 w 1950394"/>
              <a:gd name="connsiteY15" fmla="*/ 1476727 h 1950394"/>
              <a:gd name="connsiteX16" fmla="*/ 1400883 w 1950394"/>
              <a:gd name="connsiteY16" fmla="*/ 1476727 h 1950394"/>
              <a:gd name="connsiteX17" fmla="*/ 1452996 w 1950394"/>
              <a:gd name="connsiteY17" fmla="*/ 1518005 h 1950394"/>
              <a:gd name="connsiteX18" fmla="*/ 1470024 w 1950394"/>
              <a:gd name="connsiteY18" fmla="*/ 1519553 h 1950394"/>
              <a:gd name="connsiteX19" fmla="*/ 1519041 w 1950394"/>
              <a:gd name="connsiteY19" fmla="*/ 1470535 h 1950394"/>
              <a:gd name="connsiteX20" fmla="*/ 1518010 w 1950394"/>
              <a:gd name="connsiteY20" fmla="*/ 1453508 h 1950394"/>
              <a:gd name="connsiteX21" fmla="*/ 1475699 w 1950394"/>
              <a:gd name="connsiteY21" fmla="*/ 1400363 h 1950394"/>
              <a:gd name="connsiteX22" fmla="*/ 1476215 w 1950394"/>
              <a:gd name="connsiteY22" fmla="*/ 1386431 h 1950394"/>
              <a:gd name="connsiteX23" fmla="*/ 1501498 w 1950394"/>
              <a:gd name="connsiteY23" fmla="*/ 1353925 h 1950394"/>
              <a:gd name="connsiteX24" fmla="*/ 1515946 w 1950394"/>
              <a:gd name="connsiteY24" fmla="*/ 1349797 h 1950394"/>
              <a:gd name="connsiteX25" fmla="*/ 1579411 w 1950394"/>
              <a:gd name="connsiteY25" fmla="*/ 1377660 h 1950394"/>
              <a:gd name="connsiteX26" fmla="*/ 1592310 w 1950394"/>
              <a:gd name="connsiteY26" fmla="*/ 1375596 h 1950394"/>
              <a:gd name="connsiteX27" fmla="*/ 1628945 w 1950394"/>
              <a:gd name="connsiteY27" fmla="*/ 1312130 h 1950394"/>
              <a:gd name="connsiteX28" fmla="*/ 1623785 w 1950394"/>
              <a:gd name="connsiteY28" fmla="*/ 1298199 h 1950394"/>
              <a:gd name="connsiteX29" fmla="*/ 1577863 w 1950394"/>
              <a:gd name="connsiteY29" fmla="*/ 1265692 h 1950394"/>
              <a:gd name="connsiteX30" fmla="*/ 1571155 w 1950394"/>
              <a:gd name="connsiteY30" fmla="*/ 1230090 h 1950394"/>
              <a:gd name="connsiteX31" fmla="*/ 1579927 w 1950394"/>
              <a:gd name="connsiteY31" fmla="*/ 1208419 h 1950394"/>
              <a:gd name="connsiteX32" fmla="*/ 1596438 w 1950394"/>
              <a:gd name="connsiteY32" fmla="*/ 1197583 h 1950394"/>
              <a:gd name="connsiteX33" fmla="*/ 1660935 w 1950394"/>
              <a:gd name="connsiteY33" fmla="*/ 1207387 h 1950394"/>
              <a:gd name="connsiteX34" fmla="*/ 1675383 w 1950394"/>
              <a:gd name="connsiteY34" fmla="*/ 1201195 h 1950394"/>
              <a:gd name="connsiteX35" fmla="*/ 1693442 w 1950394"/>
              <a:gd name="connsiteY35" fmla="*/ 1132570 h 1950394"/>
              <a:gd name="connsiteX36" fmla="*/ 1684154 w 1950394"/>
              <a:gd name="connsiteY36" fmla="*/ 1119155 h 1950394"/>
              <a:gd name="connsiteX37" fmla="*/ 1621205 w 1950394"/>
              <a:gd name="connsiteY37" fmla="*/ 1093872 h 1950394"/>
              <a:gd name="connsiteX38" fmla="*/ 1614497 w 1950394"/>
              <a:gd name="connsiteY38" fmla="*/ 1083037 h 1950394"/>
              <a:gd name="connsiteX39" fmla="*/ 1620173 w 1950394"/>
              <a:gd name="connsiteY39" fmla="*/ 1042274 h 1950394"/>
              <a:gd name="connsiteX40" fmla="*/ 1632557 w 1950394"/>
              <a:gd name="connsiteY40" fmla="*/ 1029891 h 1950394"/>
              <a:gd name="connsiteX41" fmla="*/ 1696022 w 1950394"/>
              <a:gd name="connsiteY41" fmla="*/ 1022667 h 1950394"/>
              <a:gd name="connsiteX42" fmla="*/ 1709437 w 1950394"/>
              <a:gd name="connsiteY42" fmla="*/ 1010800 h 1950394"/>
              <a:gd name="connsiteX43" fmla="*/ 1709437 w 1950394"/>
              <a:gd name="connsiteY43" fmla="*/ 943723 h 1950394"/>
              <a:gd name="connsiteX44" fmla="*/ 1694990 w 1950394"/>
              <a:gd name="connsiteY44" fmla="*/ 931339 h 1950394"/>
              <a:gd name="connsiteX45" fmla="*/ 1650616 w 1950394"/>
              <a:gd name="connsiteY45" fmla="*/ 928243 h 1950394"/>
              <a:gd name="connsiteX46" fmla="*/ 1618109 w 1950394"/>
              <a:gd name="connsiteY46" fmla="*/ 892125 h 1950394"/>
              <a:gd name="connsiteX47" fmla="*/ 1615013 w 1950394"/>
              <a:gd name="connsiteY47" fmla="*/ 874582 h 1950394"/>
              <a:gd name="connsiteX48" fmla="*/ 1622753 w 1950394"/>
              <a:gd name="connsiteY48" fmla="*/ 859102 h 1950394"/>
              <a:gd name="connsiteX49" fmla="*/ 1684670 w 1950394"/>
              <a:gd name="connsiteY49" fmla="*/ 834851 h 1950394"/>
              <a:gd name="connsiteX50" fmla="*/ 1693442 w 1950394"/>
              <a:gd name="connsiteY50" fmla="*/ 821952 h 1950394"/>
              <a:gd name="connsiteX51" fmla="*/ 1674867 w 1950394"/>
              <a:gd name="connsiteY51" fmla="*/ 753327 h 1950394"/>
              <a:gd name="connsiteX52" fmla="*/ 1659903 w 1950394"/>
              <a:gd name="connsiteY52" fmla="*/ 746619 h 1950394"/>
              <a:gd name="connsiteX53" fmla="*/ 1594374 w 1950394"/>
              <a:gd name="connsiteY53" fmla="*/ 756423 h 1950394"/>
              <a:gd name="connsiteX54" fmla="*/ 1580443 w 1950394"/>
              <a:gd name="connsiteY54" fmla="*/ 747651 h 1950394"/>
              <a:gd name="connsiteX55" fmla="*/ 1565995 w 1950394"/>
              <a:gd name="connsiteY55" fmla="*/ 713081 h 1950394"/>
              <a:gd name="connsiteX56" fmla="*/ 1570123 w 1950394"/>
              <a:gd name="connsiteY56" fmla="*/ 696054 h 1950394"/>
              <a:gd name="connsiteX57" fmla="*/ 1623269 w 1950394"/>
              <a:gd name="connsiteY57" fmla="*/ 656323 h 1950394"/>
              <a:gd name="connsiteX58" fmla="*/ 1628429 w 1950394"/>
              <a:gd name="connsiteY58" fmla="*/ 641876 h 1950394"/>
              <a:gd name="connsiteX59" fmla="*/ 1592310 w 1950394"/>
              <a:gd name="connsiteY59" fmla="*/ 579443 h 1950394"/>
              <a:gd name="connsiteX60" fmla="*/ 1578379 w 1950394"/>
              <a:gd name="connsiteY60" fmla="*/ 576863 h 1950394"/>
              <a:gd name="connsiteX61" fmla="*/ 1532457 w 1950394"/>
              <a:gd name="connsiteY61" fmla="*/ 599050 h 1950394"/>
              <a:gd name="connsiteX62" fmla="*/ 1490147 w 1950394"/>
              <a:gd name="connsiteY62" fmla="*/ 585118 h 1950394"/>
              <a:gd name="connsiteX63" fmla="*/ 1477247 w 1950394"/>
              <a:gd name="connsiteY63" fmla="*/ 569123 h 1950394"/>
              <a:gd name="connsiteX64" fmla="*/ 1476731 w 1950394"/>
              <a:gd name="connsiteY64" fmla="*/ 552096 h 1950394"/>
              <a:gd name="connsiteX65" fmla="*/ 1518525 w 1950394"/>
              <a:gd name="connsiteY65" fmla="*/ 499982 h 1950394"/>
              <a:gd name="connsiteX66" fmla="*/ 1519557 w 1950394"/>
              <a:gd name="connsiteY66" fmla="*/ 483987 h 1950394"/>
              <a:gd name="connsiteX67" fmla="*/ 1470540 w 1950394"/>
              <a:gd name="connsiteY67" fmla="*/ 434453 h 1950394"/>
              <a:gd name="connsiteX68" fmla="*/ 1452480 w 1950394"/>
              <a:gd name="connsiteY68" fmla="*/ 436001 h 1950394"/>
              <a:gd name="connsiteX69" fmla="*/ 1418942 w 1950394"/>
              <a:gd name="connsiteY69" fmla="*/ 465412 h 1950394"/>
              <a:gd name="connsiteX70" fmla="*/ 1369408 w 1950394"/>
              <a:gd name="connsiteY70" fmla="*/ 463348 h 1950394"/>
              <a:gd name="connsiteX71" fmla="*/ 1354961 w 1950394"/>
              <a:gd name="connsiteY71" fmla="*/ 452512 h 1950394"/>
              <a:gd name="connsiteX72" fmla="*/ 1349801 w 1950394"/>
              <a:gd name="connsiteY72" fmla="*/ 436001 h 1950394"/>
              <a:gd name="connsiteX73" fmla="*/ 1377148 w 1950394"/>
              <a:gd name="connsiteY73" fmla="*/ 374084 h 1950394"/>
              <a:gd name="connsiteX74" fmla="*/ 1374052 w 1950394"/>
              <a:gd name="connsiteY74" fmla="*/ 360152 h 1950394"/>
              <a:gd name="connsiteX75" fmla="*/ 1312651 w 1950394"/>
              <a:gd name="connsiteY75" fmla="*/ 324550 h 1950394"/>
              <a:gd name="connsiteX76" fmla="*/ 1296655 w 1950394"/>
              <a:gd name="connsiteY76" fmla="*/ 329193 h 1950394"/>
              <a:gd name="connsiteX77" fmla="*/ 1256925 w 1950394"/>
              <a:gd name="connsiteY77" fmla="*/ 382855 h 1950394"/>
              <a:gd name="connsiteX78" fmla="*/ 1238866 w 1950394"/>
              <a:gd name="connsiteY78" fmla="*/ 386467 h 1950394"/>
              <a:gd name="connsiteX79" fmla="*/ 1206875 w 1950394"/>
              <a:gd name="connsiteY79" fmla="*/ 373052 h 1950394"/>
              <a:gd name="connsiteX80" fmla="*/ 1196556 w 1950394"/>
              <a:gd name="connsiteY80" fmla="*/ 357572 h 1950394"/>
              <a:gd name="connsiteX81" fmla="*/ 1206359 w 1950394"/>
              <a:gd name="connsiteY81" fmla="*/ 293075 h 1950394"/>
              <a:gd name="connsiteX82" fmla="*/ 1199652 w 1950394"/>
              <a:gd name="connsiteY82" fmla="*/ 278112 h 1950394"/>
              <a:gd name="connsiteX83" fmla="*/ 1131027 w 1950394"/>
              <a:gd name="connsiteY83" fmla="*/ 259537 h 1950394"/>
              <a:gd name="connsiteX84" fmla="*/ 1118127 w 1950394"/>
              <a:gd name="connsiteY84" fmla="*/ 268308 h 1950394"/>
              <a:gd name="connsiteX85" fmla="*/ 1093360 w 1950394"/>
              <a:gd name="connsiteY85" fmla="*/ 331258 h 1950394"/>
              <a:gd name="connsiteX86" fmla="*/ 1079945 w 1950394"/>
              <a:gd name="connsiteY86" fmla="*/ 338481 h 1950394"/>
              <a:gd name="connsiteX87" fmla="*/ 1042794 w 1950394"/>
              <a:gd name="connsiteY87" fmla="*/ 333837 h 1950394"/>
              <a:gd name="connsiteX88" fmla="*/ 1028347 w 1950394"/>
              <a:gd name="connsiteY88" fmla="*/ 320422 h 1950394"/>
              <a:gd name="connsiteX89" fmla="*/ 1021123 w 1950394"/>
              <a:gd name="connsiteY89" fmla="*/ 257989 h 1950394"/>
              <a:gd name="connsiteX90" fmla="*/ 1008740 w 1950394"/>
              <a:gd name="connsiteY90" fmla="*/ 243541 h 1950394"/>
              <a:gd name="connsiteX91" fmla="*/ 941663 w 1950394"/>
              <a:gd name="connsiteY91" fmla="*/ 243541 h 1950394"/>
              <a:gd name="connsiteX92" fmla="*/ 929795 w 1950394"/>
              <a:gd name="connsiteY92" fmla="*/ 256957 h 1950394"/>
              <a:gd name="connsiteX93" fmla="*/ 922572 w 1950394"/>
              <a:gd name="connsiteY93" fmla="*/ 320422 h 1950394"/>
              <a:gd name="connsiteX94" fmla="*/ 909156 w 1950394"/>
              <a:gd name="connsiteY94" fmla="*/ 333321 h 1950394"/>
              <a:gd name="connsiteX95" fmla="*/ 872006 w 1950394"/>
              <a:gd name="connsiteY95" fmla="*/ 337965 h 1950394"/>
              <a:gd name="connsiteX96" fmla="*/ 857559 w 1950394"/>
              <a:gd name="connsiteY96" fmla="*/ 330226 h 1950394"/>
              <a:gd name="connsiteX97" fmla="*/ 833308 w 1950394"/>
              <a:gd name="connsiteY97" fmla="*/ 268308 h 1950394"/>
              <a:gd name="connsiteX98" fmla="*/ 819892 w 1950394"/>
              <a:gd name="connsiteY98" fmla="*/ 259021 h 1950394"/>
              <a:gd name="connsiteX99" fmla="*/ 753847 w 1950394"/>
              <a:gd name="connsiteY99" fmla="*/ 276564 h 1950394"/>
              <a:gd name="connsiteX100" fmla="*/ 745591 w 1950394"/>
              <a:gd name="connsiteY100" fmla="*/ 293075 h 1950394"/>
              <a:gd name="connsiteX101" fmla="*/ 754879 w 1950394"/>
              <a:gd name="connsiteY101" fmla="*/ 339513 h 1950394"/>
              <a:gd name="connsiteX102" fmla="*/ 728564 w 1950394"/>
              <a:gd name="connsiteY102" fmla="*/ 378728 h 1950394"/>
              <a:gd name="connsiteX103" fmla="*/ 712053 w 1950394"/>
              <a:gd name="connsiteY103" fmla="*/ 385951 h 1950394"/>
              <a:gd name="connsiteX104" fmla="*/ 695026 w 1950394"/>
              <a:gd name="connsiteY104" fmla="*/ 382855 h 1950394"/>
              <a:gd name="connsiteX105" fmla="*/ 654779 w 1950394"/>
              <a:gd name="connsiteY105" fmla="*/ 328161 h 1950394"/>
              <a:gd name="connsiteX106" fmla="*/ 641364 w 1950394"/>
              <a:gd name="connsiteY106" fmla="*/ 323002 h 1950394"/>
              <a:gd name="connsiteX107" fmla="*/ 577899 w 1950394"/>
              <a:gd name="connsiteY107" fmla="*/ 359636 h 1950394"/>
              <a:gd name="connsiteX108" fmla="*/ 574803 w 1950394"/>
              <a:gd name="connsiteY108" fmla="*/ 372536 h 1950394"/>
              <a:gd name="connsiteX109" fmla="*/ 602666 w 1950394"/>
              <a:gd name="connsiteY109" fmla="*/ 435485 h 1950394"/>
              <a:gd name="connsiteX110" fmla="*/ 598022 w 1950394"/>
              <a:gd name="connsiteY110" fmla="*/ 450964 h 1950394"/>
              <a:gd name="connsiteX111" fmla="*/ 567579 w 1950394"/>
              <a:gd name="connsiteY111" fmla="*/ 474699 h 1950394"/>
              <a:gd name="connsiteX112" fmla="*/ 550552 w 1950394"/>
              <a:gd name="connsiteY112" fmla="*/ 474699 h 1950394"/>
              <a:gd name="connsiteX113" fmla="*/ 498438 w 1950394"/>
              <a:gd name="connsiteY113" fmla="*/ 432905 h 1950394"/>
              <a:gd name="connsiteX114" fmla="*/ 483475 w 1950394"/>
              <a:gd name="connsiteY114" fmla="*/ 431357 h 1950394"/>
              <a:gd name="connsiteX115" fmla="*/ 432393 w 1950394"/>
              <a:gd name="connsiteY115" fmla="*/ 482439 h 1950394"/>
              <a:gd name="connsiteX116" fmla="*/ 433425 w 1950394"/>
              <a:gd name="connsiteY116" fmla="*/ 497402 h 1950394"/>
              <a:gd name="connsiteX117" fmla="*/ 475735 w 1950394"/>
              <a:gd name="connsiteY117" fmla="*/ 550032 h 1950394"/>
              <a:gd name="connsiteX118" fmla="*/ 475219 w 1950394"/>
              <a:gd name="connsiteY118" fmla="*/ 566027 h 1950394"/>
              <a:gd name="connsiteX119" fmla="*/ 450968 w 1950394"/>
              <a:gd name="connsiteY119" fmla="*/ 597502 h 1950394"/>
              <a:gd name="connsiteX120" fmla="*/ 437553 w 1950394"/>
              <a:gd name="connsiteY120" fmla="*/ 601629 h 1950394"/>
              <a:gd name="connsiteX121" fmla="*/ 373056 w 1950394"/>
              <a:gd name="connsiteY121" fmla="*/ 573251 h 1950394"/>
              <a:gd name="connsiteX122" fmla="*/ 360156 w 1950394"/>
              <a:gd name="connsiteY122" fmla="*/ 575315 h 1950394"/>
              <a:gd name="connsiteX123" fmla="*/ 323522 w 1950394"/>
              <a:gd name="connsiteY123" fmla="*/ 638780 h 1950394"/>
              <a:gd name="connsiteX124" fmla="*/ 328166 w 1950394"/>
              <a:gd name="connsiteY124" fmla="*/ 652711 h 1950394"/>
              <a:gd name="connsiteX125" fmla="*/ 374088 w 1950394"/>
              <a:gd name="connsiteY125" fmla="*/ 685218 h 1950394"/>
              <a:gd name="connsiteX126" fmla="*/ 380795 w 1950394"/>
              <a:gd name="connsiteY126" fmla="*/ 720820 h 1950394"/>
              <a:gd name="connsiteX127" fmla="*/ 372024 w 1950394"/>
              <a:gd name="connsiteY127" fmla="*/ 742492 h 1950394"/>
              <a:gd name="connsiteX128" fmla="*/ 355513 w 1950394"/>
              <a:gd name="connsiteY128" fmla="*/ 753327 h 1950394"/>
              <a:gd name="connsiteX129" fmla="*/ 291015 w 1950394"/>
              <a:gd name="connsiteY129" fmla="*/ 743523 h 1950394"/>
              <a:gd name="connsiteX130" fmla="*/ 276568 w 1950394"/>
              <a:gd name="connsiteY130" fmla="*/ 751263 h 1950394"/>
              <a:gd name="connsiteX131" fmla="*/ 258509 w 1950394"/>
              <a:gd name="connsiteY131" fmla="*/ 818340 h 1950394"/>
              <a:gd name="connsiteX132" fmla="*/ 267796 w 1950394"/>
              <a:gd name="connsiteY132" fmla="*/ 831756 h 1950394"/>
              <a:gd name="connsiteX133" fmla="*/ 330746 w 1950394"/>
              <a:gd name="connsiteY133" fmla="*/ 857038 h 1950394"/>
              <a:gd name="connsiteX134" fmla="*/ 337453 w 1950394"/>
              <a:gd name="connsiteY134" fmla="*/ 869422 h 1950394"/>
              <a:gd name="connsiteX135" fmla="*/ 332810 w 1950394"/>
              <a:gd name="connsiteY135" fmla="*/ 906572 h 1950394"/>
              <a:gd name="connsiteX136" fmla="*/ 318878 w 1950394"/>
              <a:gd name="connsiteY136" fmla="*/ 922052 h 1950394"/>
              <a:gd name="connsiteX137" fmla="*/ 256445 w 1950394"/>
              <a:gd name="connsiteY137" fmla="*/ 929275 h 1950394"/>
              <a:gd name="connsiteX138" fmla="*/ 242514 w 1950394"/>
              <a:gd name="connsiteY138" fmla="*/ 942175 h 1950394"/>
              <a:gd name="connsiteX139" fmla="*/ 242514 w 1950394"/>
              <a:gd name="connsiteY139" fmla="*/ 1006672 h 1950394"/>
              <a:gd name="connsiteX140" fmla="*/ 257993 w 1950394"/>
              <a:gd name="connsiteY140" fmla="*/ 1020603 h 1950394"/>
              <a:gd name="connsiteX141" fmla="*/ 321458 w 1950394"/>
              <a:gd name="connsiteY141" fmla="*/ 1028343 h 1950394"/>
              <a:gd name="connsiteX142" fmla="*/ 331778 w 1950394"/>
              <a:gd name="connsiteY142" fmla="*/ 1039694 h 1950394"/>
              <a:gd name="connsiteX143" fmla="*/ 336937 w 1950394"/>
              <a:gd name="connsiteY143" fmla="*/ 1077877 h 1950394"/>
              <a:gd name="connsiteX144" fmla="*/ 329198 w 1950394"/>
              <a:gd name="connsiteY144" fmla="*/ 1093356 h 1950394"/>
              <a:gd name="connsiteX145" fmla="*/ 265733 w 1950394"/>
              <a:gd name="connsiteY145" fmla="*/ 1117607 h 1950394"/>
              <a:gd name="connsiteX146" fmla="*/ 257993 w 1950394"/>
              <a:gd name="connsiteY146" fmla="*/ 1129990 h 1950394"/>
              <a:gd name="connsiteX147" fmla="*/ 276568 w 1950394"/>
              <a:gd name="connsiteY147" fmla="*/ 1198615 h 1950394"/>
              <a:gd name="connsiteX148" fmla="*/ 291531 w 1950394"/>
              <a:gd name="connsiteY148" fmla="*/ 1205839 h 1950394"/>
              <a:gd name="connsiteX149" fmla="*/ 345709 w 1950394"/>
              <a:gd name="connsiteY149" fmla="*/ 1196035 h 1950394"/>
              <a:gd name="connsiteX150" fmla="*/ 375636 w 1950394"/>
              <a:gd name="connsiteY150" fmla="*/ 1216675 h 1950394"/>
              <a:gd name="connsiteX151" fmla="*/ 384407 w 1950394"/>
              <a:gd name="connsiteY151" fmla="*/ 1236798 h 1950394"/>
              <a:gd name="connsiteX152" fmla="*/ 379764 w 1950394"/>
              <a:gd name="connsiteY152" fmla="*/ 1257953 h 1950394"/>
              <a:gd name="connsiteX153" fmla="*/ 327134 w 1950394"/>
              <a:gd name="connsiteY153" fmla="*/ 1296651 h 1950394"/>
              <a:gd name="connsiteX154" fmla="*/ 322490 w 1950394"/>
              <a:gd name="connsiteY154" fmla="*/ 1310583 h 1950394"/>
              <a:gd name="connsiteX155" fmla="*/ 359124 w 1950394"/>
              <a:gd name="connsiteY155" fmla="*/ 1374048 h 1950394"/>
              <a:gd name="connsiteX156" fmla="*/ 370992 w 1950394"/>
              <a:gd name="connsiteY156" fmla="*/ 1376628 h 1950394"/>
              <a:gd name="connsiteX157" fmla="*/ 433941 w 1950394"/>
              <a:gd name="connsiteY157" fmla="*/ 1348765 h 1950394"/>
              <a:gd name="connsiteX158" fmla="*/ 450452 w 1950394"/>
              <a:gd name="connsiteY158" fmla="*/ 1353925 h 1950394"/>
              <a:gd name="connsiteX159" fmla="*/ 474187 w 1950394"/>
              <a:gd name="connsiteY159" fmla="*/ 1384367 h 1950394"/>
              <a:gd name="connsiteX160" fmla="*/ 475219 w 1950394"/>
              <a:gd name="connsiteY160" fmla="*/ 1399331 h 1950394"/>
              <a:gd name="connsiteX161" fmla="*/ 432909 w 1950394"/>
              <a:gd name="connsiteY161" fmla="*/ 1452476 h 1950394"/>
              <a:gd name="connsiteX162" fmla="*/ 431877 w 1950394"/>
              <a:gd name="connsiteY162" fmla="*/ 1468471 h 1950394"/>
              <a:gd name="connsiteX163" fmla="*/ 481927 w 1950394"/>
              <a:gd name="connsiteY163" fmla="*/ 1518521 h 1950394"/>
              <a:gd name="connsiteX164" fmla="*/ 497922 w 1950394"/>
              <a:gd name="connsiteY164" fmla="*/ 1517489 h 1950394"/>
              <a:gd name="connsiteX165" fmla="*/ 550036 w 1950394"/>
              <a:gd name="connsiteY165" fmla="*/ 1475695 h 1950394"/>
              <a:gd name="connsiteX166" fmla="*/ 567063 w 1950394"/>
              <a:gd name="connsiteY166" fmla="*/ 1476211 h 1950394"/>
              <a:gd name="connsiteX167" fmla="*/ 596474 w 1950394"/>
              <a:gd name="connsiteY167" fmla="*/ 1498914 h 1950394"/>
              <a:gd name="connsiteX168" fmla="*/ 601634 w 1950394"/>
              <a:gd name="connsiteY168" fmla="*/ 1515426 h 1950394"/>
              <a:gd name="connsiteX169" fmla="*/ 574287 w 1950394"/>
              <a:gd name="connsiteY169" fmla="*/ 1577343 h 1950394"/>
              <a:gd name="connsiteX170" fmla="*/ 576867 w 1950394"/>
              <a:gd name="connsiteY170" fmla="*/ 1591274 h 1950394"/>
              <a:gd name="connsiteX171" fmla="*/ 639300 w 1950394"/>
              <a:gd name="connsiteY171" fmla="*/ 1627393 h 1950394"/>
              <a:gd name="connsiteX172" fmla="*/ 653747 w 1950394"/>
              <a:gd name="connsiteY172" fmla="*/ 1622233 h 1950394"/>
              <a:gd name="connsiteX173" fmla="*/ 693478 w 1950394"/>
              <a:gd name="connsiteY173" fmla="*/ 1568571 h 1950394"/>
              <a:gd name="connsiteX174" fmla="*/ 711537 w 1950394"/>
              <a:gd name="connsiteY174" fmla="*/ 1564959 h 1950394"/>
              <a:gd name="connsiteX175" fmla="*/ 743528 w 1950394"/>
              <a:gd name="connsiteY175" fmla="*/ 1578375 h 1950394"/>
              <a:gd name="connsiteX176" fmla="*/ 753847 w 1950394"/>
              <a:gd name="connsiteY176" fmla="*/ 1593854 h 1950394"/>
              <a:gd name="connsiteX177" fmla="*/ 744044 w 1950394"/>
              <a:gd name="connsiteY177" fmla="*/ 1658351 h 1950394"/>
              <a:gd name="connsiteX178" fmla="*/ 752299 w 1950394"/>
              <a:gd name="connsiteY178" fmla="*/ 1673831 h 1950394"/>
              <a:gd name="connsiteX179" fmla="*/ 818344 w 1950394"/>
              <a:gd name="connsiteY179" fmla="*/ 1691374 h 1950394"/>
              <a:gd name="connsiteX180" fmla="*/ 832276 w 1950394"/>
              <a:gd name="connsiteY180" fmla="*/ 1682602 h 1950394"/>
              <a:gd name="connsiteX181" fmla="*/ 857043 w 1950394"/>
              <a:gd name="connsiteY181" fmla="*/ 1619653 h 1950394"/>
              <a:gd name="connsiteX182" fmla="*/ 868910 w 1950394"/>
              <a:gd name="connsiteY182" fmla="*/ 1612429 h 1950394"/>
              <a:gd name="connsiteX183" fmla="*/ 908640 w 1950394"/>
              <a:gd name="connsiteY183" fmla="*/ 1617589 h 1950394"/>
              <a:gd name="connsiteX184" fmla="*/ 922056 w 1950394"/>
              <a:gd name="connsiteY184" fmla="*/ 1630488 h 1950394"/>
              <a:gd name="connsiteX185" fmla="*/ 929279 w 1950394"/>
              <a:gd name="connsiteY185" fmla="*/ 1692922 h 1950394"/>
              <a:gd name="connsiteX186" fmla="*/ 942695 w 1950394"/>
              <a:gd name="connsiteY186" fmla="*/ 1707369 h 1950394"/>
              <a:gd name="connsiteX187" fmla="*/ 1007192 w 1950394"/>
              <a:gd name="connsiteY187" fmla="*/ 1707369 h 1950394"/>
              <a:gd name="connsiteX188" fmla="*/ 1020607 w 1950394"/>
              <a:gd name="connsiteY188" fmla="*/ 1692406 h 1950394"/>
              <a:gd name="connsiteX189" fmla="*/ 1028347 w 1950394"/>
              <a:gd name="connsiteY189" fmla="*/ 1628941 h 1950394"/>
              <a:gd name="connsiteX190" fmla="*/ 1040215 w 1950394"/>
              <a:gd name="connsiteY190" fmla="*/ 1617589 h 1950394"/>
              <a:gd name="connsiteX191" fmla="*/ 1078397 w 1950394"/>
              <a:gd name="connsiteY191" fmla="*/ 1612429 h 1950394"/>
              <a:gd name="connsiteX192" fmla="*/ 1092844 w 1950394"/>
              <a:gd name="connsiteY192" fmla="*/ 1619653 h 1950394"/>
              <a:gd name="connsiteX193" fmla="*/ 1117095 w 1950394"/>
              <a:gd name="connsiteY193" fmla="*/ 1681570 h 1950394"/>
              <a:gd name="connsiteX194" fmla="*/ 1130511 w 1950394"/>
              <a:gd name="connsiteY194" fmla="*/ 1690858 h 1950394"/>
              <a:gd name="connsiteX195" fmla="*/ 1196556 w 1950394"/>
              <a:gd name="connsiteY195" fmla="*/ 1673315 h 1950394"/>
              <a:gd name="connsiteX196" fmla="*/ 1204811 w 1950394"/>
              <a:gd name="connsiteY196" fmla="*/ 1656803 h 1950394"/>
              <a:gd name="connsiteX197" fmla="*/ 1198104 w 1950394"/>
              <a:gd name="connsiteY197" fmla="*/ 1613977 h 195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950394" h="1950394">
                <a:moveTo>
                  <a:pt x="977265" y="1954006"/>
                </a:moveTo>
                <a:cubicBezTo>
                  <a:pt x="444261" y="1950394"/>
                  <a:pt x="1552" y="1529873"/>
                  <a:pt x="4" y="977261"/>
                </a:cubicBezTo>
                <a:cubicBezTo>
                  <a:pt x="-1544" y="439613"/>
                  <a:pt x="427749" y="0"/>
                  <a:pt x="976749" y="0"/>
                </a:cubicBezTo>
                <a:cubicBezTo>
                  <a:pt x="1519041" y="0"/>
                  <a:pt x="1952978" y="432905"/>
                  <a:pt x="1953494" y="976229"/>
                </a:cubicBezTo>
                <a:cubicBezTo>
                  <a:pt x="1953494" y="1512846"/>
                  <a:pt x="1525749" y="1948330"/>
                  <a:pt x="977265" y="1954006"/>
                </a:cubicBezTo>
                <a:close/>
                <a:moveTo>
                  <a:pt x="1198104" y="1613977"/>
                </a:moveTo>
                <a:cubicBezTo>
                  <a:pt x="1198104" y="1578891"/>
                  <a:pt x="1194492" y="1586630"/>
                  <a:pt x="1221839" y="1574763"/>
                </a:cubicBezTo>
                <a:cubicBezTo>
                  <a:pt x="1228030" y="1572183"/>
                  <a:pt x="1234738" y="1569603"/>
                  <a:pt x="1240930" y="1566507"/>
                </a:cubicBezTo>
                <a:cubicBezTo>
                  <a:pt x="1247637" y="1562896"/>
                  <a:pt x="1252797" y="1563927"/>
                  <a:pt x="1257957" y="1569603"/>
                </a:cubicBezTo>
                <a:cubicBezTo>
                  <a:pt x="1272920" y="1586630"/>
                  <a:pt x="1290464" y="1602110"/>
                  <a:pt x="1298203" y="1624297"/>
                </a:cubicBezTo>
                <a:cubicBezTo>
                  <a:pt x="1300783" y="1631520"/>
                  <a:pt x="1304395" y="1633068"/>
                  <a:pt x="1311619" y="1629456"/>
                </a:cubicBezTo>
                <a:cubicBezTo>
                  <a:pt x="1333290" y="1618105"/>
                  <a:pt x="1354445" y="1605722"/>
                  <a:pt x="1375084" y="1592822"/>
                </a:cubicBezTo>
                <a:cubicBezTo>
                  <a:pt x="1382824" y="1588178"/>
                  <a:pt x="1381791" y="1584051"/>
                  <a:pt x="1377148" y="1578891"/>
                </a:cubicBezTo>
                <a:cubicBezTo>
                  <a:pt x="1361152" y="1560832"/>
                  <a:pt x="1356509" y="1537613"/>
                  <a:pt x="1349285" y="1515426"/>
                </a:cubicBezTo>
                <a:cubicBezTo>
                  <a:pt x="1347221" y="1509750"/>
                  <a:pt x="1348253" y="1505622"/>
                  <a:pt x="1353413" y="1502010"/>
                </a:cubicBezTo>
                <a:cubicBezTo>
                  <a:pt x="1364248" y="1493754"/>
                  <a:pt x="1375600" y="1485499"/>
                  <a:pt x="1385919" y="1476727"/>
                </a:cubicBezTo>
                <a:cubicBezTo>
                  <a:pt x="1391079" y="1472600"/>
                  <a:pt x="1395723" y="1473115"/>
                  <a:pt x="1400883" y="1476727"/>
                </a:cubicBezTo>
                <a:cubicBezTo>
                  <a:pt x="1419458" y="1489111"/>
                  <a:pt x="1440097" y="1498914"/>
                  <a:pt x="1452996" y="1518005"/>
                </a:cubicBezTo>
                <a:cubicBezTo>
                  <a:pt x="1457640" y="1525229"/>
                  <a:pt x="1463316" y="1525745"/>
                  <a:pt x="1470024" y="1519553"/>
                </a:cubicBezTo>
                <a:cubicBezTo>
                  <a:pt x="1487051" y="1503558"/>
                  <a:pt x="1503562" y="1487047"/>
                  <a:pt x="1519041" y="1470535"/>
                </a:cubicBezTo>
                <a:cubicBezTo>
                  <a:pt x="1525233" y="1464344"/>
                  <a:pt x="1525749" y="1458668"/>
                  <a:pt x="1518010" y="1453508"/>
                </a:cubicBezTo>
                <a:cubicBezTo>
                  <a:pt x="1498402" y="1440093"/>
                  <a:pt x="1488599" y="1418938"/>
                  <a:pt x="1475699" y="1400363"/>
                </a:cubicBezTo>
                <a:cubicBezTo>
                  <a:pt x="1472088" y="1395203"/>
                  <a:pt x="1472088" y="1391075"/>
                  <a:pt x="1476215" y="1386431"/>
                </a:cubicBezTo>
                <a:cubicBezTo>
                  <a:pt x="1484987" y="1375596"/>
                  <a:pt x="1493243" y="1364760"/>
                  <a:pt x="1501498" y="1353925"/>
                </a:cubicBezTo>
                <a:cubicBezTo>
                  <a:pt x="1505626" y="1348249"/>
                  <a:pt x="1510270" y="1348249"/>
                  <a:pt x="1515946" y="1349797"/>
                </a:cubicBezTo>
                <a:cubicBezTo>
                  <a:pt x="1538133" y="1357020"/>
                  <a:pt x="1560836" y="1362180"/>
                  <a:pt x="1579411" y="1377660"/>
                </a:cubicBezTo>
                <a:cubicBezTo>
                  <a:pt x="1584571" y="1382303"/>
                  <a:pt x="1588182" y="1382303"/>
                  <a:pt x="1592310" y="1375596"/>
                </a:cubicBezTo>
                <a:cubicBezTo>
                  <a:pt x="1605210" y="1354441"/>
                  <a:pt x="1617593" y="1333801"/>
                  <a:pt x="1628945" y="1312130"/>
                </a:cubicBezTo>
                <a:cubicBezTo>
                  <a:pt x="1632557" y="1304907"/>
                  <a:pt x="1631009" y="1300779"/>
                  <a:pt x="1623785" y="1298199"/>
                </a:cubicBezTo>
                <a:cubicBezTo>
                  <a:pt x="1605726" y="1291491"/>
                  <a:pt x="1591794" y="1278592"/>
                  <a:pt x="1577863" y="1265692"/>
                </a:cubicBezTo>
                <a:cubicBezTo>
                  <a:pt x="1560320" y="1248665"/>
                  <a:pt x="1560836" y="1253309"/>
                  <a:pt x="1571155" y="1230090"/>
                </a:cubicBezTo>
                <a:cubicBezTo>
                  <a:pt x="1574251" y="1222866"/>
                  <a:pt x="1577347" y="1215643"/>
                  <a:pt x="1579927" y="1208419"/>
                </a:cubicBezTo>
                <a:cubicBezTo>
                  <a:pt x="1582507" y="1200163"/>
                  <a:pt x="1587667" y="1197583"/>
                  <a:pt x="1596438" y="1197583"/>
                </a:cubicBezTo>
                <a:cubicBezTo>
                  <a:pt x="1618625" y="1198100"/>
                  <a:pt x="1640296" y="1197583"/>
                  <a:pt x="1660935" y="1207387"/>
                </a:cubicBezTo>
                <a:cubicBezTo>
                  <a:pt x="1668159" y="1210483"/>
                  <a:pt x="1672287" y="1209967"/>
                  <a:pt x="1675383" y="1201195"/>
                </a:cubicBezTo>
                <a:cubicBezTo>
                  <a:pt x="1682090" y="1178492"/>
                  <a:pt x="1688282" y="1155789"/>
                  <a:pt x="1693442" y="1132570"/>
                </a:cubicBezTo>
                <a:cubicBezTo>
                  <a:pt x="1695506" y="1123283"/>
                  <a:pt x="1692926" y="1119671"/>
                  <a:pt x="1684154" y="1119155"/>
                </a:cubicBezTo>
                <a:cubicBezTo>
                  <a:pt x="1660935" y="1117091"/>
                  <a:pt x="1641328" y="1104192"/>
                  <a:pt x="1621205" y="1093872"/>
                </a:cubicBezTo>
                <a:cubicBezTo>
                  <a:pt x="1616561" y="1091808"/>
                  <a:pt x="1613465" y="1088712"/>
                  <a:pt x="1614497" y="1083037"/>
                </a:cubicBezTo>
                <a:cubicBezTo>
                  <a:pt x="1616561" y="1069621"/>
                  <a:pt x="1618625" y="1055690"/>
                  <a:pt x="1620173" y="1042274"/>
                </a:cubicBezTo>
                <a:cubicBezTo>
                  <a:pt x="1621205" y="1034535"/>
                  <a:pt x="1625333" y="1031439"/>
                  <a:pt x="1632557" y="1029891"/>
                </a:cubicBezTo>
                <a:cubicBezTo>
                  <a:pt x="1653712" y="1025763"/>
                  <a:pt x="1673835" y="1018539"/>
                  <a:pt x="1696022" y="1022667"/>
                </a:cubicBezTo>
                <a:cubicBezTo>
                  <a:pt x="1704793" y="1024215"/>
                  <a:pt x="1708921" y="1020603"/>
                  <a:pt x="1709437" y="1010800"/>
                </a:cubicBezTo>
                <a:cubicBezTo>
                  <a:pt x="1710469" y="988612"/>
                  <a:pt x="1710985" y="966426"/>
                  <a:pt x="1709437" y="943723"/>
                </a:cubicBezTo>
                <a:cubicBezTo>
                  <a:pt x="1708921" y="933403"/>
                  <a:pt x="1704793" y="929791"/>
                  <a:pt x="1694990" y="931339"/>
                </a:cubicBezTo>
                <a:cubicBezTo>
                  <a:pt x="1680026" y="933919"/>
                  <a:pt x="1665063" y="931855"/>
                  <a:pt x="1650616" y="928243"/>
                </a:cubicBezTo>
                <a:cubicBezTo>
                  <a:pt x="1619141" y="919988"/>
                  <a:pt x="1621205" y="928243"/>
                  <a:pt x="1618109" y="892125"/>
                </a:cubicBezTo>
                <a:cubicBezTo>
                  <a:pt x="1617593" y="885933"/>
                  <a:pt x="1616561" y="880257"/>
                  <a:pt x="1615013" y="874582"/>
                </a:cubicBezTo>
                <a:cubicBezTo>
                  <a:pt x="1612949" y="866842"/>
                  <a:pt x="1616561" y="862714"/>
                  <a:pt x="1622753" y="859102"/>
                </a:cubicBezTo>
                <a:cubicBezTo>
                  <a:pt x="1642876" y="849299"/>
                  <a:pt x="1661967" y="836915"/>
                  <a:pt x="1684670" y="834851"/>
                </a:cubicBezTo>
                <a:cubicBezTo>
                  <a:pt x="1692410" y="834335"/>
                  <a:pt x="1696022" y="830724"/>
                  <a:pt x="1693442" y="821952"/>
                </a:cubicBezTo>
                <a:cubicBezTo>
                  <a:pt x="1687766" y="799249"/>
                  <a:pt x="1682090" y="776030"/>
                  <a:pt x="1674867" y="753327"/>
                </a:cubicBezTo>
                <a:cubicBezTo>
                  <a:pt x="1671771" y="744039"/>
                  <a:pt x="1667643" y="743007"/>
                  <a:pt x="1659903" y="746619"/>
                </a:cubicBezTo>
                <a:cubicBezTo>
                  <a:pt x="1638748" y="756423"/>
                  <a:pt x="1616561" y="755907"/>
                  <a:pt x="1594374" y="756423"/>
                </a:cubicBezTo>
                <a:cubicBezTo>
                  <a:pt x="1587667" y="756423"/>
                  <a:pt x="1583023" y="754359"/>
                  <a:pt x="1580443" y="747651"/>
                </a:cubicBezTo>
                <a:cubicBezTo>
                  <a:pt x="1575799" y="735784"/>
                  <a:pt x="1571155" y="724432"/>
                  <a:pt x="1565995" y="713081"/>
                </a:cubicBezTo>
                <a:cubicBezTo>
                  <a:pt x="1562900" y="705857"/>
                  <a:pt x="1564448" y="701213"/>
                  <a:pt x="1570123" y="696054"/>
                </a:cubicBezTo>
                <a:cubicBezTo>
                  <a:pt x="1586635" y="681090"/>
                  <a:pt x="1602114" y="664579"/>
                  <a:pt x="1623269" y="656323"/>
                </a:cubicBezTo>
                <a:cubicBezTo>
                  <a:pt x="1631009" y="653227"/>
                  <a:pt x="1632557" y="649616"/>
                  <a:pt x="1628429" y="641876"/>
                </a:cubicBezTo>
                <a:cubicBezTo>
                  <a:pt x="1617077" y="620721"/>
                  <a:pt x="1605210" y="599566"/>
                  <a:pt x="1592310" y="579443"/>
                </a:cubicBezTo>
                <a:cubicBezTo>
                  <a:pt x="1587667" y="572219"/>
                  <a:pt x="1584055" y="572219"/>
                  <a:pt x="1578379" y="576863"/>
                </a:cubicBezTo>
                <a:cubicBezTo>
                  <a:pt x="1564963" y="587698"/>
                  <a:pt x="1548968" y="594406"/>
                  <a:pt x="1532457" y="599050"/>
                </a:cubicBezTo>
                <a:cubicBezTo>
                  <a:pt x="1499950" y="607821"/>
                  <a:pt x="1510270" y="610917"/>
                  <a:pt x="1490147" y="585118"/>
                </a:cubicBezTo>
                <a:cubicBezTo>
                  <a:pt x="1486019" y="579443"/>
                  <a:pt x="1481891" y="574283"/>
                  <a:pt x="1477247" y="569123"/>
                </a:cubicBezTo>
                <a:cubicBezTo>
                  <a:pt x="1472088" y="563447"/>
                  <a:pt x="1472088" y="558288"/>
                  <a:pt x="1476731" y="552096"/>
                </a:cubicBezTo>
                <a:cubicBezTo>
                  <a:pt x="1489115" y="533521"/>
                  <a:pt x="1498918" y="513397"/>
                  <a:pt x="1518525" y="499982"/>
                </a:cubicBezTo>
                <a:cubicBezTo>
                  <a:pt x="1525233" y="495338"/>
                  <a:pt x="1525233" y="490178"/>
                  <a:pt x="1519557" y="483987"/>
                </a:cubicBezTo>
                <a:cubicBezTo>
                  <a:pt x="1503562" y="466960"/>
                  <a:pt x="1487051" y="450448"/>
                  <a:pt x="1470540" y="434453"/>
                </a:cubicBezTo>
                <a:cubicBezTo>
                  <a:pt x="1463316" y="427745"/>
                  <a:pt x="1458156" y="428261"/>
                  <a:pt x="1452480" y="436001"/>
                </a:cubicBezTo>
                <a:cubicBezTo>
                  <a:pt x="1443709" y="448384"/>
                  <a:pt x="1431841" y="457672"/>
                  <a:pt x="1418942" y="465412"/>
                </a:cubicBezTo>
                <a:cubicBezTo>
                  <a:pt x="1393143" y="481407"/>
                  <a:pt x="1393143" y="481407"/>
                  <a:pt x="1369408" y="463348"/>
                </a:cubicBezTo>
                <a:cubicBezTo>
                  <a:pt x="1364764" y="459736"/>
                  <a:pt x="1360121" y="455608"/>
                  <a:pt x="1354961" y="452512"/>
                </a:cubicBezTo>
                <a:cubicBezTo>
                  <a:pt x="1348253" y="448384"/>
                  <a:pt x="1347221" y="443225"/>
                  <a:pt x="1349801" y="436001"/>
                </a:cubicBezTo>
                <a:cubicBezTo>
                  <a:pt x="1357025" y="414330"/>
                  <a:pt x="1361668" y="391627"/>
                  <a:pt x="1377148" y="374084"/>
                </a:cubicBezTo>
                <a:cubicBezTo>
                  <a:pt x="1382307" y="368408"/>
                  <a:pt x="1381276" y="364280"/>
                  <a:pt x="1374052" y="360152"/>
                </a:cubicBezTo>
                <a:cubicBezTo>
                  <a:pt x="1353929" y="347769"/>
                  <a:pt x="1333806" y="335385"/>
                  <a:pt x="1312651" y="324550"/>
                </a:cubicBezTo>
                <a:cubicBezTo>
                  <a:pt x="1304911" y="320422"/>
                  <a:pt x="1299751" y="320422"/>
                  <a:pt x="1296655" y="329193"/>
                </a:cubicBezTo>
                <a:cubicBezTo>
                  <a:pt x="1288916" y="350865"/>
                  <a:pt x="1271888" y="365828"/>
                  <a:pt x="1256925" y="382855"/>
                </a:cubicBezTo>
                <a:cubicBezTo>
                  <a:pt x="1251249" y="389047"/>
                  <a:pt x="1246090" y="389563"/>
                  <a:pt x="1238866" y="386467"/>
                </a:cubicBezTo>
                <a:cubicBezTo>
                  <a:pt x="1228546" y="381307"/>
                  <a:pt x="1217711" y="377179"/>
                  <a:pt x="1206875" y="373052"/>
                </a:cubicBezTo>
                <a:cubicBezTo>
                  <a:pt x="1199136" y="370472"/>
                  <a:pt x="1196556" y="365312"/>
                  <a:pt x="1196556" y="357572"/>
                </a:cubicBezTo>
                <a:cubicBezTo>
                  <a:pt x="1197072" y="335385"/>
                  <a:pt x="1196556" y="313714"/>
                  <a:pt x="1206359" y="293075"/>
                </a:cubicBezTo>
                <a:cubicBezTo>
                  <a:pt x="1209971" y="285335"/>
                  <a:pt x="1208939" y="280692"/>
                  <a:pt x="1199652" y="278112"/>
                </a:cubicBezTo>
                <a:cubicBezTo>
                  <a:pt x="1176949" y="271404"/>
                  <a:pt x="1154246" y="265212"/>
                  <a:pt x="1131027" y="259537"/>
                </a:cubicBezTo>
                <a:cubicBezTo>
                  <a:pt x="1122255" y="257473"/>
                  <a:pt x="1119159" y="260569"/>
                  <a:pt x="1118127" y="268308"/>
                </a:cubicBezTo>
                <a:cubicBezTo>
                  <a:pt x="1116063" y="291527"/>
                  <a:pt x="1103164" y="311134"/>
                  <a:pt x="1093360" y="331258"/>
                </a:cubicBezTo>
                <a:cubicBezTo>
                  <a:pt x="1090780" y="336933"/>
                  <a:pt x="1086653" y="339513"/>
                  <a:pt x="1079945" y="338481"/>
                </a:cubicBezTo>
                <a:cubicBezTo>
                  <a:pt x="1067561" y="336417"/>
                  <a:pt x="1055178" y="334869"/>
                  <a:pt x="1042794" y="333837"/>
                </a:cubicBezTo>
                <a:cubicBezTo>
                  <a:pt x="1034539" y="332805"/>
                  <a:pt x="1029895" y="329193"/>
                  <a:pt x="1028347" y="320422"/>
                </a:cubicBezTo>
                <a:cubicBezTo>
                  <a:pt x="1024735" y="299783"/>
                  <a:pt x="1016996" y="279660"/>
                  <a:pt x="1021123" y="257989"/>
                </a:cubicBezTo>
                <a:cubicBezTo>
                  <a:pt x="1022671" y="248701"/>
                  <a:pt x="1019059" y="244057"/>
                  <a:pt x="1008740" y="243541"/>
                </a:cubicBezTo>
                <a:cubicBezTo>
                  <a:pt x="986553" y="242509"/>
                  <a:pt x="964366" y="242509"/>
                  <a:pt x="941663" y="243541"/>
                </a:cubicBezTo>
                <a:cubicBezTo>
                  <a:pt x="931859" y="244057"/>
                  <a:pt x="928247" y="248185"/>
                  <a:pt x="929795" y="256957"/>
                </a:cubicBezTo>
                <a:cubicBezTo>
                  <a:pt x="933923" y="279144"/>
                  <a:pt x="926184" y="299267"/>
                  <a:pt x="922572" y="320422"/>
                </a:cubicBezTo>
                <a:cubicBezTo>
                  <a:pt x="921024" y="328678"/>
                  <a:pt x="916896" y="332290"/>
                  <a:pt x="909156" y="333321"/>
                </a:cubicBezTo>
                <a:cubicBezTo>
                  <a:pt x="896773" y="334869"/>
                  <a:pt x="884389" y="335901"/>
                  <a:pt x="872006" y="337965"/>
                </a:cubicBezTo>
                <a:cubicBezTo>
                  <a:pt x="864782" y="339513"/>
                  <a:pt x="860654" y="336933"/>
                  <a:pt x="857559" y="330226"/>
                </a:cubicBezTo>
                <a:cubicBezTo>
                  <a:pt x="847755" y="310102"/>
                  <a:pt x="835371" y="291527"/>
                  <a:pt x="833308" y="268308"/>
                </a:cubicBezTo>
                <a:cubicBezTo>
                  <a:pt x="832276" y="259537"/>
                  <a:pt x="828664" y="256957"/>
                  <a:pt x="819892" y="259021"/>
                </a:cubicBezTo>
                <a:cubicBezTo>
                  <a:pt x="797705" y="264180"/>
                  <a:pt x="775518" y="269856"/>
                  <a:pt x="753847" y="276564"/>
                </a:cubicBezTo>
                <a:cubicBezTo>
                  <a:pt x="744044" y="279660"/>
                  <a:pt x="740948" y="283272"/>
                  <a:pt x="745591" y="293075"/>
                </a:cubicBezTo>
                <a:cubicBezTo>
                  <a:pt x="751783" y="308039"/>
                  <a:pt x="754879" y="323518"/>
                  <a:pt x="754879" y="339513"/>
                </a:cubicBezTo>
                <a:cubicBezTo>
                  <a:pt x="754879" y="367892"/>
                  <a:pt x="755395" y="367892"/>
                  <a:pt x="728564" y="378728"/>
                </a:cubicBezTo>
                <a:cubicBezTo>
                  <a:pt x="722888" y="380791"/>
                  <a:pt x="717213" y="383371"/>
                  <a:pt x="712053" y="385951"/>
                </a:cubicBezTo>
                <a:cubicBezTo>
                  <a:pt x="705345" y="389563"/>
                  <a:pt x="700185" y="388531"/>
                  <a:pt x="695026" y="382855"/>
                </a:cubicBezTo>
                <a:cubicBezTo>
                  <a:pt x="679546" y="365828"/>
                  <a:pt x="662519" y="350349"/>
                  <a:pt x="654779" y="328161"/>
                </a:cubicBezTo>
                <a:cubicBezTo>
                  <a:pt x="652200" y="320938"/>
                  <a:pt x="648588" y="319390"/>
                  <a:pt x="641364" y="323002"/>
                </a:cubicBezTo>
                <a:cubicBezTo>
                  <a:pt x="619693" y="334353"/>
                  <a:pt x="598538" y="346737"/>
                  <a:pt x="577899" y="359636"/>
                </a:cubicBezTo>
                <a:cubicBezTo>
                  <a:pt x="571707" y="363248"/>
                  <a:pt x="570159" y="366860"/>
                  <a:pt x="574803" y="372536"/>
                </a:cubicBezTo>
                <a:cubicBezTo>
                  <a:pt x="590798" y="390595"/>
                  <a:pt x="595958" y="413298"/>
                  <a:pt x="602666" y="435485"/>
                </a:cubicBezTo>
                <a:cubicBezTo>
                  <a:pt x="604730" y="442193"/>
                  <a:pt x="604214" y="446836"/>
                  <a:pt x="598022" y="450964"/>
                </a:cubicBezTo>
                <a:cubicBezTo>
                  <a:pt x="587702" y="458188"/>
                  <a:pt x="577383" y="466444"/>
                  <a:pt x="567579" y="474699"/>
                </a:cubicBezTo>
                <a:cubicBezTo>
                  <a:pt x="561388" y="479859"/>
                  <a:pt x="556744" y="478827"/>
                  <a:pt x="550552" y="474699"/>
                </a:cubicBezTo>
                <a:cubicBezTo>
                  <a:pt x="531977" y="462316"/>
                  <a:pt x="511854" y="451996"/>
                  <a:pt x="498438" y="432905"/>
                </a:cubicBezTo>
                <a:cubicBezTo>
                  <a:pt x="494310" y="426713"/>
                  <a:pt x="489151" y="426197"/>
                  <a:pt x="483475" y="431357"/>
                </a:cubicBezTo>
                <a:cubicBezTo>
                  <a:pt x="465932" y="447352"/>
                  <a:pt x="448904" y="464895"/>
                  <a:pt x="432393" y="482439"/>
                </a:cubicBezTo>
                <a:cubicBezTo>
                  <a:pt x="427233" y="488114"/>
                  <a:pt x="426717" y="493274"/>
                  <a:pt x="433425" y="497402"/>
                </a:cubicBezTo>
                <a:cubicBezTo>
                  <a:pt x="453032" y="510818"/>
                  <a:pt x="462836" y="531457"/>
                  <a:pt x="475735" y="550032"/>
                </a:cubicBezTo>
                <a:cubicBezTo>
                  <a:pt x="479863" y="555708"/>
                  <a:pt x="479863" y="560867"/>
                  <a:pt x="475219" y="566027"/>
                </a:cubicBezTo>
                <a:cubicBezTo>
                  <a:pt x="466964" y="576347"/>
                  <a:pt x="458708" y="587182"/>
                  <a:pt x="450968" y="597502"/>
                </a:cubicBezTo>
                <a:cubicBezTo>
                  <a:pt x="447357" y="602146"/>
                  <a:pt x="443745" y="603694"/>
                  <a:pt x="437553" y="601629"/>
                </a:cubicBezTo>
                <a:cubicBezTo>
                  <a:pt x="414850" y="594406"/>
                  <a:pt x="391631" y="589246"/>
                  <a:pt x="373056" y="573251"/>
                </a:cubicBezTo>
                <a:cubicBezTo>
                  <a:pt x="367896" y="568607"/>
                  <a:pt x="363768" y="568607"/>
                  <a:pt x="360156" y="575315"/>
                </a:cubicBezTo>
                <a:cubicBezTo>
                  <a:pt x="347257" y="596470"/>
                  <a:pt x="334358" y="617109"/>
                  <a:pt x="323522" y="638780"/>
                </a:cubicBezTo>
                <a:cubicBezTo>
                  <a:pt x="319910" y="646004"/>
                  <a:pt x="320942" y="650131"/>
                  <a:pt x="328166" y="652711"/>
                </a:cubicBezTo>
                <a:cubicBezTo>
                  <a:pt x="346225" y="659419"/>
                  <a:pt x="360672" y="672318"/>
                  <a:pt x="374088" y="685218"/>
                </a:cubicBezTo>
                <a:cubicBezTo>
                  <a:pt x="392147" y="702245"/>
                  <a:pt x="391115" y="698117"/>
                  <a:pt x="380795" y="720820"/>
                </a:cubicBezTo>
                <a:cubicBezTo>
                  <a:pt x="377700" y="728044"/>
                  <a:pt x="374604" y="735268"/>
                  <a:pt x="372024" y="742492"/>
                </a:cubicBezTo>
                <a:cubicBezTo>
                  <a:pt x="369444" y="750747"/>
                  <a:pt x="364284" y="753327"/>
                  <a:pt x="355513" y="753327"/>
                </a:cubicBezTo>
                <a:cubicBezTo>
                  <a:pt x="333326" y="752811"/>
                  <a:pt x="311655" y="753327"/>
                  <a:pt x="291015" y="743523"/>
                </a:cubicBezTo>
                <a:cubicBezTo>
                  <a:pt x="282760" y="739396"/>
                  <a:pt x="279148" y="742492"/>
                  <a:pt x="276568" y="751263"/>
                </a:cubicBezTo>
                <a:cubicBezTo>
                  <a:pt x="269860" y="773450"/>
                  <a:pt x="264185" y="796153"/>
                  <a:pt x="258509" y="818340"/>
                </a:cubicBezTo>
                <a:cubicBezTo>
                  <a:pt x="256445" y="827628"/>
                  <a:pt x="259025" y="831239"/>
                  <a:pt x="267796" y="831756"/>
                </a:cubicBezTo>
                <a:cubicBezTo>
                  <a:pt x="291015" y="833819"/>
                  <a:pt x="310623" y="846719"/>
                  <a:pt x="330746" y="857038"/>
                </a:cubicBezTo>
                <a:cubicBezTo>
                  <a:pt x="335905" y="859618"/>
                  <a:pt x="338485" y="863230"/>
                  <a:pt x="337453" y="869422"/>
                </a:cubicBezTo>
                <a:cubicBezTo>
                  <a:pt x="335389" y="881805"/>
                  <a:pt x="333842" y="894189"/>
                  <a:pt x="332810" y="906572"/>
                </a:cubicBezTo>
                <a:cubicBezTo>
                  <a:pt x="331778" y="915344"/>
                  <a:pt x="328166" y="919988"/>
                  <a:pt x="318878" y="922052"/>
                </a:cubicBezTo>
                <a:cubicBezTo>
                  <a:pt x="298239" y="925664"/>
                  <a:pt x="278116" y="932887"/>
                  <a:pt x="256445" y="929275"/>
                </a:cubicBezTo>
                <a:cubicBezTo>
                  <a:pt x="246125" y="927211"/>
                  <a:pt x="243029" y="932371"/>
                  <a:pt x="242514" y="942175"/>
                </a:cubicBezTo>
                <a:cubicBezTo>
                  <a:pt x="241482" y="963846"/>
                  <a:pt x="241482" y="985001"/>
                  <a:pt x="242514" y="1006672"/>
                </a:cubicBezTo>
                <a:cubicBezTo>
                  <a:pt x="243029" y="1018023"/>
                  <a:pt x="247157" y="1022667"/>
                  <a:pt x="257993" y="1020603"/>
                </a:cubicBezTo>
                <a:cubicBezTo>
                  <a:pt x="280180" y="1016475"/>
                  <a:pt x="300303" y="1024731"/>
                  <a:pt x="321458" y="1028343"/>
                </a:cubicBezTo>
                <a:cubicBezTo>
                  <a:pt x="327650" y="1029375"/>
                  <a:pt x="331262" y="1032987"/>
                  <a:pt x="331778" y="1039694"/>
                </a:cubicBezTo>
                <a:cubicBezTo>
                  <a:pt x="333326" y="1052594"/>
                  <a:pt x="334358" y="1065493"/>
                  <a:pt x="336937" y="1077877"/>
                </a:cubicBezTo>
                <a:cubicBezTo>
                  <a:pt x="338485" y="1085617"/>
                  <a:pt x="335905" y="1089744"/>
                  <a:pt x="329198" y="1093356"/>
                </a:cubicBezTo>
                <a:cubicBezTo>
                  <a:pt x="309075" y="1103676"/>
                  <a:pt x="289467" y="1115543"/>
                  <a:pt x="265733" y="1117607"/>
                </a:cubicBezTo>
                <a:cubicBezTo>
                  <a:pt x="257993" y="1118123"/>
                  <a:pt x="255929" y="1122251"/>
                  <a:pt x="257993" y="1129990"/>
                </a:cubicBezTo>
                <a:cubicBezTo>
                  <a:pt x="263669" y="1153209"/>
                  <a:pt x="269344" y="1175913"/>
                  <a:pt x="276568" y="1198615"/>
                </a:cubicBezTo>
                <a:cubicBezTo>
                  <a:pt x="279148" y="1207903"/>
                  <a:pt x="283276" y="1209451"/>
                  <a:pt x="291531" y="1205839"/>
                </a:cubicBezTo>
                <a:cubicBezTo>
                  <a:pt x="308559" y="1198100"/>
                  <a:pt x="327134" y="1196035"/>
                  <a:pt x="345709" y="1196035"/>
                </a:cubicBezTo>
                <a:cubicBezTo>
                  <a:pt x="371508" y="1196035"/>
                  <a:pt x="366348" y="1193456"/>
                  <a:pt x="375636" y="1216675"/>
                </a:cubicBezTo>
                <a:cubicBezTo>
                  <a:pt x="378216" y="1223382"/>
                  <a:pt x="380795" y="1230606"/>
                  <a:pt x="384407" y="1236798"/>
                </a:cubicBezTo>
                <a:cubicBezTo>
                  <a:pt x="389051" y="1245569"/>
                  <a:pt x="386987" y="1251761"/>
                  <a:pt x="379764" y="1257953"/>
                </a:cubicBezTo>
                <a:cubicBezTo>
                  <a:pt x="363252" y="1272400"/>
                  <a:pt x="348289" y="1288396"/>
                  <a:pt x="327134" y="1296651"/>
                </a:cubicBezTo>
                <a:cubicBezTo>
                  <a:pt x="319394" y="1299231"/>
                  <a:pt x="319394" y="1303875"/>
                  <a:pt x="322490" y="1310583"/>
                </a:cubicBezTo>
                <a:cubicBezTo>
                  <a:pt x="333842" y="1332254"/>
                  <a:pt x="346225" y="1353409"/>
                  <a:pt x="359124" y="1374048"/>
                </a:cubicBezTo>
                <a:cubicBezTo>
                  <a:pt x="362736" y="1379724"/>
                  <a:pt x="365832" y="1380755"/>
                  <a:pt x="370992" y="1376628"/>
                </a:cubicBezTo>
                <a:cubicBezTo>
                  <a:pt x="389051" y="1361148"/>
                  <a:pt x="412270" y="1355988"/>
                  <a:pt x="433941" y="1348765"/>
                </a:cubicBezTo>
                <a:cubicBezTo>
                  <a:pt x="441165" y="1346185"/>
                  <a:pt x="445809" y="1347217"/>
                  <a:pt x="450452" y="1353925"/>
                </a:cubicBezTo>
                <a:cubicBezTo>
                  <a:pt x="457676" y="1364760"/>
                  <a:pt x="465932" y="1374564"/>
                  <a:pt x="474187" y="1384367"/>
                </a:cubicBezTo>
                <a:cubicBezTo>
                  <a:pt x="478315" y="1389527"/>
                  <a:pt x="478831" y="1393655"/>
                  <a:pt x="475219" y="1399331"/>
                </a:cubicBezTo>
                <a:cubicBezTo>
                  <a:pt x="462320" y="1417906"/>
                  <a:pt x="452516" y="1439061"/>
                  <a:pt x="432909" y="1452476"/>
                </a:cubicBezTo>
                <a:cubicBezTo>
                  <a:pt x="426201" y="1457120"/>
                  <a:pt x="425685" y="1461764"/>
                  <a:pt x="431877" y="1468471"/>
                </a:cubicBezTo>
                <a:cubicBezTo>
                  <a:pt x="447873" y="1486015"/>
                  <a:pt x="464384" y="1502526"/>
                  <a:pt x="481927" y="1518521"/>
                </a:cubicBezTo>
                <a:cubicBezTo>
                  <a:pt x="488119" y="1524197"/>
                  <a:pt x="493279" y="1524197"/>
                  <a:pt x="497922" y="1517489"/>
                </a:cubicBezTo>
                <a:cubicBezTo>
                  <a:pt x="510822" y="1498398"/>
                  <a:pt x="531461" y="1488595"/>
                  <a:pt x="550036" y="1475695"/>
                </a:cubicBezTo>
                <a:cubicBezTo>
                  <a:pt x="556228" y="1471568"/>
                  <a:pt x="561388" y="1471568"/>
                  <a:pt x="567063" y="1476211"/>
                </a:cubicBezTo>
                <a:cubicBezTo>
                  <a:pt x="576867" y="1483951"/>
                  <a:pt x="586670" y="1491690"/>
                  <a:pt x="596474" y="1498914"/>
                </a:cubicBezTo>
                <a:cubicBezTo>
                  <a:pt x="602666" y="1503558"/>
                  <a:pt x="604214" y="1508202"/>
                  <a:pt x="601634" y="1515426"/>
                </a:cubicBezTo>
                <a:cubicBezTo>
                  <a:pt x="594926" y="1537097"/>
                  <a:pt x="589250" y="1559284"/>
                  <a:pt x="574287" y="1577343"/>
                </a:cubicBezTo>
                <a:cubicBezTo>
                  <a:pt x="569127" y="1583018"/>
                  <a:pt x="569643" y="1587146"/>
                  <a:pt x="576867" y="1591274"/>
                </a:cubicBezTo>
                <a:cubicBezTo>
                  <a:pt x="597506" y="1603658"/>
                  <a:pt x="618145" y="1616041"/>
                  <a:pt x="639300" y="1627393"/>
                </a:cubicBezTo>
                <a:cubicBezTo>
                  <a:pt x="647040" y="1631520"/>
                  <a:pt x="651168" y="1629973"/>
                  <a:pt x="653747" y="1622233"/>
                </a:cubicBezTo>
                <a:cubicBezTo>
                  <a:pt x="662003" y="1600562"/>
                  <a:pt x="678514" y="1585598"/>
                  <a:pt x="693478" y="1568571"/>
                </a:cubicBezTo>
                <a:cubicBezTo>
                  <a:pt x="699153" y="1562379"/>
                  <a:pt x="704313" y="1561864"/>
                  <a:pt x="711537" y="1564959"/>
                </a:cubicBezTo>
                <a:cubicBezTo>
                  <a:pt x="721856" y="1570119"/>
                  <a:pt x="732692" y="1574247"/>
                  <a:pt x="743528" y="1578375"/>
                </a:cubicBezTo>
                <a:cubicBezTo>
                  <a:pt x="751267" y="1580955"/>
                  <a:pt x="753847" y="1585598"/>
                  <a:pt x="753847" y="1593854"/>
                </a:cubicBezTo>
                <a:cubicBezTo>
                  <a:pt x="753331" y="1616041"/>
                  <a:pt x="753847" y="1637712"/>
                  <a:pt x="744044" y="1658351"/>
                </a:cubicBezTo>
                <a:cubicBezTo>
                  <a:pt x="739916" y="1667123"/>
                  <a:pt x="743012" y="1671251"/>
                  <a:pt x="752299" y="1673831"/>
                </a:cubicBezTo>
                <a:cubicBezTo>
                  <a:pt x="773970" y="1680538"/>
                  <a:pt x="796157" y="1686214"/>
                  <a:pt x="818344" y="1691374"/>
                </a:cubicBezTo>
                <a:cubicBezTo>
                  <a:pt x="827116" y="1693438"/>
                  <a:pt x="831760" y="1692406"/>
                  <a:pt x="832276" y="1682602"/>
                </a:cubicBezTo>
                <a:cubicBezTo>
                  <a:pt x="834340" y="1659383"/>
                  <a:pt x="846723" y="1639776"/>
                  <a:pt x="857043" y="1619653"/>
                </a:cubicBezTo>
                <a:cubicBezTo>
                  <a:pt x="859622" y="1614493"/>
                  <a:pt x="862718" y="1611397"/>
                  <a:pt x="868910" y="1612429"/>
                </a:cubicBezTo>
                <a:cubicBezTo>
                  <a:pt x="881809" y="1614493"/>
                  <a:pt x="895225" y="1616041"/>
                  <a:pt x="908640" y="1617589"/>
                </a:cubicBezTo>
                <a:cubicBezTo>
                  <a:pt x="916896" y="1618621"/>
                  <a:pt x="920508" y="1622749"/>
                  <a:pt x="922056" y="1630488"/>
                </a:cubicBezTo>
                <a:cubicBezTo>
                  <a:pt x="925668" y="1651128"/>
                  <a:pt x="933407" y="1671251"/>
                  <a:pt x="929279" y="1692922"/>
                </a:cubicBezTo>
                <a:cubicBezTo>
                  <a:pt x="927215" y="1703757"/>
                  <a:pt x="932375" y="1706853"/>
                  <a:pt x="942695" y="1707369"/>
                </a:cubicBezTo>
                <a:cubicBezTo>
                  <a:pt x="964366" y="1708401"/>
                  <a:pt x="985521" y="1708401"/>
                  <a:pt x="1007192" y="1707369"/>
                </a:cubicBezTo>
                <a:cubicBezTo>
                  <a:pt x="1018028" y="1706853"/>
                  <a:pt x="1022155" y="1702725"/>
                  <a:pt x="1020607" y="1692406"/>
                </a:cubicBezTo>
                <a:cubicBezTo>
                  <a:pt x="1016480" y="1670219"/>
                  <a:pt x="1024219" y="1650096"/>
                  <a:pt x="1028347" y="1628941"/>
                </a:cubicBezTo>
                <a:cubicBezTo>
                  <a:pt x="1029379" y="1621717"/>
                  <a:pt x="1033507" y="1618621"/>
                  <a:pt x="1040215" y="1617589"/>
                </a:cubicBezTo>
                <a:cubicBezTo>
                  <a:pt x="1053114" y="1616041"/>
                  <a:pt x="1066013" y="1615009"/>
                  <a:pt x="1078397" y="1612429"/>
                </a:cubicBezTo>
                <a:cubicBezTo>
                  <a:pt x="1085621" y="1611397"/>
                  <a:pt x="1089748" y="1613461"/>
                  <a:pt x="1092844" y="1619653"/>
                </a:cubicBezTo>
                <a:cubicBezTo>
                  <a:pt x="1102648" y="1639776"/>
                  <a:pt x="1115031" y="1658351"/>
                  <a:pt x="1117095" y="1681570"/>
                </a:cubicBezTo>
                <a:cubicBezTo>
                  <a:pt x="1118127" y="1690342"/>
                  <a:pt x="1121739" y="1692922"/>
                  <a:pt x="1130511" y="1690858"/>
                </a:cubicBezTo>
                <a:cubicBezTo>
                  <a:pt x="1152698" y="1685698"/>
                  <a:pt x="1174885" y="1680022"/>
                  <a:pt x="1196556" y="1673315"/>
                </a:cubicBezTo>
                <a:cubicBezTo>
                  <a:pt x="1206359" y="1670219"/>
                  <a:pt x="1209455" y="1666607"/>
                  <a:pt x="1204811" y="1656803"/>
                </a:cubicBezTo>
                <a:cubicBezTo>
                  <a:pt x="1200168" y="1643904"/>
                  <a:pt x="1196556" y="1627393"/>
                  <a:pt x="1198104" y="1613977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4C48116-DF0F-4187-A190-7F66C44BF701}"/>
              </a:ext>
            </a:extLst>
          </p:cNvPr>
          <p:cNvSpPr/>
          <p:nvPr userDrawn="1"/>
        </p:nvSpPr>
        <p:spPr>
          <a:xfrm rot="10800000" flipH="1">
            <a:off x="936003" y="1609750"/>
            <a:ext cx="242109" cy="240845"/>
          </a:xfrm>
          <a:custGeom>
            <a:avLst/>
            <a:gdLst>
              <a:gd name="connsiteX0" fmla="*/ 185362 w 237706"/>
              <a:gd name="connsiteY0" fmla="*/ 130458 h 236466"/>
              <a:gd name="connsiteX1" fmla="*/ 237706 w 237706"/>
              <a:gd name="connsiteY1" fmla="*/ 130458 h 236466"/>
              <a:gd name="connsiteX2" fmla="*/ 234128 w 237706"/>
              <a:gd name="connsiteY2" fmla="*/ 154126 h 236466"/>
              <a:gd name="connsiteX3" fmla="*/ 165835 w 237706"/>
              <a:gd name="connsiteY3" fmla="*/ 229449 h 236466"/>
              <a:gd name="connsiteX4" fmla="*/ 131078 w 237706"/>
              <a:gd name="connsiteY4" fmla="*/ 236466 h 236466"/>
              <a:gd name="connsiteX5" fmla="*/ 131078 w 237706"/>
              <a:gd name="connsiteY5" fmla="*/ 186008 h 236466"/>
              <a:gd name="connsiteX6" fmla="*/ 146195 w 237706"/>
              <a:gd name="connsiteY6" fmla="*/ 182956 h 236466"/>
              <a:gd name="connsiteX7" fmla="*/ 177100 w 237706"/>
              <a:gd name="connsiteY7" fmla="*/ 157507 h 236466"/>
              <a:gd name="connsiteX8" fmla="*/ 0 w 237706"/>
              <a:gd name="connsiteY8" fmla="*/ 130458 h 236466"/>
              <a:gd name="connsiteX9" fmla="*/ 52344 w 237706"/>
              <a:gd name="connsiteY9" fmla="*/ 130458 h 236466"/>
              <a:gd name="connsiteX10" fmla="*/ 60606 w 237706"/>
              <a:gd name="connsiteY10" fmla="*/ 157507 h 236466"/>
              <a:gd name="connsiteX11" fmla="*/ 91511 w 237706"/>
              <a:gd name="connsiteY11" fmla="*/ 182956 h 236466"/>
              <a:gd name="connsiteX12" fmla="*/ 106628 w 237706"/>
              <a:gd name="connsiteY12" fmla="*/ 186008 h 236466"/>
              <a:gd name="connsiteX13" fmla="*/ 106628 w 237706"/>
              <a:gd name="connsiteY13" fmla="*/ 236466 h 236466"/>
              <a:gd name="connsiteX14" fmla="*/ 71871 w 237706"/>
              <a:gd name="connsiteY14" fmla="*/ 229449 h 236466"/>
              <a:gd name="connsiteX15" fmla="*/ 3579 w 237706"/>
              <a:gd name="connsiteY15" fmla="*/ 154126 h 236466"/>
              <a:gd name="connsiteX16" fmla="*/ 131078 w 237706"/>
              <a:gd name="connsiteY16" fmla="*/ 0 h 236466"/>
              <a:gd name="connsiteX17" fmla="*/ 165835 w 237706"/>
              <a:gd name="connsiteY17" fmla="*/ 7017 h 236466"/>
              <a:gd name="connsiteX18" fmla="*/ 234128 w 237706"/>
              <a:gd name="connsiteY18" fmla="*/ 82340 h 236466"/>
              <a:gd name="connsiteX19" fmla="*/ 237706 w 237706"/>
              <a:gd name="connsiteY19" fmla="*/ 106008 h 236466"/>
              <a:gd name="connsiteX20" fmla="*/ 185362 w 237706"/>
              <a:gd name="connsiteY20" fmla="*/ 106008 h 236466"/>
              <a:gd name="connsiteX21" fmla="*/ 177100 w 237706"/>
              <a:gd name="connsiteY21" fmla="*/ 78960 h 236466"/>
              <a:gd name="connsiteX22" fmla="*/ 146195 w 237706"/>
              <a:gd name="connsiteY22" fmla="*/ 53510 h 236466"/>
              <a:gd name="connsiteX23" fmla="*/ 131078 w 237706"/>
              <a:gd name="connsiteY23" fmla="*/ 50458 h 236466"/>
              <a:gd name="connsiteX24" fmla="*/ 106628 w 237706"/>
              <a:gd name="connsiteY24" fmla="*/ 0 h 236466"/>
              <a:gd name="connsiteX25" fmla="*/ 106628 w 237706"/>
              <a:gd name="connsiteY25" fmla="*/ 50458 h 236466"/>
              <a:gd name="connsiteX26" fmla="*/ 91511 w 237706"/>
              <a:gd name="connsiteY26" fmla="*/ 53510 h 236466"/>
              <a:gd name="connsiteX27" fmla="*/ 60606 w 237706"/>
              <a:gd name="connsiteY27" fmla="*/ 78960 h 236466"/>
              <a:gd name="connsiteX28" fmla="*/ 52344 w 237706"/>
              <a:gd name="connsiteY28" fmla="*/ 106008 h 236466"/>
              <a:gd name="connsiteX29" fmla="*/ 0 w 237706"/>
              <a:gd name="connsiteY29" fmla="*/ 106008 h 236466"/>
              <a:gd name="connsiteX30" fmla="*/ 3579 w 237706"/>
              <a:gd name="connsiteY30" fmla="*/ 82340 h 236466"/>
              <a:gd name="connsiteX31" fmla="*/ 71871 w 237706"/>
              <a:gd name="connsiteY31" fmla="*/ 7017 h 23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37706" h="236466">
                <a:moveTo>
                  <a:pt x="185362" y="130458"/>
                </a:moveTo>
                <a:lnTo>
                  <a:pt x="237706" y="130458"/>
                </a:lnTo>
                <a:lnTo>
                  <a:pt x="234128" y="154126"/>
                </a:lnTo>
                <a:cubicBezTo>
                  <a:pt x="223548" y="188141"/>
                  <a:pt x="198326" y="215706"/>
                  <a:pt x="165835" y="229449"/>
                </a:cubicBezTo>
                <a:lnTo>
                  <a:pt x="131078" y="236466"/>
                </a:lnTo>
                <a:lnTo>
                  <a:pt x="131078" y="186008"/>
                </a:lnTo>
                <a:lnTo>
                  <a:pt x="146195" y="182956"/>
                </a:lnTo>
                <a:cubicBezTo>
                  <a:pt x="158800" y="177624"/>
                  <a:pt x="169526" y="168717"/>
                  <a:pt x="177100" y="157507"/>
                </a:cubicBezTo>
                <a:close/>
                <a:moveTo>
                  <a:pt x="0" y="130458"/>
                </a:moveTo>
                <a:lnTo>
                  <a:pt x="52344" y="130458"/>
                </a:lnTo>
                <a:lnTo>
                  <a:pt x="60606" y="157507"/>
                </a:lnTo>
                <a:cubicBezTo>
                  <a:pt x="68180" y="168717"/>
                  <a:pt x="78906" y="177624"/>
                  <a:pt x="91511" y="182956"/>
                </a:cubicBezTo>
                <a:lnTo>
                  <a:pt x="106628" y="186008"/>
                </a:lnTo>
                <a:lnTo>
                  <a:pt x="106628" y="236466"/>
                </a:lnTo>
                <a:lnTo>
                  <a:pt x="71871" y="229449"/>
                </a:lnTo>
                <a:cubicBezTo>
                  <a:pt x="39380" y="215706"/>
                  <a:pt x="14159" y="188141"/>
                  <a:pt x="3579" y="154126"/>
                </a:cubicBezTo>
                <a:close/>
                <a:moveTo>
                  <a:pt x="131078" y="0"/>
                </a:moveTo>
                <a:lnTo>
                  <a:pt x="165835" y="7017"/>
                </a:lnTo>
                <a:cubicBezTo>
                  <a:pt x="198326" y="20760"/>
                  <a:pt x="223548" y="48325"/>
                  <a:pt x="234128" y="82340"/>
                </a:cubicBezTo>
                <a:lnTo>
                  <a:pt x="237706" y="106008"/>
                </a:lnTo>
                <a:lnTo>
                  <a:pt x="185362" y="106008"/>
                </a:lnTo>
                <a:lnTo>
                  <a:pt x="177100" y="78960"/>
                </a:lnTo>
                <a:cubicBezTo>
                  <a:pt x="169526" y="67749"/>
                  <a:pt x="158800" y="58842"/>
                  <a:pt x="146195" y="53510"/>
                </a:cubicBezTo>
                <a:lnTo>
                  <a:pt x="131078" y="50458"/>
                </a:lnTo>
                <a:close/>
                <a:moveTo>
                  <a:pt x="106628" y="0"/>
                </a:moveTo>
                <a:lnTo>
                  <a:pt x="106628" y="50458"/>
                </a:lnTo>
                <a:lnTo>
                  <a:pt x="91511" y="53510"/>
                </a:lnTo>
                <a:cubicBezTo>
                  <a:pt x="78906" y="58842"/>
                  <a:pt x="68180" y="67749"/>
                  <a:pt x="60606" y="78960"/>
                </a:cubicBezTo>
                <a:lnTo>
                  <a:pt x="52344" y="106008"/>
                </a:lnTo>
                <a:lnTo>
                  <a:pt x="0" y="106008"/>
                </a:lnTo>
                <a:lnTo>
                  <a:pt x="3579" y="82340"/>
                </a:lnTo>
                <a:cubicBezTo>
                  <a:pt x="14159" y="48325"/>
                  <a:pt x="39380" y="20760"/>
                  <a:pt x="71871" y="70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B88625-BD84-4AC0-8A04-F9D426252DC6}"/>
              </a:ext>
            </a:extLst>
          </p:cNvPr>
          <p:cNvSpPr/>
          <p:nvPr userDrawn="1"/>
        </p:nvSpPr>
        <p:spPr>
          <a:xfrm rot="10800000" flipH="1">
            <a:off x="1016764" y="1689879"/>
            <a:ext cx="80588" cy="8058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FDB0D61A-55FF-42B8-B442-7B044B1376C5}"/>
              </a:ext>
            </a:extLst>
          </p:cNvPr>
          <p:cNvSpPr/>
          <p:nvPr userDrawn="1"/>
        </p:nvSpPr>
        <p:spPr>
          <a:xfrm rot="10800000" flipH="1">
            <a:off x="478272" y="255586"/>
            <a:ext cx="1246034" cy="711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18A1D6DB-506D-44F9-B480-A76B310C3E71}"/>
              </a:ext>
            </a:extLst>
          </p:cNvPr>
          <p:cNvSpPr/>
          <p:nvPr userDrawn="1"/>
        </p:nvSpPr>
        <p:spPr>
          <a:xfrm rot="10800000" flipH="1">
            <a:off x="640963" y="322185"/>
            <a:ext cx="920653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50F240-F8DE-4A86-B350-32B373D2B6BC}"/>
              </a:ext>
            </a:extLst>
          </p:cNvPr>
          <p:cNvSpPr txBox="1"/>
          <p:nvPr userDrawn="1"/>
        </p:nvSpPr>
        <p:spPr>
          <a:xfrm>
            <a:off x="292045" y="6035759"/>
            <a:ext cx="3434108" cy="500056"/>
          </a:xfrm>
          <a:custGeom>
            <a:avLst/>
            <a:gdLst>
              <a:gd name="connsiteX0" fmla="*/ 918715 w 3349328"/>
              <a:gd name="connsiteY0" fmla="*/ 111816 h 487710"/>
              <a:gd name="connsiteX1" fmla="*/ 918715 w 3349328"/>
              <a:gd name="connsiteY1" fmla="*/ 374535 h 487710"/>
              <a:gd name="connsiteX2" fmla="*/ 946303 w 3349328"/>
              <a:gd name="connsiteY2" fmla="*/ 374535 h 487710"/>
              <a:gd name="connsiteX3" fmla="*/ 1052905 w 3349328"/>
              <a:gd name="connsiteY3" fmla="*/ 327170 h 487710"/>
              <a:gd name="connsiteX4" fmla="*/ 1079813 w 3349328"/>
              <a:gd name="connsiteY4" fmla="*/ 243005 h 487710"/>
              <a:gd name="connsiteX5" fmla="*/ 1052905 w 3349328"/>
              <a:gd name="connsiteY5" fmla="*/ 159181 h 487710"/>
              <a:gd name="connsiteX6" fmla="*/ 946303 w 3349328"/>
              <a:gd name="connsiteY6" fmla="*/ 111816 h 487710"/>
              <a:gd name="connsiteX7" fmla="*/ 2629830 w 3349328"/>
              <a:gd name="connsiteY7" fmla="*/ 102981 h 487710"/>
              <a:gd name="connsiteX8" fmla="*/ 2629830 w 3349328"/>
              <a:gd name="connsiteY8" fmla="*/ 218535 h 487710"/>
              <a:gd name="connsiteX9" fmla="*/ 2652342 w 3349328"/>
              <a:gd name="connsiteY9" fmla="*/ 218535 h 487710"/>
              <a:gd name="connsiteX10" fmla="*/ 2707256 w 3349328"/>
              <a:gd name="connsiteY10" fmla="*/ 202610 h 487710"/>
              <a:gd name="connsiteX11" fmla="*/ 2725333 w 3349328"/>
              <a:gd name="connsiteY11" fmla="*/ 160588 h 487710"/>
              <a:gd name="connsiteX12" fmla="*/ 2707256 w 3349328"/>
              <a:gd name="connsiteY12" fmla="*/ 118906 h 487710"/>
              <a:gd name="connsiteX13" fmla="*/ 2652342 w 3349328"/>
              <a:gd name="connsiteY13" fmla="*/ 102981 h 487710"/>
              <a:gd name="connsiteX14" fmla="*/ 222349 w 3349328"/>
              <a:gd name="connsiteY14" fmla="*/ 23791 h 487710"/>
              <a:gd name="connsiteX15" fmla="*/ 343001 w 3349328"/>
              <a:gd name="connsiteY15" fmla="*/ 23791 h 487710"/>
              <a:gd name="connsiteX16" fmla="*/ 564934 w 3349328"/>
              <a:gd name="connsiteY16" fmla="*/ 307580 h 487710"/>
              <a:gd name="connsiteX17" fmla="*/ 564934 w 3349328"/>
              <a:gd name="connsiteY17" fmla="*/ 23791 h 487710"/>
              <a:gd name="connsiteX18" fmla="*/ 685587 w 3349328"/>
              <a:gd name="connsiteY18" fmla="*/ 23791 h 487710"/>
              <a:gd name="connsiteX19" fmla="*/ 685587 w 3349328"/>
              <a:gd name="connsiteY19" fmla="*/ 487710 h 487710"/>
              <a:gd name="connsiteX20" fmla="*/ 564934 w 3349328"/>
              <a:gd name="connsiteY20" fmla="*/ 487710 h 487710"/>
              <a:gd name="connsiteX21" fmla="*/ 343001 w 3349328"/>
              <a:gd name="connsiteY21" fmla="*/ 203580 h 487710"/>
              <a:gd name="connsiteX22" fmla="*/ 343001 w 3349328"/>
              <a:gd name="connsiteY22" fmla="*/ 487710 h 487710"/>
              <a:gd name="connsiteX23" fmla="*/ 222349 w 3349328"/>
              <a:gd name="connsiteY23" fmla="*/ 487710 h 487710"/>
              <a:gd name="connsiteX24" fmla="*/ 0 w 3349328"/>
              <a:gd name="connsiteY24" fmla="*/ 23791 h 487710"/>
              <a:gd name="connsiteX25" fmla="*/ 120653 w 3349328"/>
              <a:gd name="connsiteY25" fmla="*/ 23791 h 487710"/>
              <a:gd name="connsiteX26" fmla="*/ 120653 w 3349328"/>
              <a:gd name="connsiteY26" fmla="*/ 487710 h 487710"/>
              <a:gd name="connsiteX27" fmla="*/ 0 w 3349328"/>
              <a:gd name="connsiteY27" fmla="*/ 487710 h 487710"/>
              <a:gd name="connsiteX28" fmla="*/ 2887110 w 3349328"/>
              <a:gd name="connsiteY28" fmla="*/ 11217 h 487710"/>
              <a:gd name="connsiteX29" fmla="*/ 3031213 w 3349328"/>
              <a:gd name="connsiteY29" fmla="*/ 11217 h 487710"/>
              <a:gd name="connsiteX30" fmla="*/ 3118899 w 3349328"/>
              <a:gd name="connsiteY30" fmla="*/ 137647 h 487710"/>
              <a:gd name="connsiteX31" fmla="*/ 3203186 w 3349328"/>
              <a:gd name="connsiteY31" fmla="*/ 11217 h 487710"/>
              <a:gd name="connsiteX32" fmla="*/ 3349328 w 3349328"/>
              <a:gd name="connsiteY32" fmla="*/ 11217 h 487710"/>
              <a:gd name="connsiteX33" fmla="*/ 3175657 w 3349328"/>
              <a:gd name="connsiteY33" fmla="*/ 252183 h 487710"/>
              <a:gd name="connsiteX34" fmla="*/ 3175657 w 3349328"/>
              <a:gd name="connsiteY34" fmla="*/ 475135 h 487710"/>
              <a:gd name="connsiteX35" fmla="*/ 3055003 w 3349328"/>
              <a:gd name="connsiteY35" fmla="*/ 475135 h 487710"/>
              <a:gd name="connsiteX36" fmla="*/ 3055003 w 3349328"/>
              <a:gd name="connsiteY36" fmla="*/ 252183 h 487710"/>
              <a:gd name="connsiteX37" fmla="*/ 2509178 w 3349328"/>
              <a:gd name="connsiteY37" fmla="*/ 11217 h 487710"/>
              <a:gd name="connsiteX38" fmla="*/ 2696784 w 3349328"/>
              <a:gd name="connsiteY38" fmla="*/ 11217 h 487710"/>
              <a:gd name="connsiteX39" fmla="*/ 2818457 w 3349328"/>
              <a:gd name="connsiteY39" fmla="*/ 60497 h 487710"/>
              <a:gd name="connsiteX40" fmla="*/ 2850405 w 3349328"/>
              <a:gd name="connsiteY40" fmla="*/ 153960 h 487710"/>
              <a:gd name="connsiteX41" fmla="*/ 2813699 w 3349328"/>
              <a:gd name="connsiteY41" fmla="*/ 252183 h 487710"/>
              <a:gd name="connsiteX42" fmla="*/ 2749123 w 3349328"/>
              <a:gd name="connsiteY42" fmla="*/ 284810 h 487710"/>
              <a:gd name="connsiteX43" fmla="*/ 2894927 w 3349328"/>
              <a:gd name="connsiteY43" fmla="*/ 475135 h 487710"/>
              <a:gd name="connsiteX44" fmla="*/ 2745046 w 3349328"/>
              <a:gd name="connsiteY44" fmla="*/ 475135 h 487710"/>
              <a:gd name="connsiteX45" fmla="*/ 2629830 w 3349328"/>
              <a:gd name="connsiteY45" fmla="*/ 297045 h 487710"/>
              <a:gd name="connsiteX46" fmla="*/ 2629830 w 3349328"/>
              <a:gd name="connsiteY46" fmla="*/ 475135 h 487710"/>
              <a:gd name="connsiteX47" fmla="*/ 2509178 w 3349328"/>
              <a:gd name="connsiteY47" fmla="*/ 475135 h 487710"/>
              <a:gd name="connsiteX48" fmla="*/ 2136647 w 3349328"/>
              <a:gd name="connsiteY48" fmla="*/ 11217 h 487710"/>
              <a:gd name="connsiteX49" fmla="*/ 2455441 w 3349328"/>
              <a:gd name="connsiteY49" fmla="*/ 11217 h 487710"/>
              <a:gd name="connsiteX50" fmla="*/ 2455441 w 3349328"/>
              <a:gd name="connsiteY50" fmla="*/ 111816 h 487710"/>
              <a:gd name="connsiteX51" fmla="*/ 2355520 w 3349328"/>
              <a:gd name="connsiteY51" fmla="*/ 111816 h 487710"/>
              <a:gd name="connsiteX52" fmla="*/ 2355520 w 3349328"/>
              <a:gd name="connsiteY52" fmla="*/ 475135 h 487710"/>
              <a:gd name="connsiteX53" fmla="*/ 2234868 w 3349328"/>
              <a:gd name="connsiteY53" fmla="*/ 475135 h 487710"/>
              <a:gd name="connsiteX54" fmla="*/ 2234868 w 3349328"/>
              <a:gd name="connsiteY54" fmla="*/ 111816 h 487710"/>
              <a:gd name="connsiteX55" fmla="*/ 2136647 w 3349328"/>
              <a:gd name="connsiteY55" fmla="*/ 111816 h 487710"/>
              <a:gd name="connsiteX56" fmla="*/ 1281429 w 3349328"/>
              <a:gd name="connsiteY56" fmla="*/ 11217 h 487710"/>
              <a:gd name="connsiteX57" fmla="*/ 1402081 w 3349328"/>
              <a:gd name="connsiteY57" fmla="*/ 11217 h 487710"/>
              <a:gd name="connsiteX58" fmla="*/ 1402081 w 3349328"/>
              <a:gd name="connsiteY58" fmla="*/ 262151 h 487710"/>
              <a:gd name="connsiteX59" fmla="*/ 1403101 w 3349328"/>
              <a:gd name="connsiteY59" fmla="*/ 307310 h 487710"/>
              <a:gd name="connsiteX60" fmla="*/ 1446264 w 3349328"/>
              <a:gd name="connsiteY60" fmla="*/ 373180 h 487710"/>
              <a:gd name="connsiteX61" fmla="*/ 1482289 w 3349328"/>
              <a:gd name="connsiteY61" fmla="*/ 380992 h 487710"/>
              <a:gd name="connsiteX62" fmla="*/ 1548903 w 3349328"/>
              <a:gd name="connsiteY62" fmla="*/ 350091 h 487710"/>
              <a:gd name="connsiteX63" fmla="*/ 1565557 w 3349328"/>
              <a:gd name="connsiteY63" fmla="*/ 262151 h 487710"/>
              <a:gd name="connsiteX64" fmla="*/ 1565557 w 3349328"/>
              <a:gd name="connsiteY64" fmla="*/ 11217 h 487710"/>
              <a:gd name="connsiteX65" fmla="*/ 1686210 w 3349328"/>
              <a:gd name="connsiteY65" fmla="*/ 11217 h 487710"/>
              <a:gd name="connsiteX66" fmla="*/ 1686210 w 3349328"/>
              <a:gd name="connsiteY66" fmla="*/ 278692 h 487710"/>
              <a:gd name="connsiteX67" fmla="*/ 1679413 w 3349328"/>
              <a:gd name="connsiteY67" fmla="*/ 350064 h 487710"/>
              <a:gd name="connsiteX68" fmla="*/ 1629112 w 3349328"/>
              <a:gd name="connsiteY68" fmla="*/ 433672 h 487710"/>
              <a:gd name="connsiteX69" fmla="*/ 1478212 w 3349328"/>
              <a:gd name="connsiteY69" fmla="*/ 487030 h 487710"/>
              <a:gd name="connsiteX70" fmla="*/ 1327990 w 3349328"/>
              <a:gd name="connsiteY70" fmla="*/ 432652 h 487710"/>
              <a:gd name="connsiteX71" fmla="*/ 1288906 w 3349328"/>
              <a:gd name="connsiteY71" fmla="*/ 360940 h 487710"/>
              <a:gd name="connsiteX72" fmla="*/ 1281429 w 3349328"/>
              <a:gd name="connsiteY72" fmla="*/ 278692 h 487710"/>
              <a:gd name="connsiteX73" fmla="*/ 798063 w 3349328"/>
              <a:gd name="connsiteY73" fmla="*/ 11217 h 487710"/>
              <a:gd name="connsiteX74" fmla="*/ 976153 w 3349328"/>
              <a:gd name="connsiteY74" fmla="*/ 11217 h 487710"/>
              <a:gd name="connsiteX75" fmla="*/ 1097146 w 3349328"/>
              <a:gd name="connsiteY75" fmla="*/ 47581 h 487710"/>
              <a:gd name="connsiteX76" fmla="*/ 1181093 w 3349328"/>
              <a:gd name="connsiteY76" fmla="*/ 142065 h 487710"/>
              <a:gd name="connsiteX77" fmla="*/ 1204883 w 3349328"/>
              <a:gd name="connsiteY77" fmla="*/ 243005 h 487710"/>
              <a:gd name="connsiteX78" fmla="*/ 1161210 w 3349328"/>
              <a:gd name="connsiteY78" fmla="*/ 377084 h 487710"/>
              <a:gd name="connsiteX79" fmla="*/ 1049564 w 3349328"/>
              <a:gd name="connsiteY79" fmla="*/ 462560 h 487710"/>
              <a:gd name="connsiteX80" fmla="*/ 976153 w 3349328"/>
              <a:gd name="connsiteY80" fmla="*/ 475135 h 487710"/>
              <a:gd name="connsiteX81" fmla="*/ 798063 w 3349328"/>
              <a:gd name="connsiteY81" fmla="*/ 475135 h 487710"/>
              <a:gd name="connsiteX82" fmla="*/ 1939788 w 3349328"/>
              <a:gd name="connsiteY82" fmla="*/ 0 h 487710"/>
              <a:gd name="connsiteX83" fmla="*/ 2086950 w 3349328"/>
              <a:gd name="connsiteY83" fmla="*/ 37726 h 487710"/>
              <a:gd name="connsiteX84" fmla="*/ 2038689 w 3349328"/>
              <a:gd name="connsiteY84" fmla="*/ 131529 h 487710"/>
              <a:gd name="connsiteX85" fmla="*/ 1958953 w 3349328"/>
              <a:gd name="connsiteY85" fmla="*/ 100602 h 487710"/>
              <a:gd name="connsiteX86" fmla="*/ 1924196 w 3349328"/>
              <a:gd name="connsiteY86" fmla="*/ 110494 h 487710"/>
              <a:gd name="connsiteX87" fmla="*/ 1906822 w 3349328"/>
              <a:gd name="connsiteY87" fmla="*/ 140514 h 487710"/>
              <a:gd name="connsiteX88" fmla="*/ 1929629 w 3349328"/>
              <a:gd name="connsiteY88" fmla="*/ 172233 h 487710"/>
              <a:gd name="connsiteX89" fmla="*/ 1990911 w 3349328"/>
              <a:gd name="connsiteY89" fmla="*/ 193384 h 487710"/>
              <a:gd name="connsiteX90" fmla="*/ 2082150 w 3349328"/>
              <a:gd name="connsiteY90" fmla="*/ 246468 h 487710"/>
              <a:gd name="connsiteX91" fmla="*/ 2105644 w 3349328"/>
              <a:gd name="connsiteY91" fmla="*/ 321663 h 487710"/>
              <a:gd name="connsiteX92" fmla="*/ 2002323 w 3349328"/>
              <a:gd name="connsiteY92" fmla="*/ 475119 h 487710"/>
              <a:gd name="connsiteX93" fmla="*/ 1924834 w 3349328"/>
              <a:gd name="connsiteY93" fmla="*/ 487710 h 487710"/>
              <a:gd name="connsiteX94" fmla="*/ 1763397 w 3349328"/>
              <a:gd name="connsiteY94" fmla="*/ 435031 h 487710"/>
              <a:gd name="connsiteX95" fmla="*/ 1815056 w 3349328"/>
              <a:gd name="connsiteY95" fmla="*/ 337828 h 487710"/>
              <a:gd name="connsiteX96" fmla="*/ 1921653 w 3349328"/>
              <a:gd name="connsiteY96" fmla="*/ 387110 h 487710"/>
              <a:gd name="connsiteX97" fmla="*/ 1961503 w 3349328"/>
              <a:gd name="connsiteY97" fmla="*/ 376122 h 487710"/>
              <a:gd name="connsiteX98" fmla="*/ 1980572 w 3349328"/>
              <a:gd name="connsiteY98" fmla="*/ 341106 h 487710"/>
              <a:gd name="connsiteX99" fmla="*/ 1959463 w 3349328"/>
              <a:gd name="connsiteY99" fmla="*/ 306773 h 487710"/>
              <a:gd name="connsiteX100" fmla="*/ 1906693 w 3349328"/>
              <a:gd name="connsiteY100" fmla="*/ 285828 h 487710"/>
              <a:gd name="connsiteX101" fmla="*/ 1850180 w 3349328"/>
              <a:gd name="connsiteY101" fmla="*/ 267498 h 487710"/>
              <a:gd name="connsiteX102" fmla="*/ 1818860 w 3349328"/>
              <a:gd name="connsiteY102" fmla="*/ 249165 h 487710"/>
              <a:gd name="connsiteX103" fmla="*/ 1781750 w 3349328"/>
              <a:gd name="connsiteY103" fmla="*/ 156833 h 487710"/>
              <a:gd name="connsiteX104" fmla="*/ 1820155 w 3349328"/>
              <a:gd name="connsiteY104" fmla="*/ 49903 h 487710"/>
              <a:gd name="connsiteX105" fmla="*/ 1939788 w 3349328"/>
              <a:gd name="connsiteY105" fmla="*/ 0 h 48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328" h="487710">
                <a:moveTo>
                  <a:pt x="918715" y="111816"/>
                </a:moveTo>
                <a:lnTo>
                  <a:pt x="918715" y="374535"/>
                </a:lnTo>
                <a:lnTo>
                  <a:pt x="946303" y="374535"/>
                </a:lnTo>
                <a:cubicBezTo>
                  <a:pt x="993757" y="374535"/>
                  <a:pt x="1029291" y="358747"/>
                  <a:pt x="1052905" y="327170"/>
                </a:cubicBezTo>
                <a:cubicBezTo>
                  <a:pt x="1070843" y="303090"/>
                  <a:pt x="1079813" y="275035"/>
                  <a:pt x="1079813" y="243005"/>
                </a:cubicBezTo>
                <a:cubicBezTo>
                  <a:pt x="1079813" y="210977"/>
                  <a:pt x="1070843" y="183035"/>
                  <a:pt x="1052905" y="159181"/>
                </a:cubicBezTo>
                <a:cubicBezTo>
                  <a:pt x="1029065" y="127605"/>
                  <a:pt x="993530" y="111816"/>
                  <a:pt x="946303" y="111816"/>
                </a:cubicBezTo>
                <a:close/>
                <a:moveTo>
                  <a:pt x="2629830" y="102981"/>
                </a:moveTo>
                <a:lnTo>
                  <a:pt x="2629830" y="218535"/>
                </a:lnTo>
                <a:lnTo>
                  <a:pt x="2652342" y="218535"/>
                </a:lnTo>
                <a:cubicBezTo>
                  <a:pt x="2677810" y="218535"/>
                  <a:pt x="2696115" y="213227"/>
                  <a:pt x="2707256" y="202610"/>
                </a:cubicBezTo>
                <a:cubicBezTo>
                  <a:pt x="2719308" y="191085"/>
                  <a:pt x="2725333" y="177079"/>
                  <a:pt x="2725333" y="160588"/>
                </a:cubicBezTo>
                <a:cubicBezTo>
                  <a:pt x="2725333" y="144097"/>
                  <a:pt x="2719308" y="130203"/>
                  <a:pt x="2707256" y="118906"/>
                </a:cubicBezTo>
                <a:cubicBezTo>
                  <a:pt x="2695885" y="108289"/>
                  <a:pt x="2677580" y="102981"/>
                  <a:pt x="2652342" y="102981"/>
                </a:cubicBezTo>
                <a:close/>
                <a:moveTo>
                  <a:pt x="222349" y="23791"/>
                </a:moveTo>
                <a:lnTo>
                  <a:pt x="343001" y="23791"/>
                </a:lnTo>
                <a:lnTo>
                  <a:pt x="564934" y="307580"/>
                </a:lnTo>
                <a:lnTo>
                  <a:pt x="564934" y="23791"/>
                </a:lnTo>
                <a:lnTo>
                  <a:pt x="685587" y="23791"/>
                </a:lnTo>
                <a:lnTo>
                  <a:pt x="685587" y="487710"/>
                </a:lnTo>
                <a:lnTo>
                  <a:pt x="564934" y="487710"/>
                </a:lnTo>
                <a:lnTo>
                  <a:pt x="343001" y="203580"/>
                </a:lnTo>
                <a:lnTo>
                  <a:pt x="343001" y="487710"/>
                </a:lnTo>
                <a:lnTo>
                  <a:pt x="222349" y="487710"/>
                </a:lnTo>
                <a:close/>
                <a:moveTo>
                  <a:pt x="0" y="23791"/>
                </a:moveTo>
                <a:lnTo>
                  <a:pt x="120653" y="23791"/>
                </a:lnTo>
                <a:lnTo>
                  <a:pt x="120653" y="487710"/>
                </a:lnTo>
                <a:lnTo>
                  <a:pt x="0" y="487710"/>
                </a:lnTo>
                <a:close/>
                <a:moveTo>
                  <a:pt x="2887110" y="11217"/>
                </a:moveTo>
                <a:lnTo>
                  <a:pt x="3031213" y="11217"/>
                </a:lnTo>
                <a:lnTo>
                  <a:pt x="3118899" y="137647"/>
                </a:lnTo>
                <a:lnTo>
                  <a:pt x="3203186" y="11217"/>
                </a:lnTo>
                <a:lnTo>
                  <a:pt x="3349328" y="11217"/>
                </a:lnTo>
                <a:lnTo>
                  <a:pt x="3175657" y="252183"/>
                </a:lnTo>
                <a:lnTo>
                  <a:pt x="3175657" y="475135"/>
                </a:lnTo>
                <a:lnTo>
                  <a:pt x="3055003" y="475135"/>
                </a:lnTo>
                <a:lnTo>
                  <a:pt x="3055003" y="252183"/>
                </a:lnTo>
                <a:close/>
                <a:moveTo>
                  <a:pt x="2509178" y="11217"/>
                </a:moveTo>
                <a:lnTo>
                  <a:pt x="2696784" y="11217"/>
                </a:lnTo>
                <a:cubicBezTo>
                  <a:pt x="2751617" y="11217"/>
                  <a:pt x="2792173" y="27643"/>
                  <a:pt x="2818457" y="60497"/>
                </a:cubicBezTo>
                <a:cubicBezTo>
                  <a:pt x="2839755" y="87006"/>
                  <a:pt x="2850405" y="118161"/>
                  <a:pt x="2850405" y="153960"/>
                </a:cubicBezTo>
                <a:cubicBezTo>
                  <a:pt x="2850405" y="194971"/>
                  <a:pt x="2838170" y="227712"/>
                  <a:pt x="2813699" y="252183"/>
                </a:cubicBezTo>
                <a:cubicBezTo>
                  <a:pt x="2798065" y="267816"/>
                  <a:pt x="2776540" y="278692"/>
                  <a:pt x="2749123" y="284810"/>
                </a:cubicBezTo>
                <a:lnTo>
                  <a:pt x="2894927" y="475135"/>
                </a:lnTo>
                <a:lnTo>
                  <a:pt x="2745046" y="475135"/>
                </a:lnTo>
                <a:lnTo>
                  <a:pt x="2629830" y="297045"/>
                </a:lnTo>
                <a:lnTo>
                  <a:pt x="2629830" y="475135"/>
                </a:lnTo>
                <a:lnTo>
                  <a:pt x="2509178" y="475135"/>
                </a:lnTo>
                <a:close/>
                <a:moveTo>
                  <a:pt x="2136647" y="11217"/>
                </a:moveTo>
                <a:lnTo>
                  <a:pt x="2455441" y="11217"/>
                </a:lnTo>
                <a:lnTo>
                  <a:pt x="2455441" y="111816"/>
                </a:lnTo>
                <a:lnTo>
                  <a:pt x="2355520" y="111816"/>
                </a:lnTo>
                <a:lnTo>
                  <a:pt x="2355520" y="475135"/>
                </a:lnTo>
                <a:lnTo>
                  <a:pt x="2234868" y="475135"/>
                </a:lnTo>
                <a:lnTo>
                  <a:pt x="2234868" y="111816"/>
                </a:lnTo>
                <a:lnTo>
                  <a:pt x="2136647" y="111816"/>
                </a:lnTo>
                <a:close/>
                <a:moveTo>
                  <a:pt x="1281429" y="11217"/>
                </a:moveTo>
                <a:lnTo>
                  <a:pt x="1402081" y="11217"/>
                </a:lnTo>
                <a:lnTo>
                  <a:pt x="1402081" y="262151"/>
                </a:lnTo>
                <a:cubicBezTo>
                  <a:pt x="1402081" y="282294"/>
                  <a:pt x="1402421" y="297347"/>
                  <a:pt x="1403101" y="307310"/>
                </a:cubicBezTo>
                <a:cubicBezTo>
                  <a:pt x="1405367" y="338775"/>
                  <a:pt x="1419754" y="360733"/>
                  <a:pt x="1446264" y="373180"/>
                </a:cubicBezTo>
                <a:cubicBezTo>
                  <a:pt x="1457139" y="378388"/>
                  <a:pt x="1469148" y="380992"/>
                  <a:pt x="1482289" y="380992"/>
                </a:cubicBezTo>
                <a:cubicBezTo>
                  <a:pt x="1511745" y="380992"/>
                  <a:pt x="1533949" y="370691"/>
                  <a:pt x="1548903" y="350091"/>
                </a:cubicBezTo>
                <a:cubicBezTo>
                  <a:pt x="1560006" y="334924"/>
                  <a:pt x="1565557" y="305610"/>
                  <a:pt x="1565557" y="262151"/>
                </a:cubicBezTo>
                <a:lnTo>
                  <a:pt x="1565557" y="11217"/>
                </a:lnTo>
                <a:lnTo>
                  <a:pt x="1686210" y="11217"/>
                </a:lnTo>
                <a:lnTo>
                  <a:pt x="1686210" y="278692"/>
                </a:lnTo>
                <a:cubicBezTo>
                  <a:pt x="1686210" y="306561"/>
                  <a:pt x="1683944" y="330351"/>
                  <a:pt x="1679413" y="350064"/>
                </a:cubicBezTo>
                <a:cubicBezTo>
                  <a:pt x="1672389" y="380652"/>
                  <a:pt x="1655622" y="408522"/>
                  <a:pt x="1629112" y="433672"/>
                </a:cubicBezTo>
                <a:cubicBezTo>
                  <a:pt x="1591500" y="469244"/>
                  <a:pt x="1541200" y="487030"/>
                  <a:pt x="1478212" y="487030"/>
                </a:cubicBezTo>
                <a:cubicBezTo>
                  <a:pt x="1414090" y="487030"/>
                  <a:pt x="1364016" y="468904"/>
                  <a:pt x="1327990" y="432652"/>
                </a:cubicBezTo>
                <a:cubicBezTo>
                  <a:pt x="1308958" y="413619"/>
                  <a:pt x="1295929" y="389715"/>
                  <a:pt x="1288906" y="360940"/>
                </a:cubicBezTo>
                <a:cubicBezTo>
                  <a:pt x="1283921" y="340548"/>
                  <a:pt x="1281429" y="313131"/>
                  <a:pt x="1281429" y="278692"/>
                </a:cubicBezTo>
                <a:close/>
                <a:moveTo>
                  <a:pt x="798063" y="11217"/>
                </a:moveTo>
                <a:lnTo>
                  <a:pt x="976153" y="11217"/>
                </a:lnTo>
                <a:cubicBezTo>
                  <a:pt x="1019656" y="11217"/>
                  <a:pt x="1059987" y="23337"/>
                  <a:pt x="1097146" y="47581"/>
                </a:cubicBezTo>
                <a:cubicBezTo>
                  <a:pt x="1133625" y="71146"/>
                  <a:pt x="1161607" y="102641"/>
                  <a:pt x="1181093" y="142065"/>
                </a:cubicBezTo>
                <a:cubicBezTo>
                  <a:pt x="1196954" y="174692"/>
                  <a:pt x="1204883" y="208339"/>
                  <a:pt x="1204883" y="243005"/>
                </a:cubicBezTo>
                <a:cubicBezTo>
                  <a:pt x="1204883" y="291267"/>
                  <a:pt x="1190325" y="335960"/>
                  <a:pt x="1161210" y="377084"/>
                </a:cubicBezTo>
                <a:cubicBezTo>
                  <a:pt x="1132096" y="418207"/>
                  <a:pt x="1094879" y="446699"/>
                  <a:pt x="1049564" y="462560"/>
                </a:cubicBezTo>
                <a:cubicBezTo>
                  <a:pt x="1025547" y="470943"/>
                  <a:pt x="1001077" y="475135"/>
                  <a:pt x="976153" y="475135"/>
                </a:cubicBezTo>
                <a:lnTo>
                  <a:pt x="798063" y="475135"/>
                </a:lnTo>
                <a:close/>
                <a:moveTo>
                  <a:pt x="1939788" y="0"/>
                </a:moveTo>
                <a:cubicBezTo>
                  <a:pt x="1989862" y="0"/>
                  <a:pt x="2038916" y="12575"/>
                  <a:pt x="2086950" y="37726"/>
                </a:cubicBezTo>
                <a:lnTo>
                  <a:pt x="2038689" y="131529"/>
                </a:lnTo>
                <a:cubicBezTo>
                  <a:pt x="2012339" y="110910"/>
                  <a:pt x="1985760" y="100602"/>
                  <a:pt x="1958953" y="100602"/>
                </a:cubicBezTo>
                <a:cubicBezTo>
                  <a:pt x="1946007" y="100602"/>
                  <a:pt x="1934421" y="103899"/>
                  <a:pt x="1924196" y="110494"/>
                </a:cubicBezTo>
                <a:cubicBezTo>
                  <a:pt x="1912613" y="118000"/>
                  <a:pt x="1906822" y="128007"/>
                  <a:pt x="1906822" y="140514"/>
                </a:cubicBezTo>
                <a:cubicBezTo>
                  <a:pt x="1906822" y="152792"/>
                  <a:pt x="1914423" y="163365"/>
                  <a:pt x="1929629" y="172233"/>
                </a:cubicBezTo>
                <a:cubicBezTo>
                  <a:pt x="1936440" y="176330"/>
                  <a:pt x="1956869" y="183380"/>
                  <a:pt x="1990911" y="193384"/>
                </a:cubicBezTo>
                <a:cubicBezTo>
                  <a:pt x="2033583" y="205862"/>
                  <a:pt x="2063995" y="223556"/>
                  <a:pt x="2082150" y="246468"/>
                </a:cubicBezTo>
                <a:cubicBezTo>
                  <a:pt x="2097812" y="265976"/>
                  <a:pt x="2105644" y="291040"/>
                  <a:pt x="2105644" y="321663"/>
                </a:cubicBezTo>
                <a:cubicBezTo>
                  <a:pt x="2105644" y="400148"/>
                  <a:pt x="2071204" y="451300"/>
                  <a:pt x="2002323" y="475119"/>
                </a:cubicBezTo>
                <a:cubicBezTo>
                  <a:pt x="1978306" y="483513"/>
                  <a:pt x="1952476" y="487710"/>
                  <a:pt x="1924834" y="487710"/>
                </a:cubicBezTo>
                <a:cubicBezTo>
                  <a:pt x="1866829" y="487710"/>
                  <a:pt x="1813018" y="470151"/>
                  <a:pt x="1763397" y="435031"/>
                </a:cubicBezTo>
                <a:lnTo>
                  <a:pt x="1815056" y="337828"/>
                </a:lnTo>
                <a:cubicBezTo>
                  <a:pt x="1851383" y="370682"/>
                  <a:pt x="1886915" y="387110"/>
                  <a:pt x="1921653" y="387110"/>
                </a:cubicBezTo>
                <a:cubicBezTo>
                  <a:pt x="1937319" y="387110"/>
                  <a:pt x="1950602" y="383447"/>
                  <a:pt x="1961503" y="376122"/>
                </a:cubicBezTo>
                <a:cubicBezTo>
                  <a:pt x="1974216" y="367884"/>
                  <a:pt x="1980572" y="356212"/>
                  <a:pt x="1980572" y="341106"/>
                </a:cubicBezTo>
                <a:cubicBezTo>
                  <a:pt x="1980572" y="327372"/>
                  <a:pt x="1973536" y="315929"/>
                  <a:pt x="1959463" y="306773"/>
                </a:cubicBezTo>
                <a:cubicBezTo>
                  <a:pt x="1949023" y="299905"/>
                  <a:pt x="1931433" y="292924"/>
                  <a:pt x="1906693" y="285828"/>
                </a:cubicBezTo>
                <a:cubicBezTo>
                  <a:pt x="1876736" y="277003"/>
                  <a:pt x="1857898" y="270893"/>
                  <a:pt x="1850180" y="267498"/>
                </a:cubicBezTo>
                <a:cubicBezTo>
                  <a:pt x="1837923" y="262294"/>
                  <a:pt x="1827484" y="256182"/>
                  <a:pt x="1818860" y="249165"/>
                </a:cubicBezTo>
                <a:cubicBezTo>
                  <a:pt x="1794119" y="228798"/>
                  <a:pt x="1781750" y="198021"/>
                  <a:pt x="1781750" y="156833"/>
                </a:cubicBezTo>
                <a:cubicBezTo>
                  <a:pt x="1781750" y="113833"/>
                  <a:pt x="1794552" y="78189"/>
                  <a:pt x="1820155" y="49903"/>
                </a:cubicBezTo>
                <a:cubicBezTo>
                  <a:pt x="1850063" y="16634"/>
                  <a:pt x="1889941" y="0"/>
                  <a:pt x="19397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AE5792-052C-425C-AEBF-0DF8BD95BBA5}"/>
              </a:ext>
            </a:extLst>
          </p:cNvPr>
          <p:cNvSpPr txBox="1"/>
          <p:nvPr userDrawn="1"/>
        </p:nvSpPr>
        <p:spPr>
          <a:xfrm>
            <a:off x="2153235" y="5199161"/>
            <a:ext cx="811572" cy="689415"/>
          </a:xfrm>
          <a:custGeom>
            <a:avLst/>
            <a:gdLst>
              <a:gd name="connsiteX0" fmla="*/ 717483 w 844822"/>
              <a:gd name="connsiteY0" fmla="*/ 542899 h 717660"/>
              <a:gd name="connsiteX1" fmla="*/ 753792 w 844822"/>
              <a:gd name="connsiteY1" fmla="*/ 536357 h 717660"/>
              <a:gd name="connsiteX2" fmla="*/ 818277 w 844822"/>
              <a:gd name="connsiteY2" fmla="*/ 562525 h 717660"/>
              <a:gd name="connsiteX3" fmla="*/ 844822 w 844822"/>
              <a:gd name="connsiteY3" fmla="*/ 626631 h 717660"/>
              <a:gd name="connsiteX4" fmla="*/ 818276 w 844822"/>
              <a:gd name="connsiteY4" fmla="*/ 691109 h 717660"/>
              <a:gd name="connsiteX5" fmla="*/ 753792 w 844822"/>
              <a:gd name="connsiteY5" fmla="*/ 717660 h 717660"/>
              <a:gd name="connsiteX6" fmla="*/ 687428 w 844822"/>
              <a:gd name="connsiteY6" fmla="*/ 691108 h 717660"/>
              <a:gd name="connsiteX7" fmla="*/ 660499 w 844822"/>
              <a:gd name="connsiteY7" fmla="*/ 626631 h 717660"/>
              <a:gd name="connsiteX8" fmla="*/ 687428 w 844822"/>
              <a:gd name="connsiteY8" fmla="*/ 562525 h 717660"/>
              <a:gd name="connsiteX9" fmla="*/ 717483 w 844822"/>
              <a:gd name="connsiteY9" fmla="*/ 542899 h 717660"/>
              <a:gd name="connsiteX10" fmla="*/ 291596 w 844822"/>
              <a:gd name="connsiteY10" fmla="*/ 251558 h 717660"/>
              <a:gd name="connsiteX11" fmla="*/ 153352 w 844822"/>
              <a:gd name="connsiteY11" fmla="*/ 466855 h 717660"/>
              <a:gd name="connsiteX12" fmla="*/ 291596 w 844822"/>
              <a:gd name="connsiteY12" fmla="*/ 466855 h 717660"/>
              <a:gd name="connsiteX13" fmla="*/ 291596 w 844822"/>
              <a:gd name="connsiteY13" fmla="*/ 0 h 717660"/>
              <a:gd name="connsiteX14" fmla="*/ 444192 w 844822"/>
              <a:gd name="connsiteY14" fmla="*/ 0 h 717660"/>
              <a:gd name="connsiteX15" fmla="*/ 444192 w 844822"/>
              <a:gd name="connsiteY15" fmla="*/ 466856 h 717660"/>
              <a:gd name="connsiteX16" fmla="*/ 524269 w 844822"/>
              <a:gd name="connsiteY16" fmla="*/ 466855 h 717660"/>
              <a:gd name="connsiteX17" fmla="*/ 469123 w 844822"/>
              <a:gd name="connsiteY17" fmla="*/ 602080 h 717660"/>
              <a:gd name="connsiteX18" fmla="*/ 444192 w 844822"/>
              <a:gd name="connsiteY18" fmla="*/ 602080 h 717660"/>
              <a:gd name="connsiteX19" fmla="*/ 444192 w 844822"/>
              <a:gd name="connsiteY19" fmla="*/ 705574 h 717660"/>
              <a:gd name="connsiteX20" fmla="*/ 291596 w 844822"/>
              <a:gd name="connsiteY20" fmla="*/ 705574 h 717660"/>
              <a:gd name="connsiteX21" fmla="*/ 291596 w 844822"/>
              <a:gd name="connsiteY21" fmla="*/ 602080 h 717660"/>
              <a:gd name="connsiteX22" fmla="*/ 0 w 844822"/>
              <a:gd name="connsiteY22" fmla="*/ 602080 h 717660"/>
              <a:gd name="connsiteX23" fmla="*/ 0 w 844822"/>
              <a:gd name="connsiteY23" fmla="*/ 478944 h 71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44822" h="717660">
                <a:moveTo>
                  <a:pt x="717483" y="542899"/>
                </a:moveTo>
                <a:cubicBezTo>
                  <a:pt x="728544" y="538538"/>
                  <a:pt x="740647" y="536358"/>
                  <a:pt x="753792" y="536357"/>
                </a:cubicBezTo>
                <a:cubicBezTo>
                  <a:pt x="779084" y="536357"/>
                  <a:pt x="800579" y="545079"/>
                  <a:pt x="818277" y="562525"/>
                </a:cubicBezTo>
                <a:cubicBezTo>
                  <a:pt x="835975" y="579971"/>
                  <a:pt x="844822" y="601339"/>
                  <a:pt x="844822" y="626631"/>
                </a:cubicBezTo>
                <a:cubicBezTo>
                  <a:pt x="844822" y="651914"/>
                  <a:pt x="835975" y="673405"/>
                  <a:pt x="818276" y="691109"/>
                </a:cubicBezTo>
                <a:cubicBezTo>
                  <a:pt x="800579" y="708810"/>
                  <a:pt x="779084" y="717660"/>
                  <a:pt x="753792" y="717660"/>
                </a:cubicBezTo>
                <a:cubicBezTo>
                  <a:pt x="727501" y="717660"/>
                  <a:pt x="705381" y="708810"/>
                  <a:pt x="687428" y="691108"/>
                </a:cubicBezTo>
                <a:cubicBezTo>
                  <a:pt x="669474" y="673405"/>
                  <a:pt x="660499" y="651914"/>
                  <a:pt x="660499" y="626631"/>
                </a:cubicBezTo>
                <a:cubicBezTo>
                  <a:pt x="660499" y="601339"/>
                  <a:pt x="669474" y="579971"/>
                  <a:pt x="687428" y="562525"/>
                </a:cubicBezTo>
                <a:cubicBezTo>
                  <a:pt x="696405" y="553802"/>
                  <a:pt x="706423" y="547260"/>
                  <a:pt x="717483" y="542899"/>
                </a:cubicBezTo>
                <a:close/>
                <a:moveTo>
                  <a:pt x="291596" y="251558"/>
                </a:moveTo>
                <a:lnTo>
                  <a:pt x="153352" y="466855"/>
                </a:lnTo>
                <a:lnTo>
                  <a:pt x="291596" y="466855"/>
                </a:lnTo>
                <a:close/>
                <a:moveTo>
                  <a:pt x="291596" y="0"/>
                </a:moveTo>
                <a:lnTo>
                  <a:pt x="444192" y="0"/>
                </a:lnTo>
                <a:lnTo>
                  <a:pt x="444192" y="466856"/>
                </a:lnTo>
                <a:lnTo>
                  <a:pt x="524269" y="466855"/>
                </a:lnTo>
                <a:lnTo>
                  <a:pt x="469123" y="602080"/>
                </a:lnTo>
                <a:lnTo>
                  <a:pt x="444192" y="602080"/>
                </a:lnTo>
                <a:lnTo>
                  <a:pt x="444192" y="705574"/>
                </a:lnTo>
                <a:lnTo>
                  <a:pt x="291596" y="705574"/>
                </a:lnTo>
                <a:lnTo>
                  <a:pt x="291596" y="602080"/>
                </a:lnTo>
                <a:lnTo>
                  <a:pt x="0" y="602080"/>
                </a:lnTo>
                <a:lnTo>
                  <a:pt x="0" y="478944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5B43318-2DB8-4BB3-B9A0-1354FEE4DB4F}"/>
              </a:ext>
            </a:extLst>
          </p:cNvPr>
          <p:cNvGrpSpPr/>
          <p:nvPr userDrawn="1"/>
        </p:nvGrpSpPr>
        <p:grpSpPr>
          <a:xfrm>
            <a:off x="1114621" y="213820"/>
            <a:ext cx="1607080" cy="1447031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34DCFA-D112-40A3-AF10-E7F0DCB664A9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D1301E3-DB0A-4D14-8837-E77509D7406C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F2E27B1-7A75-4322-A01B-69D10FEB32AE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A179398-E96C-4ADE-99E3-9230E765D534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75EAAF5-9297-42F1-BF31-33670B897310}"/>
              </a:ext>
            </a:extLst>
          </p:cNvPr>
          <p:cNvGrpSpPr/>
          <p:nvPr userDrawn="1"/>
        </p:nvGrpSpPr>
        <p:grpSpPr>
          <a:xfrm rot="15300000">
            <a:off x="1967240" y="4555753"/>
            <a:ext cx="912206" cy="82135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B6A0FEE-3790-480E-AA13-354BBE7CEFD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05E6556-C66E-421B-B7D3-709644D56DDA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6513AB7-70B6-41AE-BAF5-4E84C65AB256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56123C7-5F64-4F5E-94DF-CE50049E0840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51BEBA6-51A0-40FD-A445-F1CF56E3FB1A}"/>
              </a:ext>
            </a:extLst>
          </p:cNvPr>
          <p:cNvSpPr/>
          <p:nvPr userDrawn="1"/>
        </p:nvSpPr>
        <p:spPr>
          <a:xfrm>
            <a:off x="2978093" y="369489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4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7B7D1B0-1139-47E7-A404-619CAF68D5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82512" y="0"/>
            <a:ext cx="9626981" cy="6858000"/>
          </a:xfrm>
          <a:custGeom>
            <a:avLst/>
            <a:gdLst>
              <a:gd name="connsiteX0" fmla="*/ 0 w 9626981"/>
              <a:gd name="connsiteY0" fmla="*/ 0 h 6858000"/>
              <a:gd name="connsiteX1" fmla="*/ 4760133 w 9626981"/>
              <a:gd name="connsiteY1" fmla="*/ 0 h 6858000"/>
              <a:gd name="connsiteX2" fmla="*/ 9626981 w 9626981"/>
              <a:gd name="connsiteY2" fmla="*/ 6858000 h 6858000"/>
              <a:gd name="connsiteX3" fmla="*/ 4866848 w 96269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26981" h="6858000">
                <a:moveTo>
                  <a:pt x="0" y="0"/>
                </a:moveTo>
                <a:lnTo>
                  <a:pt x="4760133" y="0"/>
                </a:lnTo>
                <a:lnTo>
                  <a:pt x="9626981" y="6858000"/>
                </a:lnTo>
                <a:lnTo>
                  <a:pt x="4866848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381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42F50A-D54B-4085-9B51-D4561AE43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17860" y="659465"/>
            <a:ext cx="5556281" cy="5539071"/>
          </a:xfrm>
          <a:custGeom>
            <a:avLst/>
            <a:gdLst>
              <a:gd name="connsiteX0" fmla="*/ 2778140 w 5556281"/>
              <a:gd name="connsiteY0" fmla="*/ 1624152 h 5539071"/>
              <a:gd name="connsiteX1" fmla="*/ 1632756 w 5556281"/>
              <a:gd name="connsiteY1" fmla="*/ 2769536 h 5539071"/>
              <a:gd name="connsiteX2" fmla="*/ 2778140 w 5556281"/>
              <a:gd name="connsiteY2" fmla="*/ 3914920 h 5539071"/>
              <a:gd name="connsiteX3" fmla="*/ 3923524 w 5556281"/>
              <a:gd name="connsiteY3" fmla="*/ 2769536 h 5539071"/>
              <a:gd name="connsiteX4" fmla="*/ 2778140 w 5556281"/>
              <a:gd name="connsiteY4" fmla="*/ 1624152 h 5539071"/>
              <a:gd name="connsiteX5" fmla="*/ 3162198 w 5556281"/>
              <a:gd name="connsiteY5" fmla="*/ 151 h 5539071"/>
              <a:gd name="connsiteX6" fmla="*/ 3189369 w 5556281"/>
              <a:gd name="connsiteY6" fmla="*/ 2803 h 5539071"/>
              <a:gd name="connsiteX7" fmla="*/ 3689300 w 5556281"/>
              <a:gd name="connsiteY7" fmla="*/ 121613 h 5539071"/>
              <a:gd name="connsiteX8" fmla="*/ 3747933 w 5556281"/>
              <a:gd name="connsiteY8" fmla="*/ 194134 h 5539071"/>
              <a:gd name="connsiteX9" fmla="*/ 3751019 w 5556281"/>
              <a:gd name="connsiteY9" fmla="*/ 254313 h 5539071"/>
              <a:gd name="connsiteX10" fmla="*/ 3763361 w 5556281"/>
              <a:gd name="connsiteY10" fmla="*/ 627717 h 5539071"/>
              <a:gd name="connsiteX11" fmla="*/ 3767990 w 5556281"/>
              <a:gd name="connsiteY11" fmla="*/ 731096 h 5539071"/>
              <a:gd name="connsiteX12" fmla="*/ 3815825 w 5556281"/>
              <a:gd name="connsiteY12" fmla="*/ 808246 h 5539071"/>
              <a:gd name="connsiteX13" fmla="*/ 3928463 w 5556281"/>
              <a:gd name="connsiteY13" fmla="*/ 873052 h 5539071"/>
              <a:gd name="connsiteX14" fmla="*/ 4036474 w 5556281"/>
              <a:gd name="connsiteY14" fmla="*/ 873052 h 5539071"/>
              <a:gd name="connsiteX15" fmla="*/ 4493199 w 5556281"/>
              <a:gd name="connsiteY15" fmla="*/ 618458 h 5539071"/>
              <a:gd name="connsiteX16" fmla="*/ 4590409 w 5556281"/>
              <a:gd name="connsiteY16" fmla="*/ 632346 h 5539071"/>
              <a:gd name="connsiteX17" fmla="*/ 4945295 w 5556281"/>
              <a:gd name="connsiteY17" fmla="*/ 994951 h 5539071"/>
              <a:gd name="connsiteX18" fmla="*/ 4957640 w 5556281"/>
              <a:gd name="connsiteY18" fmla="*/ 1095244 h 5539071"/>
              <a:gd name="connsiteX19" fmla="*/ 4692245 w 5556281"/>
              <a:gd name="connsiteY19" fmla="*/ 1542714 h 5539071"/>
              <a:gd name="connsiteX20" fmla="*/ 4690702 w 5556281"/>
              <a:gd name="connsiteY20" fmla="*/ 1646093 h 5539071"/>
              <a:gd name="connsiteX21" fmla="*/ 4758594 w 5556281"/>
              <a:gd name="connsiteY21" fmla="*/ 1771076 h 5539071"/>
              <a:gd name="connsiteX22" fmla="*/ 4837287 w 5556281"/>
              <a:gd name="connsiteY22" fmla="*/ 1820454 h 5539071"/>
              <a:gd name="connsiteX23" fmla="*/ 5014730 w 5556281"/>
              <a:gd name="connsiteY23" fmla="*/ 1832795 h 5539071"/>
              <a:gd name="connsiteX24" fmla="*/ 5375792 w 5556281"/>
              <a:gd name="connsiteY24" fmla="*/ 1855941 h 5539071"/>
              <a:gd name="connsiteX25" fmla="*/ 5445227 w 5556281"/>
              <a:gd name="connsiteY25" fmla="*/ 1914574 h 5539071"/>
              <a:gd name="connsiteX26" fmla="*/ 5554778 w 5556281"/>
              <a:gd name="connsiteY26" fmla="*/ 2417592 h 5539071"/>
              <a:gd name="connsiteX27" fmla="*/ 5537805 w 5556281"/>
              <a:gd name="connsiteY27" fmla="*/ 2479311 h 5539071"/>
              <a:gd name="connsiteX28" fmla="*/ 5506946 w 5556281"/>
              <a:gd name="connsiteY28" fmla="*/ 2500914 h 5539071"/>
              <a:gd name="connsiteX29" fmla="*/ 5042505 w 5556281"/>
              <a:gd name="connsiteY29" fmla="*/ 2732362 h 5539071"/>
              <a:gd name="connsiteX30" fmla="*/ 4990041 w 5556281"/>
              <a:gd name="connsiteY30" fmla="*/ 2811055 h 5539071"/>
              <a:gd name="connsiteX31" fmla="*/ 4979243 w 5556281"/>
              <a:gd name="connsiteY31" fmla="*/ 2985415 h 5539071"/>
              <a:gd name="connsiteX32" fmla="*/ 5019359 w 5556281"/>
              <a:gd name="connsiteY32" fmla="*/ 3068735 h 5539071"/>
              <a:gd name="connsiteX33" fmla="*/ 5448313 w 5556281"/>
              <a:gd name="connsiteY33" fmla="*/ 3385051 h 5539071"/>
              <a:gd name="connsiteX34" fmla="*/ 5477631 w 5556281"/>
              <a:gd name="connsiteY34" fmla="*/ 3480714 h 5539071"/>
              <a:gd name="connsiteX35" fmla="*/ 5398935 w 5556281"/>
              <a:gd name="connsiteY35" fmla="*/ 3698277 h 5539071"/>
              <a:gd name="connsiteX36" fmla="*/ 5309443 w 5556281"/>
              <a:gd name="connsiteY36" fmla="*/ 3940526 h 5539071"/>
              <a:gd name="connsiteX37" fmla="*/ 5233836 w 5556281"/>
              <a:gd name="connsiteY37" fmla="*/ 3989904 h 5539071"/>
              <a:gd name="connsiteX38" fmla="*/ 5040963 w 5556281"/>
              <a:gd name="connsiteY38" fmla="*/ 3969844 h 5539071"/>
              <a:gd name="connsiteX39" fmla="*/ 4707676 w 5556281"/>
              <a:gd name="connsiteY39" fmla="*/ 3934357 h 5539071"/>
              <a:gd name="connsiteX40" fmla="*/ 4622811 w 5556281"/>
              <a:gd name="connsiteY40" fmla="*/ 3972931 h 5539071"/>
              <a:gd name="connsiteX41" fmla="*/ 4502457 w 5556281"/>
              <a:gd name="connsiteY41" fmla="*/ 4136489 h 5539071"/>
              <a:gd name="connsiteX42" fmla="*/ 4488570 w 5556281"/>
              <a:gd name="connsiteY42" fmla="*/ 4239869 h 5539071"/>
              <a:gd name="connsiteX43" fmla="*/ 4675271 w 5556281"/>
              <a:gd name="connsiteY43" fmla="*/ 4730542 h 5539071"/>
              <a:gd name="connsiteX44" fmla="*/ 4647499 w 5556281"/>
              <a:gd name="connsiteY44" fmla="*/ 4830835 h 5539071"/>
              <a:gd name="connsiteX45" fmla="*/ 4278723 w 5556281"/>
              <a:gd name="connsiteY45" fmla="*/ 5110117 h 5539071"/>
              <a:gd name="connsiteX46" fmla="*/ 4178427 w 5556281"/>
              <a:gd name="connsiteY46" fmla="*/ 5108574 h 5539071"/>
              <a:gd name="connsiteX47" fmla="*/ 3778791 w 5556281"/>
              <a:gd name="connsiteY47" fmla="*/ 4786089 h 5539071"/>
              <a:gd name="connsiteX48" fmla="*/ 3684671 w 5556281"/>
              <a:gd name="connsiteY48" fmla="*/ 4767572 h 5539071"/>
              <a:gd name="connsiteX49" fmla="*/ 3450134 w 5556281"/>
              <a:gd name="connsiteY49" fmla="*/ 4857067 h 5539071"/>
              <a:gd name="connsiteX50" fmla="*/ 3393044 w 5556281"/>
              <a:gd name="connsiteY50" fmla="*/ 4924959 h 5539071"/>
              <a:gd name="connsiteX51" fmla="*/ 3360639 w 5556281"/>
              <a:gd name="connsiteY51" fmla="*/ 5079259 h 5539071"/>
              <a:gd name="connsiteX52" fmla="*/ 3283489 w 5556281"/>
              <a:gd name="connsiteY52" fmla="*/ 5448033 h 5539071"/>
              <a:gd name="connsiteX53" fmla="*/ 3218687 w 5556281"/>
              <a:gd name="connsiteY53" fmla="*/ 5509753 h 5539071"/>
              <a:gd name="connsiteX54" fmla="*/ 2973349 w 5556281"/>
              <a:gd name="connsiteY54" fmla="*/ 5535985 h 5539071"/>
              <a:gd name="connsiteX55" fmla="*/ 2868424 w 5556281"/>
              <a:gd name="connsiteY55" fmla="*/ 5539071 h 5539071"/>
              <a:gd name="connsiteX56" fmla="*/ 2723385 w 5556281"/>
              <a:gd name="connsiteY56" fmla="*/ 5539071 h 5539071"/>
              <a:gd name="connsiteX57" fmla="*/ 2666291 w 5556281"/>
              <a:gd name="connsiteY57" fmla="*/ 5474265 h 5539071"/>
              <a:gd name="connsiteX58" fmla="*/ 2507365 w 5556281"/>
              <a:gd name="connsiteY58" fmla="*/ 4992850 h 5539071"/>
              <a:gd name="connsiteX59" fmla="*/ 2431758 w 5556281"/>
              <a:gd name="connsiteY59" fmla="*/ 4924959 h 5539071"/>
              <a:gd name="connsiteX60" fmla="*/ 2184880 w 5556281"/>
              <a:gd name="connsiteY60" fmla="*/ 4869411 h 5539071"/>
              <a:gd name="connsiteX61" fmla="*/ 2075329 w 5556281"/>
              <a:gd name="connsiteY61" fmla="*/ 4901813 h 5539071"/>
              <a:gd name="connsiteX62" fmla="*/ 1714267 w 5556281"/>
              <a:gd name="connsiteY62" fmla="*/ 5267504 h 5539071"/>
              <a:gd name="connsiteX63" fmla="*/ 1621686 w 5556281"/>
              <a:gd name="connsiteY63" fmla="*/ 5282934 h 5539071"/>
              <a:gd name="connsiteX64" fmla="*/ 1234396 w 5556281"/>
              <a:gd name="connsiteY64" fmla="*/ 5065371 h 5539071"/>
              <a:gd name="connsiteX65" fmla="*/ 1191190 w 5556281"/>
              <a:gd name="connsiteY65" fmla="*/ 4966618 h 5539071"/>
              <a:gd name="connsiteX66" fmla="*/ 1317715 w 5556281"/>
              <a:gd name="connsiteY66" fmla="*/ 4468233 h 5539071"/>
              <a:gd name="connsiteX67" fmla="*/ 1294569 w 5556281"/>
              <a:gd name="connsiteY67" fmla="*/ 4372566 h 5539071"/>
              <a:gd name="connsiteX68" fmla="*/ 1107868 w 5556281"/>
              <a:gd name="connsiteY68" fmla="*/ 4178149 h 5539071"/>
              <a:gd name="connsiteX69" fmla="*/ 1018376 w 5556281"/>
              <a:gd name="connsiteY69" fmla="*/ 4151917 h 5539071"/>
              <a:gd name="connsiteX70" fmla="*/ 928882 w 5556281"/>
              <a:gd name="connsiteY70" fmla="*/ 4171977 h 5539071"/>
              <a:gd name="connsiteX71" fmla="*/ 509190 w 5556281"/>
              <a:gd name="connsiteY71" fmla="*/ 4266101 h 5539071"/>
              <a:gd name="connsiteX72" fmla="*/ 422778 w 5556281"/>
              <a:gd name="connsiteY72" fmla="*/ 4227524 h 5539071"/>
              <a:gd name="connsiteX73" fmla="*/ 211391 w 5556281"/>
              <a:gd name="connsiteY73" fmla="*/ 3818630 h 5539071"/>
              <a:gd name="connsiteX74" fmla="*/ 226818 w 5556281"/>
              <a:gd name="connsiteY74" fmla="*/ 3730682 h 5539071"/>
              <a:gd name="connsiteX75" fmla="*/ 617198 w 5556281"/>
              <a:gd name="connsiteY75" fmla="*/ 3368077 h 5539071"/>
              <a:gd name="connsiteX76" fmla="*/ 648056 w 5556281"/>
              <a:gd name="connsiteY76" fmla="*/ 3280125 h 5539071"/>
              <a:gd name="connsiteX77" fmla="*/ 601767 w 5556281"/>
              <a:gd name="connsiteY77" fmla="*/ 3028618 h 5539071"/>
              <a:gd name="connsiteX78" fmla="*/ 541591 w 5556281"/>
              <a:gd name="connsiteY78" fmla="*/ 2957640 h 5539071"/>
              <a:gd name="connsiteX79" fmla="*/ 200589 w 5556281"/>
              <a:gd name="connsiteY79" fmla="*/ 2832658 h 5539071"/>
              <a:gd name="connsiteX80" fmla="*/ 0 w 5556281"/>
              <a:gd name="connsiteY80" fmla="*/ 2757051 h 5539071"/>
              <a:gd name="connsiteX81" fmla="*/ 0 w 5556281"/>
              <a:gd name="connsiteY81" fmla="*/ 2670642 h 5539071"/>
              <a:gd name="connsiteX82" fmla="*/ 13885 w 5556281"/>
              <a:gd name="connsiteY82" fmla="*/ 2519428 h 5539071"/>
              <a:gd name="connsiteX83" fmla="*/ 52461 w 5556281"/>
              <a:gd name="connsiteY83" fmla="*/ 2224718 h 5539071"/>
              <a:gd name="connsiteX84" fmla="*/ 114181 w 5556281"/>
              <a:gd name="connsiteY84" fmla="*/ 2162996 h 5539071"/>
              <a:gd name="connsiteX85" fmla="*/ 640344 w 5556281"/>
              <a:gd name="connsiteY85" fmla="*/ 2067332 h 5539071"/>
              <a:gd name="connsiteX86" fmla="*/ 717491 w 5556281"/>
              <a:gd name="connsiteY86" fmla="*/ 2007155 h 5539071"/>
              <a:gd name="connsiteX87" fmla="*/ 797727 w 5556281"/>
              <a:gd name="connsiteY87" fmla="*/ 1814281 h 5539071"/>
              <a:gd name="connsiteX88" fmla="*/ 783840 w 5556281"/>
              <a:gd name="connsiteY88" fmla="*/ 1704727 h 5539071"/>
              <a:gd name="connsiteX89" fmla="*/ 476785 w 5556281"/>
              <a:gd name="connsiteY89" fmla="*/ 1300462 h 5539071"/>
              <a:gd name="connsiteX90" fmla="*/ 478329 w 5556281"/>
              <a:gd name="connsiteY90" fmla="*/ 1200169 h 5539071"/>
              <a:gd name="connsiteX91" fmla="*/ 776125 w 5556281"/>
              <a:gd name="connsiteY91" fmla="*/ 831392 h 5539071"/>
              <a:gd name="connsiteX92" fmla="*/ 881050 w 5556281"/>
              <a:gd name="connsiteY92" fmla="*/ 803617 h 5539071"/>
              <a:gd name="connsiteX93" fmla="*/ 1368636 w 5556281"/>
              <a:gd name="connsiteY93" fmla="*/ 1005749 h 5539071"/>
              <a:gd name="connsiteX94" fmla="*/ 1462757 w 5556281"/>
              <a:gd name="connsiteY94" fmla="*/ 998037 h 5539071"/>
              <a:gd name="connsiteX95" fmla="*/ 1617057 w 5556281"/>
              <a:gd name="connsiteY95" fmla="*/ 891569 h 5539071"/>
              <a:gd name="connsiteX96" fmla="*/ 1654088 w 5556281"/>
              <a:gd name="connsiteY96" fmla="*/ 819048 h 5539071"/>
              <a:gd name="connsiteX97" fmla="*/ 1651005 w 5556281"/>
              <a:gd name="connsiteY97" fmla="*/ 765044 h 5539071"/>
              <a:gd name="connsiteX98" fmla="*/ 1632488 w 5556281"/>
              <a:gd name="connsiteY98" fmla="*/ 525881 h 5539071"/>
              <a:gd name="connsiteX99" fmla="*/ 1613971 w 5556281"/>
              <a:gd name="connsiteY99" fmla="*/ 286715 h 5539071"/>
              <a:gd name="connsiteX100" fmla="*/ 1664889 w 5556281"/>
              <a:gd name="connsiteY100" fmla="*/ 208022 h 5539071"/>
              <a:gd name="connsiteX101" fmla="*/ 2141674 w 5556281"/>
              <a:gd name="connsiteY101" fmla="*/ 47552 h 5539071"/>
              <a:gd name="connsiteX102" fmla="*/ 2172535 w 5556281"/>
              <a:gd name="connsiteY102" fmla="*/ 42923 h 5539071"/>
              <a:gd name="connsiteX103" fmla="*/ 2237341 w 5556281"/>
              <a:gd name="connsiteY103" fmla="*/ 86126 h 5539071"/>
              <a:gd name="connsiteX104" fmla="*/ 2535137 w 5556281"/>
              <a:gd name="connsiteY104" fmla="*/ 516622 h 5539071"/>
              <a:gd name="connsiteX105" fmla="*/ 2627718 w 5556281"/>
              <a:gd name="connsiteY105" fmla="*/ 561368 h 5539071"/>
              <a:gd name="connsiteX106" fmla="*/ 2786647 w 5556281"/>
              <a:gd name="connsiteY106" fmla="*/ 555196 h 5539071"/>
              <a:gd name="connsiteX107" fmla="*/ 2836022 w 5556281"/>
              <a:gd name="connsiteY107" fmla="*/ 530507 h 5539071"/>
              <a:gd name="connsiteX108" fmla="*/ 2852996 w 5556281"/>
              <a:gd name="connsiteY108" fmla="*/ 505821 h 5539071"/>
              <a:gd name="connsiteX109" fmla="*/ 2930143 w 5556281"/>
              <a:gd name="connsiteY109" fmla="*/ 363865 h 5539071"/>
              <a:gd name="connsiteX110" fmla="*/ 3102960 w 5556281"/>
              <a:gd name="connsiteY110" fmla="*/ 41380 h 5539071"/>
              <a:gd name="connsiteX111" fmla="*/ 3162198 w 5556281"/>
              <a:gd name="connsiteY111" fmla="*/ 151 h 553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5556281" h="5539071">
                <a:moveTo>
                  <a:pt x="2778140" y="1624152"/>
                </a:moveTo>
                <a:cubicBezTo>
                  <a:pt x="2145562" y="1624152"/>
                  <a:pt x="1632756" y="2136958"/>
                  <a:pt x="1632756" y="2769536"/>
                </a:cubicBezTo>
                <a:cubicBezTo>
                  <a:pt x="1632756" y="3402114"/>
                  <a:pt x="2145562" y="3914920"/>
                  <a:pt x="2778140" y="3914920"/>
                </a:cubicBezTo>
                <a:cubicBezTo>
                  <a:pt x="3410718" y="3914920"/>
                  <a:pt x="3923524" y="3402114"/>
                  <a:pt x="3923524" y="2769536"/>
                </a:cubicBezTo>
                <a:cubicBezTo>
                  <a:pt x="3923524" y="2136958"/>
                  <a:pt x="3410718" y="1624152"/>
                  <a:pt x="2778140" y="1624152"/>
                </a:cubicBezTo>
                <a:close/>
                <a:moveTo>
                  <a:pt x="3162198" y="151"/>
                </a:moveTo>
                <a:cubicBezTo>
                  <a:pt x="3170660" y="-379"/>
                  <a:pt x="3179725" y="489"/>
                  <a:pt x="3189369" y="2803"/>
                </a:cubicBezTo>
                <a:cubicBezTo>
                  <a:pt x="3356013" y="42923"/>
                  <a:pt x="3522655" y="81496"/>
                  <a:pt x="3689300" y="121613"/>
                </a:cubicBezTo>
                <a:cubicBezTo>
                  <a:pt x="3724787" y="130871"/>
                  <a:pt x="3746390" y="157104"/>
                  <a:pt x="3747933" y="194134"/>
                </a:cubicBezTo>
                <a:cubicBezTo>
                  <a:pt x="3749476" y="214194"/>
                  <a:pt x="3749476" y="234254"/>
                  <a:pt x="3751019" y="254313"/>
                </a:cubicBezTo>
                <a:cubicBezTo>
                  <a:pt x="3755645" y="379296"/>
                  <a:pt x="3758735" y="504278"/>
                  <a:pt x="3763361" y="627717"/>
                </a:cubicBezTo>
                <a:cubicBezTo>
                  <a:pt x="3764907" y="661664"/>
                  <a:pt x="3766450" y="697152"/>
                  <a:pt x="3767990" y="731096"/>
                </a:cubicBezTo>
                <a:cubicBezTo>
                  <a:pt x="3769533" y="765044"/>
                  <a:pt x="3786507" y="791275"/>
                  <a:pt x="3815825" y="808246"/>
                </a:cubicBezTo>
                <a:cubicBezTo>
                  <a:pt x="3852855" y="829849"/>
                  <a:pt x="3891432" y="849909"/>
                  <a:pt x="3928463" y="873052"/>
                </a:cubicBezTo>
                <a:cubicBezTo>
                  <a:pt x="3965496" y="894655"/>
                  <a:pt x="3999440" y="893112"/>
                  <a:pt x="4036474" y="873052"/>
                </a:cubicBezTo>
                <a:cubicBezTo>
                  <a:pt x="4189231" y="788189"/>
                  <a:pt x="4340442" y="703324"/>
                  <a:pt x="4493199" y="618458"/>
                </a:cubicBezTo>
                <a:cubicBezTo>
                  <a:pt x="4528689" y="598402"/>
                  <a:pt x="4562634" y="604571"/>
                  <a:pt x="4590409" y="632346"/>
                </a:cubicBezTo>
                <a:cubicBezTo>
                  <a:pt x="4709219" y="752699"/>
                  <a:pt x="4826485" y="874595"/>
                  <a:pt x="4945295" y="994951"/>
                </a:cubicBezTo>
                <a:cubicBezTo>
                  <a:pt x="4976157" y="1027352"/>
                  <a:pt x="4980786" y="1056670"/>
                  <a:pt x="4957640" y="1095244"/>
                </a:cubicBezTo>
                <a:cubicBezTo>
                  <a:pt x="4869689" y="1244915"/>
                  <a:pt x="4780194" y="1393043"/>
                  <a:pt x="4692245" y="1542714"/>
                </a:cubicBezTo>
                <a:cubicBezTo>
                  <a:pt x="4672185" y="1576659"/>
                  <a:pt x="4670643" y="1612149"/>
                  <a:pt x="4690702" y="1646093"/>
                </a:cubicBezTo>
                <a:cubicBezTo>
                  <a:pt x="4713848" y="1687753"/>
                  <a:pt x="4735448" y="1729416"/>
                  <a:pt x="4758594" y="1771076"/>
                </a:cubicBezTo>
                <a:cubicBezTo>
                  <a:pt x="4775567" y="1801937"/>
                  <a:pt x="4801797" y="1818911"/>
                  <a:pt x="4837287" y="1820454"/>
                </a:cubicBezTo>
                <a:cubicBezTo>
                  <a:pt x="4895921" y="1825083"/>
                  <a:pt x="4956097" y="1828169"/>
                  <a:pt x="5014730" y="1832795"/>
                </a:cubicBezTo>
                <a:cubicBezTo>
                  <a:pt x="5135083" y="1840510"/>
                  <a:pt x="5255439" y="1848226"/>
                  <a:pt x="5375792" y="1855941"/>
                </a:cubicBezTo>
                <a:cubicBezTo>
                  <a:pt x="5409736" y="1857484"/>
                  <a:pt x="5437511" y="1880630"/>
                  <a:pt x="5445227" y="1914574"/>
                </a:cubicBezTo>
                <a:cubicBezTo>
                  <a:pt x="5482257" y="2081219"/>
                  <a:pt x="5517747" y="2249404"/>
                  <a:pt x="5554778" y="2417592"/>
                </a:cubicBezTo>
                <a:cubicBezTo>
                  <a:pt x="5559407" y="2440735"/>
                  <a:pt x="5553235" y="2460795"/>
                  <a:pt x="5537805" y="2479311"/>
                </a:cubicBezTo>
                <a:cubicBezTo>
                  <a:pt x="5530089" y="2488570"/>
                  <a:pt x="5517747" y="2494742"/>
                  <a:pt x="5506946" y="2500914"/>
                </a:cubicBezTo>
                <a:cubicBezTo>
                  <a:pt x="5352646" y="2578062"/>
                  <a:pt x="5198345" y="2655212"/>
                  <a:pt x="5042505" y="2732362"/>
                </a:cubicBezTo>
                <a:cubicBezTo>
                  <a:pt x="5010101" y="2749336"/>
                  <a:pt x="4991587" y="2774025"/>
                  <a:pt x="4990041" y="2811055"/>
                </a:cubicBezTo>
                <a:cubicBezTo>
                  <a:pt x="4986958" y="2869688"/>
                  <a:pt x="4982326" y="2926779"/>
                  <a:pt x="4979243" y="2985415"/>
                </a:cubicBezTo>
                <a:cubicBezTo>
                  <a:pt x="4977699" y="3019360"/>
                  <a:pt x="4990041" y="3048678"/>
                  <a:pt x="5019359" y="3068735"/>
                </a:cubicBezTo>
                <a:cubicBezTo>
                  <a:pt x="5162858" y="3173660"/>
                  <a:pt x="5304814" y="3280125"/>
                  <a:pt x="5448313" y="3385051"/>
                </a:cubicBezTo>
                <a:cubicBezTo>
                  <a:pt x="5482257" y="3409737"/>
                  <a:pt x="5493059" y="3440598"/>
                  <a:pt x="5477631" y="3480714"/>
                </a:cubicBezTo>
                <a:cubicBezTo>
                  <a:pt x="5451399" y="3553235"/>
                  <a:pt x="5425167" y="3625756"/>
                  <a:pt x="5398935" y="3698277"/>
                </a:cubicBezTo>
                <a:cubicBezTo>
                  <a:pt x="5369619" y="3778514"/>
                  <a:pt x="5340305" y="3860293"/>
                  <a:pt x="5309443" y="3940526"/>
                </a:cubicBezTo>
                <a:cubicBezTo>
                  <a:pt x="5297099" y="3974474"/>
                  <a:pt x="5267781" y="3992990"/>
                  <a:pt x="5233836" y="3989904"/>
                </a:cubicBezTo>
                <a:cubicBezTo>
                  <a:pt x="5169031" y="3983732"/>
                  <a:pt x="5105768" y="3976017"/>
                  <a:pt x="5040963" y="3969844"/>
                </a:cubicBezTo>
                <a:cubicBezTo>
                  <a:pt x="4929868" y="3957500"/>
                  <a:pt x="4818771" y="3945155"/>
                  <a:pt x="4707676" y="3934357"/>
                </a:cubicBezTo>
                <a:cubicBezTo>
                  <a:pt x="4672185" y="3931271"/>
                  <a:pt x="4644413" y="3943612"/>
                  <a:pt x="4622811" y="3972931"/>
                </a:cubicBezTo>
                <a:cubicBezTo>
                  <a:pt x="4582694" y="4026935"/>
                  <a:pt x="4544117" y="4082482"/>
                  <a:pt x="4502457" y="4136489"/>
                </a:cubicBezTo>
                <a:cubicBezTo>
                  <a:pt x="4477769" y="4168891"/>
                  <a:pt x="4474683" y="4202838"/>
                  <a:pt x="4488570" y="4239869"/>
                </a:cubicBezTo>
                <a:cubicBezTo>
                  <a:pt x="4550289" y="4403427"/>
                  <a:pt x="4613552" y="4566983"/>
                  <a:pt x="4675271" y="4730542"/>
                </a:cubicBezTo>
                <a:cubicBezTo>
                  <a:pt x="4692245" y="4773744"/>
                  <a:pt x="4682987" y="4803063"/>
                  <a:pt x="4647499" y="4830835"/>
                </a:cubicBezTo>
                <a:cubicBezTo>
                  <a:pt x="4524057" y="4923416"/>
                  <a:pt x="4402161" y="5017539"/>
                  <a:pt x="4278723" y="5110117"/>
                </a:cubicBezTo>
                <a:cubicBezTo>
                  <a:pt x="4243235" y="5136349"/>
                  <a:pt x="4212374" y="5136349"/>
                  <a:pt x="4178427" y="5108574"/>
                </a:cubicBezTo>
                <a:cubicBezTo>
                  <a:pt x="4045729" y="5002109"/>
                  <a:pt x="3911492" y="4894097"/>
                  <a:pt x="3778791" y="4786089"/>
                </a:cubicBezTo>
                <a:cubicBezTo>
                  <a:pt x="3749476" y="4762943"/>
                  <a:pt x="3718615" y="4755228"/>
                  <a:pt x="3684671" y="4767572"/>
                </a:cubicBezTo>
                <a:cubicBezTo>
                  <a:pt x="3605977" y="4796890"/>
                  <a:pt x="3527284" y="4826209"/>
                  <a:pt x="3450134" y="4857067"/>
                </a:cubicBezTo>
                <a:cubicBezTo>
                  <a:pt x="3419276" y="4869411"/>
                  <a:pt x="3400759" y="4892557"/>
                  <a:pt x="3393044" y="4924959"/>
                </a:cubicBezTo>
                <a:cubicBezTo>
                  <a:pt x="3382243" y="4975877"/>
                  <a:pt x="3371444" y="5028338"/>
                  <a:pt x="3360639" y="5079259"/>
                </a:cubicBezTo>
                <a:cubicBezTo>
                  <a:pt x="3334411" y="5202698"/>
                  <a:pt x="3309721" y="5324594"/>
                  <a:pt x="3283489" y="5448033"/>
                </a:cubicBezTo>
                <a:cubicBezTo>
                  <a:pt x="3275777" y="5483524"/>
                  <a:pt x="3254174" y="5505126"/>
                  <a:pt x="3218687" y="5509753"/>
                </a:cubicBezTo>
                <a:cubicBezTo>
                  <a:pt x="3136907" y="5520554"/>
                  <a:pt x="3055128" y="5528269"/>
                  <a:pt x="2973349" y="5535985"/>
                </a:cubicBezTo>
                <a:cubicBezTo>
                  <a:pt x="2933232" y="5532899"/>
                  <a:pt x="2900828" y="5535985"/>
                  <a:pt x="2868424" y="5539071"/>
                </a:cubicBezTo>
                <a:cubicBezTo>
                  <a:pt x="2820592" y="5539071"/>
                  <a:pt x="2772760" y="5539071"/>
                  <a:pt x="2723385" y="5539071"/>
                </a:cubicBezTo>
                <a:cubicBezTo>
                  <a:pt x="2692523" y="5528269"/>
                  <a:pt x="2675550" y="5505126"/>
                  <a:pt x="2666291" y="5474265"/>
                </a:cubicBezTo>
                <a:cubicBezTo>
                  <a:pt x="2613831" y="5313793"/>
                  <a:pt x="2559826" y="5153323"/>
                  <a:pt x="2507365" y="4992850"/>
                </a:cubicBezTo>
                <a:cubicBezTo>
                  <a:pt x="2495021" y="4955817"/>
                  <a:pt x="2470335" y="4932674"/>
                  <a:pt x="2431758" y="4924959"/>
                </a:cubicBezTo>
                <a:cubicBezTo>
                  <a:pt x="2349979" y="4906442"/>
                  <a:pt x="2266657" y="4889468"/>
                  <a:pt x="2184880" y="4869411"/>
                </a:cubicBezTo>
                <a:cubicBezTo>
                  <a:pt x="2141674" y="4858610"/>
                  <a:pt x="2106187" y="4869411"/>
                  <a:pt x="2075329" y="4901813"/>
                </a:cubicBezTo>
                <a:cubicBezTo>
                  <a:pt x="1956516" y="5025252"/>
                  <a:pt x="1834620" y="5145608"/>
                  <a:pt x="1714267" y="5267504"/>
                </a:cubicBezTo>
                <a:cubicBezTo>
                  <a:pt x="1686492" y="5295276"/>
                  <a:pt x="1654088" y="5301451"/>
                  <a:pt x="1621686" y="5282934"/>
                </a:cubicBezTo>
                <a:cubicBezTo>
                  <a:pt x="1492075" y="5210413"/>
                  <a:pt x="1364004" y="5137892"/>
                  <a:pt x="1234396" y="5065371"/>
                </a:cubicBezTo>
                <a:cubicBezTo>
                  <a:pt x="1189647" y="5040682"/>
                  <a:pt x="1178846" y="5014453"/>
                  <a:pt x="1191190" y="4966618"/>
                </a:cubicBezTo>
                <a:cubicBezTo>
                  <a:pt x="1232850" y="4799977"/>
                  <a:pt x="1276055" y="4634875"/>
                  <a:pt x="1317715" y="4468233"/>
                </a:cubicBezTo>
                <a:cubicBezTo>
                  <a:pt x="1326977" y="4432743"/>
                  <a:pt x="1320801" y="4400341"/>
                  <a:pt x="1294569" y="4372566"/>
                </a:cubicBezTo>
                <a:cubicBezTo>
                  <a:pt x="1232850" y="4307760"/>
                  <a:pt x="1169587" y="4242955"/>
                  <a:pt x="1107868" y="4178149"/>
                </a:cubicBezTo>
                <a:cubicBezTo>
                  <a:pt x="1083182" y="4151917"/>
                  <a:pt x="1052321" y="4144202"/>
                  <a:pt x="1018376" y="4151917"/>
                </a:cubicBezTo>
                <a:cubicBezTo>
                  <a:pt x="987518" y="4158089"/>
                  <a:pt x="958200" y="4165804"/>
                  <a:pt x="928882" y="4171977"/>
                </a:cubicBezTo>
                <a:cubicBezTo>
                  <a:pt x="788469" y="4202838"/>
                  <a:pt x="649599" y="4235239"/>
                  <a:pt x="509190" y="4266101"/>
                </a:cubicBezTo>
                <a:cubicBezTo>
                  <a:pt x="470613" y="4275359"/>
                  <a:pt x="439755" y="4261472"/>
                  <a:pt x="422778" y="4227524"/>
                </a:cubicBezTo>
                <a:cubicBezTo>
                  <a:pt x="351800" y="4091740"/>
                  <a:pt x="282366" y="3954414"/>
                  <a:pt x="211391" y="3818630"/>
                </a:cubicBezTo>
                <a:cubicBezTo>
                  <a:pt x="195960" y="3787772"/>
                  <a:pt x="202132" y="3753825"/>
                  <a:pt x="226818" y="3730682"/>
                </a:cubicBezTo>
                <a:cubicBezTo>
                  <a:pt x="356433" y="3610326"/>
                  <a:pt x="487587" y="3488430"/>
                  <a:pt x="617198" y="3368077"/>
                </a:cubicBezTo>
                <a:cubicBezTo>
                  <a:pt x="643427" y="3344931"/>
                  <a:pt x="652686" y="3314073"/>
                  <a:pt x="648056" y="3280125"/>
                </a:cubicBezTo>
                <a:cubicBezTo>
                  <a:pt x="632629" y="3196803"/>
                  <a:pt x="617198" y="3111937"/>
                  <a:pt x="601767" y="3028618"/>
                </a:cubicBezTo>
                <a:cubicBezTo>
                  <a:pt x="595595" y="2993127"/>
                  <a:pt x="575535" y="2969985"/>
                  <a:pt x="541591" y="2957640"/>
                </a:cubicBezTo>
                <a:cubicBezTo>
                  <a:pt x="427407" y="2915980"/>
                  <a:pt x="313227" y="2874318"/>
                  <a:pt x="200589" y="2832658"/>
                </a:cubicBezTo>
                <a:cubicBezTo>
                  <a:pt x="134241" y="2807969"/>
                  <a:pt x="66349" y="2786366"/>
                  <a:pt x="0" y="2757051"/>
                </a:cubicBezTo>
                <a:cubicBezTo>
                  <a:pt x="0" y="2727733"/>
                  <a:pt x="0" y="2699960"/>
                  <a:pt x="0" y="2670642"/>
                </a:cubicBezTo>
                <a:cubicBezTo>
                  <a:pt x="4629" y="2619724"/>
                  <a:pt x="9259" y="2570349"/>
                  <a:pt x="13885" y="2519428"/>
                </a:cubicBezTo>
                <a:cubicBezTo>
                  <a:pt x="23146" y="2420678"/>
                  <a:pt x="37031" y="2321925"/>
                  <a:pt x="52461" y="2224718"/>
                </a:cubicBezTo>
                <a:cubicBezTo>
                  <a:pt x="57091" y="2192314"/>
                  <a:pt x="80236" y="2169168"/>
                  <a:pt x="114181" y="2162996"/>
                </a:cubicBezTo>
                <a:cubicBezTo>
                  <a:pt x="290081" y="2130594"/>
                  <a:pt x="464441" y="2099733"/>
                  <a:pt x="640344" y="2067332"/>
                </a:cubicBezTo>
                <a:cubicBezTo>
                  <a:pt x="677375" y="2061160"/>
                  <a:pt x="702064" y="2041100"/>
                  <a:pt x="717491" y="2007155"/>
                </a:cubicBezTo>
                <a:cubicBezTo>
                  <a:pt x="743723" y="1942350"/>
                  <a:pt x="771498" y="1877544"/>
                  <a:pt x="797727" y="1814281"/>
                </a:cubicBezTo>
                <a:cubicBezTo>
                  <a:pt x="814701" y="1774162"/>
                  <a:pt x="810072" y="1740217"/>
                  <a:pt x="783840" y="1704727"/>
                </a:cubicBezTo>
                <a:cubicBezTo>
                  <a:pt x="680461" y="1570486"/>
                  <a:pt x="578625" y="1434703"/>
                  <a:pt x="476785" y="1300462"/>
                </a:cubicBezTo>
                <a:cubicBezTo>
                  <a:pt x="450553" y="1264975"/>
                  <a:pt x="450553" y="1234114"/>
                  <a:pt x="478329" y="1200169"/>
                </a:cubicBezTo>
                <a:cubicBezTo>
                  <a:pt x="577078" y="1076730"/>
                  <a:pt x="675831" y="954831"/>
                  <a:pt x="776125" y="831392"/>
                </a:cubicBezTo>
                <a:cubicBezTo>
                  <a:pt x="808529" y="792819"/>
                  <a:pt x="834761" y="785103"/>
                  <a:pt x="881050" y="803617"/>
                </a:cubicBezTo>
                <a:cubicBezTo>
                  <a:pt x="1043065" y="871512"/>
                  <a:pt x="1205078" y="937860"/>
                  <a:pt x="1368636" y="1005749"/>
                </a:cubicBezTo>
                <a:cubicBezTo>
                  <a:pt x="1401037" y="1019637"/>
                  <a:pt x="1433439" y="1018094"/>
                  <a:pt x="1462757" y="998037"/>
                </a:cubicBezTo>
                <a:cubicBezTo>
                  <a:pt x="1515221" y="962546"/>
                  <a:pt x="1566139" y="927059"/>
                  <a:pt x="1617057" y="891569"/>
                </a:cubicBezTo>
                <a:cubicBezTo>
                  <a:pt x="1641743" y="874595"/>
                  <a:pt x="1654088" y="849909"/>
                  <a:pt x="1654088" y="819048"/>
                </a:cubicBezTo>
                <a:cubicBezTo>
                  <a:pt x="1654088" y="800531"/>
                  <a:pt x="1652548" y="782017"/>
                  <a:pt x="1651005" y="765044"/>
                </a:cubicBezTo>
                <a:cubicBezTo>
                  <a:pt x="1644832" y="684807"/>
                  <a:pt x="1638660" y="606114"/>
                  <a:pt x="1632488" y="525881"/>
                </a:cubicBezTo>
                <a:cubicBezTo>
                  <a:pt x="1626316" y="445644"/>
                  <a:pt x="1620143" y="366951"/>
                  <a:pt x="1613971" y="286715"/>
                </a:cubicBezTo>
                <a:cubicBezTo>
                  <a:pt x="1610885" y="249681"/>
                  <a:pt x="1629402" y="220366"/>
                  <a:pt x="1664889" y="208022"/>
                </a:cubicBezTo>
                <a:cubicBezTo>
                  <a:pt x="1823819" y="154017"/>
                  <a:pt x="1982748" y="100013"/>
                  <a:pt x="2141674" y="47552"/>
                </a:cubicBezTo>
                <a:cubicBezTo>
                  <a:pt x="2152476" y="44466"/>
                  <a:pt x="2161734" y="42923"/>
                  <a:pt x="2172535" y="42923"/>
                </a:cubicBezTo>
                <a:cubicBezTo>
                  <a:pt x="2201851" y="44466"/>
                  <a:pt x="2220367" y="62980"/>
                  <a:pt x="2237341" y="86126"/>
                </a:cubicBezTo>
                <a:cubicBezTo>
                  <a:pt x="2336091" y="229624"/>
                  <a:pt x="2436387" y="373123"/>
                  <a:pt x="2535137" y="516622"/>
                </a:cubicBezTo>
                <a:cubicBezTo>
                  <a:pt x="2558283" y="549024"/>
                  <a:pt x="2589145" y="564454"/>
                  <a:pt x="2627718" y="561368"/>
                </a:cubicBezTo>
                <a:cubicBezTo>
                  <a:pt x="2680179" y="556739"/>
                  <a:pt x="2734186" y="555196"/>
                  <a:pt x="2786647" y="555196"/>
                </a:cubicBezTo>
                <a:cubicBezTo>
                  <a:pt x="2808250" y="555196"/>
                  <a:pt x="2823681" y="547480"/>
                  <a:pt x="2836022" y="530507"/>
                </a:cubicBezTo>
                <a:cubicBezTo>
                  <a:pt x="2842195" y="522794"/>
                  <a:pt x="2848367" y="513536"/>
                  <a:pt x="2852996" y="505821"/>
                </a:cubicBezTo>
                <a:cubicBezTo>
                  <a:pt x="2879228" y="457986"/>
                  <a:pt x="2903914" y="410154"/>
                  <a:pt x="2930143" y="363865"/>
                </a:cubicBezTo>
                <a:cubicBezTo>
                  <a:pt x="2987237" y="255856"/>
                  <a:pt x="3045870" y="149388"/>
                  <a:pt x="3102960" y="41380"/>
                </a:cubicBezTo>
                <a:cubicBezTo>
                  <a:pt x="3116848" y="15919"/>
                  <a:pt x="3136811" y="1742"/>
                  <a:pt x="3162198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t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25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1424D9-1201-489D-8759-802BEB428968}"/>
              </a:ext>
            </a:extLst>
          </p:cNvPr>
          <p:cNvSpPr/>
          <p:nvPr userDrawn="1"/>
        </p:nvSpPr>
        <p:spPr>
          <a:xfrm>
            <a:off x="808468" y="3753255"/>
            <a:ext cx="3143250" cy="2004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0AA1C5-BCBE-4E2F-A961-AB73B3335AEC}"/>
              </a:ext>
            </a:extLst>
          </p:cNvPr>
          <p:cNvSpPr/>
          <p:nvPr userDrawn="1"/>
        </p:nvSpPr>
        <p:spPr>
          <a:xfrm>
            <a:off x="0" y="0"/>
            <a:ext cx="12192000" cy="3753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3D867-D133-48FC-B3C8-A5F667B90D58}"/>
              </a:ext>
            </a:extLst>
          </p:cNvPr>
          <p:cNvSpPr/>
          <p:nvPr userDrawn="1"/>
        </p:nvSpPr>
        <p:spPr>
          <a:xfrm>
            <a:off x="819150" y="1762124"/>
            <a:ext cx="3143250" cy="1991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1883517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52358FC-753C-4A29-8F87-6685EF055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0747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2000" cy="38385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66B193-49A3-4956-A9EF-296EF16EA757}"/>
              </a:ext>
            </a:extLst>
          </p:cNvPr>
          <p:cNvSpPr/>
          <p:nvPr userDrawn="1"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01BC926-532D-4A29-930A-236814050938}"/>
              </a:ext>
            </a:extLst>
          </p:cNvPr>
          <p:cNvSpPr>
            <a:spLocks noChangeAspect="1"/>
          </p:cNvSpPr>
          <p:nvPr userDrawn="1"/>
        </p:nvSpPr>
        <p:spPr>
          <a:xfrm>
            <a:off x="7119313" y="5067541"/>
            <a:ext cx="4297680" cy="4353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E906F-6E18-4B03-BE88-75566ECC92F8}"/>
              </a:ext>
            </a:extLst>
          </p:cNvPr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aphic 14">
            <a:extLst>
              <a:ext uri="{FF2B5EF4-FFF2-40B4-BE49-F238E27FC236}">
                <a16:creationId xmlns:a16="http://schemas.microsoft.com/office/drawing/2014/main" id="{5EBDAAFC-71A9-4BA2-A27E-C4F1F4BA22EC}"/>
              </a:ext>
            </a:extLst>
          </p:cNvPr>
          <p:cNvGrpSpPr/>
          <p:nvPr userDrawn="1"/>
        </p:nvGrpSpPr>
        <p:grpSpPr>
          <a:xfrm>
            <a:off x="6867308" y="1360224"/>
            <a:ext cx="4999344" cy="3932069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6173859-0352-4FD9-B3BD-10167F74D9C0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945F6B7-E4A6-48B1-9406-9E425F295FFF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CA7AAB-8778-4F88-BE73-6CB5FA0E0E6A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BD4C418-0F80-4101-A919-833900A7CEFD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B2511B1-DF8F-4023-8CEE-586AEE878B8D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BDA56B7-7F45-4702-8E59-4222CE52086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FA1173E-505A-4DD9-BBC4-17F19752B615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ED9CBC3-5115-4FA9-AC8A-A42FC5D3EE68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B9825C8-5D1C-4169-9149-8B4CB0E262B1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103893" y="1624176"/>
            <a:ext cx="45800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CD05948B-F459-46FB-B9E4-88B7F7FC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49633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71" r:id="rId3"/>
    <p:sldLayoutId id="2147483666" r:id="rId4"/>
    <p:sldLayoutId id="2147483659" r:id="rId5"/>
    <p:sldLayoutId id="2147483665" r:id="rId6"/>
    <p:sldLayoutId id="2147483667" r:id="rId7"/>
    <p:sldLayoutId id="2147483669" r:id="rId8"/>
    <p:sldLayoutId id="214748367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3227745-A39A-4E4F-B826-03D30F35EB0D}"/>
              </a:ext>
            </a:extLst>
          </p:cNvPr>
          <p:cNvGrpSpPr/>
          <p:nvPr/>
        </p:nvGrpSpPr>
        <p:grpSpPr>
          <a:xfrm>
            <a:off x="-211043" y="242749"/>
            <a:ext cx="3451519" cy="2538224"/>
            <a:chOff x="-211043" y="242749"/>
            <a:chExt cx="3451519" cy="2538224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D98EE80-DEDE-430B-935C-DB5A307EB381}"/>
                </a:ext>
              </a:extLst>
            </p:cNvPr>
            <p:cNvGrpSpPr/>
            <p:nvPr/>
          </p:nvGrpSpPr>
          <p:grpSpPr>
            <a:xfrm rot="18821504" flipH="1">
              <a:off x="2536016" y="1987747"/>
              <a:ext cx="830987" cy="577933"/>
              <a:chOff x="5405974" y="1533288"/>
              <a:chExt cx="611040" cy="424965"/>
            </a:xfrm>
          </p:grpSpPr>
          <p:sp>
            <p:nvSpPr>
              <p:cNvPr id="117" name="Trapezoid 116">
                <a:extLst>
                  <a:ext uri="{FF2B5EF4-FFF2-40B4-BE49-F238E27FC236}">
                    <a16:creationId xmlns:a16="http://schemas.microsoft.com/office/drawing/2014/main" id="{BB555E24-6D38-4A4A-861D-6AF072B96FAC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Trapezoid 115">
                <a:extLst>
                  <a:ext uri="{FF2B5EF4-FFF2-40B4-BE49-F238E27FC236}">
                    <a16:creationId xmlns:a16="http://schemas.microsoft.com/office/drawing/2014/main" id="{A7D9085C-2B58-4F88-9B08-2B2F4B0DBF73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rapezoid 117">
                <a:extLst>
                  <a:ext uri="{FF2B5EF4-FFF2-40B4-BE49-F238E27FC236}">
                    <a16:creationId xmlns:a16="http://schemas.microsoft.com/office/drawing/2014/main" id="{E698BC45-A595-4DD2-87C7-3302FA8BE798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Trapezoid 118">
                <a:extLst>
                  <a:ext uri="{FF2B5EF4-FFF2-40B4-BE49-F238E27FC236}">
                    <a16:creationId xmlns:a16="http://schemas.microsoft.com/office/drawing/2014/main" id="{5A89F4B4-1ED6-4282-BAE7-5107B2DD9024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Trapezoid 119">
                <a:extLst>
                  <a:ext uri="{FF2B5EF4-FFF2-40B4-BE49-F238E27FC236}">
                    <a16:creationId xmlns:a16="http://schemas.microsoft.com/office/drawing/2014/main" id="{9DE2CED2-AEEB-4346-B8BA-39D5C9F008E3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A86DA89-BF25-4B2F-B746-19009E28529A}"/>
                </a:ext>
              </a:extLst>
            </p:cNvPr>
            <p:cNvGrpSpPr/>
            <p:nvPr/>
          </p:nvGrpSpPr>
          <p:grpSpPr>
            <a:xfrm rot="20700986">
              <a:off x="-211043" y="561627"/>
              <a:ext cx="688855" cy="2063532"/>
              <a:chOff x="391500" y="630207"/>
              <a:chExt cx="531845" cy="1593193"/>
            </a:xfrm>
          </p:grpSpPr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A31B3607-BD19-4C4C-B903-0E09D92762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5E0AD24E-7646-4E0E-B33F-FBCA5E5E3A55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CDE1FC3-06F7-42CE-9911-5FEC1436C053}"/>
                </a:ext>
              </a:extLst>
            </p:cNvPr>
            <p:cNvGrpSpPr/>
            <p:nvPr/>
          </p:nvGrpSpPr>
          <p:grpSpPr>
            <a:xfrm rot="14601445">
              <a:off x="1150919" y="215556"/>
              <a:ext cx="729571" cy="2548346"/>
              <a:chOff x="391500" y="630207"/>
              <a:chExt cx="531845" cy="1593193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0A650D8B-2C6F-4CAD-B6D5-FE7BDEFD4CE7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4D8DB57F-27AE-4641-A856-C26060E5CCAA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10D57C7-999C-42DA-AF11-D48981C22307}"/>
                </a:ext>
              </a:extLst>
            </p:cNvPr>
            <p:cNvSpPr/>
            <p:nvPr/>
          </p:nvSpPr>
          <p:spPr>
            <a:xfrm>
              <a:off x="182294" y="1854426"/>
              <a:ext cx="926547" cy="926547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077C34-CBAE-4645-92CD-6DF20774BB54}"/>
                </a:ext>
              </a:extLst>
            </p:cNvPr>
            <p:cNvSpPr/>
            <p:nvPr/>
          </p:nvSpPr>
          <p:spPr>
            <a:xfrm>
              <a:off x="282221" y="1954353"/>
              <a:ext cx="726695" cy="726695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7183266-7827-4E9F-84EA-469E59172608}"/>
                </a:ext>
              </a:extLst>
            </p:cNvPr>
            <p:cNvSpPr/>
            <p:nvPr/>
          </p:nvSpPr>
          <p:spPr>
            <a:xfrm>
              <a:off x="464259" y="2137337"/>
              <a:ext cx="362617" cy="360726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6CA7BCC-4553-4E37-AEA2-3EB99A1C138A}"/>
                </a:ext>
              </a:extLst>
            </p:cNvPr>
            <p:cNvSpPr/>
            <p:nvPr/>
          </p:nvSpPr>
          <p:spPr>
            <a:xfrm>
              <a:off x="585218" y="2257350"/>
              <a:ext cx="120700" cy="1207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962633-7205-4392-AE46-2DCD52369CED}"/>
                </a:ext>
              </a:extLst>
            </p:cNvPr>
            <p:cNvGrpSpPr/>
            <p:nvPr/>
          </p:nvGrpSpPr>
          <p:grpSpPr>
            <a:xfrm rot="8720915">
              <a:off x="2465418" y="429474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71" name="Trapezoid 70">
                <a:extLst>
                  <a:ext uri="{FF2B5EF4-FFF2-40B4-BE49-F238E27FC236}">
                    <a16:creationId xmlns:a16="http://schemas.microsoft.com/office/drawing/2014/main" id="{F7579618-1C24-40C8-A27D-763A2EDC201E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apezoid 94">
                <a:extLst>
                  <a:ext uri="{FF2B5EF4-FFF2-40B4-BE49-F238E27FC236}">
                    <a16:creationId xmlns:a16="http://schemas.microsoft.com/office/drawing/2014/main" id="{105B8F30-72EC-476F-BEF8-7534C575E875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E1A9330-7C3E-42EF-9689-A307053E150C}"/>
                </a:ext>
              </a:extLst>
            </p:cNvPr>
            <p:cNvGrpSpPr/>
            <p:nvPr/>
          </p:nvGrpSpPr>
          <p:grpSpPr>
            <a:xfrm>
              <a:off x="1986951" y="242749"/>
              <a:ext cx="770532" cy="770532"/>
              <a:chOff x="121429" y="411152"/>
              <a:chExt cx="607378" cy="607378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767F0B7-D8C1-4D35-AD36-EBAAE3837800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91E6EC7-EAD1-4E13-93D7-56F5A0CC4EDF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A3822756-2E6A-4C01-B51C-7B5998A2AA43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FB5A917-5A10-4B61-AECD-DF53363D1AD8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709E326-94C9-4F3D-9DF9-72EE68F8DD51}"/>
              </a:ext>
            </a:extLst>
          </p:cNvPr>
          <p:cNvGrpSpPr/>
          <p:nvPr/>
        </p:nvGrpSpPr>
        <p:grpSpPr>
          <a:xfrm>
            <a:off x="9069470" y="2982614"/>
            <a:ext cx="3046078" cy="3734081"/>
            <a:chOff x="9087758" y="3138062"/>
            <a:chExt cx="3046078" cy="373408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34B25F4-A622-4E94-91F2-EE926E055A3A}"/>
                </a:ext>
              </a:extLst>
            </p:cNvPr>
            <p:cNvGrpSpPr/>
            <p:nvPr/>
          </p:nvGrpSpPr>
          <p:grpSpPr>
            <a:xfrm rot="2947662" flipH="1">
              <a:off x="9383082" y="3263151"/>
              <a:ext cx="827730" cy="577552"/>
              <a:chOff x="5405974" y="1533288"/>
              <a:chExt cx="608646" cy="424685"/>
            </a:xfrm>
          </p:grpSpPr>
          <p:sp>
            <p:nvSpPr>
              <p:cNvPr id="140" name="Trapezoid 139">
                <a:extLst>
                  <a:ext uri="{FF2B5EF4-FFF2-40B4-BE49-F238E27FC236}">
                    <a16:creationId xmlns:a16="http://schemas.microsoft.com/office/drawing/2014/main" id="{8CF2E195-A136-4A42-B1B4-0B0148CDFE1A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rapezoid 140">
                <a:extLst>
                  <a:ext uri="{FF2B5EF4-FFF2-40B4-BE49-F238E27FC236}">
                    <a16:creationId xmlns:a16="http://schemas.microsoft.com/office/drawing/2014/main" id="{0B124FED-97B6-4F06-9731-9D29B0561BC7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Trapezoid 141">
                <a:extLst>
                  <a:ext uri="{FF2B5EF4-FFF2-40B4-BE49-F238E27FC236}">
                    <a16:creationId xmlns:a16="http://schemas.microsoft.com/office/drawing/2014/main" id="{0EA6782A-0670-41FA-9AE6-7B65C293465D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Trapezoid 142">
                <a:extLst>
                  <a:ext uri="{FF2B5EF4-FFF2-40B4-BE49-F238E27FC236}">
                    <a16:creationId xmlns:a16="http://schemas.microsoft.com/office/drawing/2014/main" id="{04327686-E7B8-4F3B-9E28-57504EB680BD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rapezoid 143">
                <a:extLst>
                  <a:ext uri="{FF2B5EF4-FFF2-40B4-BE49-F238E27FC236}">
                    <a16:creationId xmlns:a16="http://schemas.microsoft.com/office/drawing/2014/main" id="{3337CC3D-84B2-4AD8-B61E-01ED6854D66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9385788-1A56-4FAA-99BB-4D1E186F07D4}"/>
                </a:ext>
              </a:extLst>
            </p:cNvPr>
            <p:cNvGrpSpPr/>
            <p:nvPr/>
          </p:nvGrpSpPr>
          <p:grpSpPr>
            <a:xfrm rot="7415005" flipH="1">
              <a:off x="9775096" y="5495950"/>
              <a:ext cx="688855" cy="2063532"/>
              <a:chOff x="391500" y="630207"/>
              <a:chExt cx="531845" cy="159319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21F8A59E-C6F6-4724-87EE-8E94B37F3C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0A417290-EEF9-41B0-B262-7A482058F11B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5D84579D-4389-4EC7-A4CB-9681E03F82B8}"/>
                </a:ext>
              </a:extLst>
            </p:cNvPr>
            <p:cNvGrpSpPr/>
            <p:nvPr/>
          </p:nvGrpSpPr>
          <p:grpSpPr>
            <a:xfrm rot="13514546" flipH="1">
              <a:off x="10293888" y="3976487"/>
              <a:ext cx="729571" cy="2548346"/>
              <a:chOff x="391500" y="630207"/>
              <a:chExt cx="531845" cy="1593193"/>
            </a:xfrm>
          </p:grpSpPr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1267AEE3-0B9A-4F04-9A01-D73730080DA0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D2EC9984-CBE1-4789-B02E-812C1985D0FD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BB75C2C5-EC3E-4D2E-A7B9-0C388DE0B877}"/>
                </a:ext>
              </a:extLst>
            </p:cNvPr>
            <p:cNvGrpSpPr/>
            <p:nvPr/>
          </p:nvGrpSpPr>
          <p:grpSpPr>
            <a:xfrm rot="6515991" flipH="1">
              <a:off x="9133139" y="5347988"/>
              <a:ext cx="926547" cy="926547"/>
              <a:chOff x="121429" y="411152"/>
              <a:chExt cx="607378" cy="60737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84A35F0-BD57-4A3A-A86D-7CDC896DFDE8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D3180975-4EF8-4D47-8846-45CD19732CF1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1C7E0D0C-5A75-457A-983C-CE2B9453616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84F0334-3B67-4DB2-8E8A-153CB7F3A0E5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3406839-AC3B-4A8E-BD7B-371FF6E0EDCB}"/>
                </a:ext>
              </a:extLst>
            </p:cNvPr>
            <p:cNvGrpSpPr/>
            <p:nvPr/>
          </p:nvGrpSpPr>
          <p:grpSpPr>
            <a:xfrm rot="17832318" flipH="1">
              <a:off x="10630036" y="3483559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154" name="Trapezoid 153">
                <a:extLst>
                  <a:ext uri="{FF2B5EF4-FFF2-40B4-BE49-F238E27FC236}">
                    <a16:creationId xmlns:a16="http://schemas.microsoft.com/office/drawing/2014/main" id="{93B4A039-0226-4710-BA77-B2733CA7E982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Trapezoid 94">
                <a:extLst>
                  <a:ext uri="{FF2B5EF4-FFF2-40B4-BE49-F238E27FC236}">
                    <a16:creationId xmlns:a16="http://schemas.microsoft.com/office/drawing/2014/main" id="{D036E978-CAEF-4576-83F5-B79017F86032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97DC697-5A84-461C-82D8-B044E999F46C}"/>
                </a:ext>
              </a:extLst>
            </p:cNvPr>
            <p:cNvGrpSpPr/>
            <p:nvPr/>
          </p:nvGrpSpPr>
          <p:grpSpPr>
            <a:xfrm rot="6515991" flipH="1">
              <a:off x="11363304" y="4328467"/>
              <a:ext cx="770532" cy="770532"/>
              <a:chOff x="121429" y="411152"/>
              <a:chExt cx="607378" cy="607378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1A6F0CB0-F8B1-4874-BEAD-F3D7BCDCC4B5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B44F3C12-B133-4331-B02E-9987EA31F24C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97E590C-DA32-413F-B669-8836D72BE73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D6D5E445-5649-4117-8BBC-CD6118CE33C0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" name="TextBox 8">
            <a:hlinkClick r:id="rId2"/>
            <a:extLst>
              <a:ext uri="{FF2B5EF4-FFF2-40B4-BE49-F238E27FC236}">
                <a16:creationId xmlns:a16="http://schemas.microsoft.com/office/drawing/2014/main" id="{971A0637-16B4-4BF3-8F88-000E4275B775}"/>
              </a:ext>
            </a:extLst>
          </p:cNvPr>
          <p:cNvSpPr txBox="1"/>
          <p:nvPr/>
        </p:nvSpPr>
        <p:spPr>
          <a:xfrm>
            <a:off x="26457" y="5478377"/>
            <a:ext cx="12191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i="1" dirty="0">
                <a:solidFill>
                  <a:schemeClr val="bg1"/>
                </a:solidFill>
                <a:cs typeface="Arial" pitchFamily="34" charset="0"/>
              </a:rPr>
              <a:t>INVENTORY SYSTEM</a:t>
            </a:r>
            <a:endParaRPr lang="ko-KR" altLang="en-US" sz="1600" i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3CD6C908-6459-4021-AE8E-283EF4C1ED44}"/>
              </a:ext>
            </a:extLst>
          </p:cNvPr>
          <p:cNvSpPr/>
          <p:nvPr/>
        </p:nvSpPr>
        <p:spPr>
          <a:xfrm>
            <a:off x="8831560" y="2981015"/>
            <a:ext cx="893052" cy="892469"/>
          </a:xfrm>
          <a:custGeom>
            <a:avLst/>
            <a:gdLst>
              <a:gd name="connsiteX0" fmla="*/ 446879 w 893052"/>
              <a:gd name="connsiteY0" fmla="*/ 366069 h 892469"/>
              <a:gd name="connsiteX1" fmla="*/ 367213 w 893052"/>
              <a:gd name="connsiteY1" fmla="*/ 445391 h 892469"/>
              <a:gd name="connsiteX2" fmla="*/ 446535 w 893052"/>
              <a:gd name="connsiteY2" fmla="*/ 525402 h 892469"/>
              <a:gd name="connsiteX3" fmla="*/ 526373 w 893052"/>
              <a:gd name="connsiteY3" fmla="*/ 445907 h 892469"/>
              <a:gd name="connsiteX4" fmla="*/ 446879 w 893052"/>
              <a:gd name="connsiteY4" fmla="*/ 366069 h 892469"/>
              <a:gd name="connsiteX5" fmla="*/ 447223 w 893052"/>
              <a:gd name="connsiteY5" fmla="*/ 129135 h 892469"/>
              <a:gd name="connsiteX6" fmla="*/ 763479 w 893052"/>
              <a:gd name="connsiteY6" fmla="*/ 446251 h 892469"/>
              <a:gd name="connsiteX7" fmla="*/ 446018 w 893052"/>
              <a:gd name="connsiteY7" fmla="*/ 762164 h 892469"/>
              <a:gd name="connsiteX8" fmla="*/ 130278 w 893052"/>
              <a:gd name="connsiteY8" fmla="*/ 445219 h 892469"/>
              <a:gd name="connsiteX9" fmla="*/ 447223 w 893052"/>
              <a:gd name="connsiteY9" fmla="*/ 129135 h 892469"/>
              <a:gd name="connsiteX10" fmla="*/ 446879 w 893052"/>
              <a:gd name="connsiteY10" fmla="*/ 119843 h 892469"/>
              <a:gd name="connsiteX11" fmla="*/ 120643 w 893052"/>
              <a:gd name="connsiteY11" fmla="*/ 444187 h 892469"/>
              <a:gd name="connsiteX12" fmla="*/ 446363 w 893052"/>
              <a:gd name="connsiteY12" fmla="*/ 771283 h 892469"/>
              <a:gd name="connsiteX13" fmla="*/ 772599 w 893052"/>
              <a:gd name="connsiteY13" fmla="*/ 445391 h 892469"/>
              <a:gd name="connsiteX14" fmla="*/ 446879 w 893052"/>
              <a:gd name="connsiteY14" fmla="*/ 119843 h 892469"/>
              <a:gd name="connsiteX15" fmla="*/ 500047 w 893052"/>
              <a:gd name="connsiteY15" fmla="*/ 85 h 892469"/>
              <a:gd name="connsiteX16" fmla="*/ 504692 w 893052"/>
              <a:gd name="connsiteY16" fmla="*/ 258 h 892469"/>
              <a:gd name="connsiteX17" fmla="*/ 524652 w 893052"/>
              <a:gd name="connsiteY17" fmla="*/ 21766 h 892469"/>
              <a:gd name="connsiteX18" fmla="*/ 525857 w 893052"/>
              <a:gd name="connsiteY18" fmla="*/ 61857 h 892469"/>
              <a:gd name="connsiteX19" fmla="*/ 532911 w 893052"/>
              <a:gd name="connsiteY19" fmla="*/ 73557 h 892469"/>
              <a:gd name="connsiteX20" fmla="*/ 558377 w 893052"/>
              <a:gd name="connsiteY20" fmla="*/ 80268 h 892469"/>
              <a:gd name="connsiteX21" fmla="*/ 570422 w 893052"/>
              <a:gd name="connsiteY21" fmla="*/ 73901 h 892469"/>
              <a:gd name="connsiteX22" fmla="*/ 593306 w 893052"/>
              <a:gd name="connsiteY22" fmla="*/ 37252 h 892469"/>
              <a:gd name="connsiteX23" fmla="*/ 615503 w 893052"/>
              <a:gd name="connsiteY23" fmla="*/ 29509 h 892469"/>
              <a:gd name="connsiteX24" fmla="*/ 619460 w 893052"/>
              <a:gd name="connsiteY24" fmla="*/ 30885 h 892469"/>
              <a:gd name="connsiteX25" fmla="*/ 632021 w 893052"/>
              <a:gd name="connsiteY25" fmla="*/ 55491 h 892469"/>
              <a:gd name="connsiteX26" fmla="*/ 623074 w 893052"/>
              <a:gd name="connsiteY26" fmla="*/ 94033 h 892469"/>
              <a:gd name="connsiteX27" fmla="*/ 629268 w 893052"/>
              <a:gd name="connsiteY27" fmla="*/ 110724 h 892469"/>
              <a:gd name="connsiteX28" fmla="*/ 649227 w 893052"/>
              <a:gd name="connsiteY28" fmla="*/ 121736 h 892469"/>
              <a:gd name="connsiteX29" fmla="*/ 662477 w 893052"/>
              <a:gd name="connsiteY29" fmla="*/ 118639 h 892469"/>
              <a:gd name="connsiteX30" fmla="*/ 694137 w 893052"/>
              <a:gd name="connsiteY30" fmla="*/ 89215 h 892469"/>
              <a:gd name="connsiteX31" fmla="*/ 717538 w 893052"/>
              <a:gd name="connsiteY31" fmla="*/ 87323 h 892469"/>
              <a:gd name="connsiteX32" fmla="*/ 718742 w 893052"/>
              <a:gd name="connsiteY32" fmla="*/ 88183 h 892469"/>
              <a:gd name="connsiteX33" fmla="*/ 726141 w 893052"/>
              <a:gd name="connsiteY33" fmla="*/ 117951 h 892469"/>
              <a:gd name="connsiteX34" fmla="*/ 707730 w 893052"/>
              <a:gd name="connsiteY34" fmla="*/ 152363 h 892469"/>
              <a:gd name="connsiteX35" fmla="*/ 709279 w 893052"/>
              <a:gd name="connsiteY35" fmla="*/ 168710 h 892469"/>
              <a:gd name="connsiteX36" fmla="*/ 724764 w 893052"/>
              <a:gd name="connsiteY36" fmla="*/ 184024 h 892469"/>
              <a:gd name="connsiteX37" fmla="*/ 740250 w 893052"/>
              <a:gd name="connsiteY37" fmla="*/ 185400 h 892469"/>
              <a:gd name="connsiteX38" fmla="*/ 779309 w 893052"/>
              <a:gd name="connsiteY38" fmla="*/ 164752 h 892469"/>
              <a:gd name="connsiteX39" fmla="*/ 800645 w 893052"/>
              <a:gd name="connsiteY39" fmla="*/ 169226 h 892469"/>
              <a:gd name="connsiteX40" fmla="*/ 807184 w 893052"/>
              <a:gd name="connsiteY40" fmla="*/ 178001 h 892469"/>
              <a:gd name="connsiteX41" fmla="*/ 805463 w 893052"/>
              <a:gd name="connsiteY41" fmla="*/ 197273 h 892469"/>
              <a:gd name="connsiteX42" fmla="*/ 774319 w 893052"/>
              <a:gd name="connsiteY42" fmla="*/ 230825 h 892469"/>
              <a:gd name="connsiteX43" fmla="*/ 771566 w 893052"/>
              <a:gd name="connsiteY43" fmla="*/ 244591 h 892469"/>
              <a:gd name="connsiteX44" fmla="*/ 783439 w 893052"/>
              <a:gd name="connsiteY44" fmla="*/ 265238 h 892469"/>
              <a:gd name="connsiteX45" fmla="*/ 798580 w 893052"/>
              <a:gd name="connsiteY45" fmla="*/ 270229 h 892469"/>
              <a:gd name="connsiteX46" fmla="*/ 842629 w 893052"/>
              <a:gd name="connsiteY46" fmla="*/ 260249 h 892469"/>
              <a:gd name="connsiteX47" fmla="*/ 858975 w 893052"/>
              <a:gd name="connsiteY47" fmla="*/ 267819 h 892469"/>
              <a:gd name="connsiteX48" fmla="*/ 864137 w 893052"/>
              <a:gd name="connsiteY48" fmla="*/ 279692 h 892469"/>
              <a:gd name="connsiteX49" fmla="*/ 857082 w 893052"/>
              <a:gd name="connsiteY49" fmla="*/ 298963 h 892469"/>
              <a:gd name="connsiteX50" fmla="*/ 820777 w 893052"/>
              <a:gd name="connsiteY50" fmla="*/ 321504 h 892469"/>
              <a:gd name="connsiteX51" fmla="*/ 813034 w 893052"/>
              <a:gd name="connsiteY51" fmla="*/ 338366 h 892469"/>
              <a:gd name="connsiteX52" fmla="*/ 818368 w 893052"/>
              <a:gd name="connsiteY52" fmla="*/ 357982 h 892469"/>
              <a:gd name="connsiteX53" fmla="*/ 831273 w 893052"/>
              <a:gd name="connsiteY53" fmla="*/ 367101 h 892469"/>
              <a:gd name="connsiteX54" fmla="*/ 876526 w 893052"/>
              <a:gd name="connsiteY54" fmla="*/ 368822 h 892469"/>
              <a:gd name="connsiteX55" fmla="*/ 891152 w 893052"/>
              <a:gd name="connsiteY55" fmla="*/ 380350 h 892469"/>
              <a:gd name="connsiteX56" fmla="*/ 893044 w 893052"/>
              <a:gd name="connsiteY56" fmla="*/ 394288 h 892469"/>
              <a:gd name="connsiteX57" fmla="*/ 881860 w 893052"/>
              <a:gd name="connsiteY57" fmla="*/ 410118 h 892469"/>
              <a:gd name="connsiteX58" fmla="*/ 841080 w 893052"/>
              <a:gd name="connsiteY58" fmla="*/ 422679 h 892469"/>
              <a:gd name="connsiteX59" fmla="*/ 828348 w 893052"/>
              <a:gd name="connsiteY59" fmla="*/ 438852 h 892469"/>
              <a:gd name="connsiteX60" fmla="*/ 829208 w 893052"/>
              <a:gd name="connsiteY60" fmla="*/ 460189 h 892469"/>
              <a:gd name="connsiteX61" fmla="*/ 837983 w 893052"/>
              <a:gd name="connsiteY61" fmla="*/ 469480 h 892469"/>
              <a:gd name="connsiteX62" fmla="*/ 880827 w 893052"/>
              <a:gd name="connsiteY62" fmla="*/ 482557 h 892469"/>
              <a:gd name="connsiteX63" fmla="*/ 893044 w 893052"/>
              <a:gd name="connsiteY63" fmla="*/ 499592 h 892469"/>
              <a:gd name="connsiteX64" fmla="*/ 893044 w 893052"/>
              <a:gd name="connsiteY64" fmla="*/ 502689 h 892469"/>
              <a:gd name="connsiteX65" fmla="*/ 871020 w 893052"/>
              <a:gd name="connsiteY65" fmla="*/ 524541 h 892469"/>
              <a:gd name="connsiteX66" fmla="*/ 830413 w 893052"/>
              <a:gd name="connsiteY66" fmla="*/ 525746 h 892469"/>
              <a:gd name="connsiteX67" fmla="*/ 819572 w 893052"/>
              <a:gd name="connsiteY67" fmla="*/ 532456 h 892469"/>
              <a:gd name="connsiteX68" fmla="*/ 812690 w 893052"/>
              <a:gd name="connsiteY68" fmla="*/ 557922 h 892469"/>
              <a:gd name="connsiteX69" fmla="*/ 819400 w 893052"/>
              <a:gd name="connsiteY69" fmla="*/ 570311 h 892469"/>
              <a:gd name="connsiteX70" fmla="*/ 855190 w 893052"/>
              <a:gd name="connsiteY70" fmla="*/ 592679 h 892469"/>
              <a:gd name="connsiteX71" fmla="*/ 863277 w 893052"/>
              <a:gd name="connsiteY71" fmla="*/ 615564 h 892469"/>
              <a:gd name="connsiteX72" fmla="*/ 857599 w 893052"/>
              <a:gd name="connsiteY72" fmla="*/ 627264 h 892469"/>
              <a:gd name="connsiteX73" fmla="*/ 846587 w 893052"/>
              <a:gd name="connsiteY73" fmla="*/ 632770 h 892469"/>
              <a:gd name="connsiteX74" fmla="*/ 819228 w 893052"/>
              <a:gd name="connsiteY74" fmla="*/ 626748 h 892469"/>
              <a:gd name="connsiteX75" fmla="*/ 796860 w 893052"/>
              <a:gd name="connsiteY75" fmla="*/ 621586 h 892469"/>
              <a:gd name="connsiteX76" fmla="*/ 785159 w 893052"/>
              <a:gd name="connsiteY76" fmla="*/ 625200 h 892469"/>
              <a:gd name="connsiteX77" fmla="*/ 771050 w 893052"/>
              <a:gd name="connsiteY77" fmla="*/ 650493 h 892469"/>
              <a:gd name="connsiteX78" fmla="*/ 774491 w 893052"/>
              <a:gd name="connsiteY78" fmla="*/ 661333 h 892469"/>
              <a:gd name="connsiteX79" fmla="*/ 804603 w 893052"/>
              <a:gd name="connsiteY79" fmla="*/ 693682 h 892469"/>
              <a:gd name="connsiteX80" fmla="*/ 806495 w 893052"/>
              <a:gd name="connsiteY80" fmla="*/ 715878 h 892469"/>
              <a:gd name="connsiteX81" fmla="*/ 805291 w 893052"/>
              <a:gd name="connsiteY81" fmla="*/ 717599 h 892469"/>
              <a:gd name="connsiteX82" fmla="*/ 775007 w 893052"/>
              <a:gd name="connsiteY82" fmla="*/ 725170 h 892469"/>
              <a:gd name="connsiteX83" fmla="*/ 740078 w 893052"/>
              <a:gd name="connsiteY83" fmla="*/ 706586 h 892469"/>
              <a:gd name="connsiteX84" fmla="*/ 726485 w 893052"/>
              <a:gd name="connsiteY84" fmla="*/ 707103 h 892469"/>
              <a:gd name="connsiteX85" fmla="*/ 708762 w 893052"/>
              <a:gd name="connsiteY85" fmla="*/ 724481 h 892469"/>
              <a:gd name="connsiteX86" fmla="*/ 707902 w 893052"/>
              <a:gd name="connsiteY86" fmla="*/ 739451 h 892469"/>
              <a:gd name="connsiteX87" fmla="*/ 728550 w 893052"/>
              <a:gd name="connsiteY87" fmla="*/ 778510 h 892469"/>
              <a:gd name="connsiteX88" fmla="*/ 725109 w 893052"/>
              <a:gd name="connsiteY88" fmla="*/ 798814 h 892469"/>
              <a:gd name="connsiteX89" fmla="*/ 721667 w 893052"/>
              <a:gd name="connsiteY89" fmla="*/ 801911 h 892469"/>
              <a:gd name="connsiteX90" fmla="*/ 692072 w 893052"/>
              <a:gd name="connsiteY90" fmla="*/ 800878 h 892469"/>
              <a:gd name="connsiteX91" fmla="*/ 663165 w 893052"/>
              <a:gd name="connsiteY91" fmla="*/ 773864 h 892469"/>
              <a:gd name="connsiteX92" fmla="*/ 648367 w 893052"/>
              <a:gd name="connsiteY92" fmla="*/ 770939 h 892469"/>
              <a:gd name="connsiteX93" fmla="*/ 628063 w 893052"/>
              <a:gd name="connsiteY93" fmla="*/ 782467 h 892469"/>
              <a:gd name="connsiteX94" fmla="*/ 623074 w 893052"/>
              <a:gd name="connsiteY94" fmla="*/ 797609 h 892469"/>
              <a:gd name="connsiteX95" fmla="*/ 633398 w 893052"/>
              <a:gd name="connsiteY95" fmla="*/ 842690 h 892469"/>
              <a:gd name="connsiteX96" fmla="*/ 626687 w 893052"/>
              <a:gd name="connsiteY96" fmla="*/ 857660 h 892469"/>
              <a:gd name="connsiteX97" fmla="*/ 613954 w 893052"/>
              <a:gd name="connsiteY97" fmla="*/ 863338 h 892469"/>
              <a:gd name="connsiteX98" fmla="*/ 594511 w 893052"/>
              <a:gd name="connsiteY98" fmla="*/ 856456 h 892469"/>
              <a:gd name="connsiteX99" fmla="*/ 571970 w 893052"/>
              <a:gd name="connsiteY99" fmla="*/ 820150 h 892469"/>
              <a:gd name="connsiteX100" fmla="*/ 555108 w 893052"/>
              <a:gd name="connsiteY100" fmla="*/ 812235 h 892469"/>
              <a:gd name="connsiteX101" fmla="*/ 537041 w 893052"/>
              <a:gd name="connsiteY101" fmla="*/ 817053 h 892469"/>
              <a:gd name="connsiteX102" fmla="*/ 526029 w 893052"/>
              <a:gd name="connsiteY102" fmla="*/ 832022 h 892469"/>
              <a:gd name="connsiteX103" fmla="*/ 524824 w 893052"/>
              <a:gd name="connsiteY103" fmla="*/ 872630 h 892469"/>
              <a:gd name="connsiteX104" fmla="*/ 509166 w 893052"/>
              <a:gd name="connsiteY104" fmla="*/ 891213 h 892469"/>
              <a:gd name="connsiteX105" fmla="*/ 499359 w 893052"/>
              <a:gd name="connsiteY105" fmla="*/ 892417 h 892469"/>
              <a:gd name="connsiteX106" fmla="*/ 483529 w 893052"/>
              <a:gd name="connsiteY106" fmla="*/ 881749 h 892469"/>
              <a:gd name="connsiteX107" fmla="*/ 470280 w 893052"/>
              <a:gd name="connsiteY107" fmla="*/ 838561 h 892469"/>
              <a:gd name="connsiteX108" fmla="*/ 457891 w 893052"/>
              <a:gd name="connsiteY108" fmla="*/ 827893 h 892469"/>
              <a:gd name="connsiteX109" fmla="*/ 435178 w 893052"/>
              <a:gd name="connsiteY109" fmla="*/ 828065 h 892469"/>
              <a:gd name="connsiteX110" fmla="*/ 424166 w 893052"/>
              <a:gd name="connsiteY110" fmla="*/ 837528 h 892469"/>
              <a:gd name="connsiteX111" fmla="*/ 411605 w 893052"/>
              <a:gd name="connsiteY111" fmla="*/ 878308 h 892469"/>
              <a:gd name="connsiteX112" fmla="*/ 390441 w 893052"/>
              <a:gd name="connsiteY112" fmla="*/ 891901 h 892469"/>
              <a:gd name="connsiteX113" fmla="*/ 369105 w 893052"/>
              <a:gd name="connsiteY113" fmla="*/ 867812 h 892469"/>
              <a:gd name="connsiteX114" fmla="*/ 368073 w 893052"/>
              <a:gd name="connsiteY114" fmla="*/ 830818 h 892469"/>
              <a:gd name="connsiteX115" fmla="*/ 360330 w 893052"/>
              <a:gd name="connsiteY115" fmla="*/ 818429 h 892469"/>
              <a:gd name="connsiteX116" fmla="*/ 335208 w 893052"/>
              <a:gd name="connsiteY116" fmla="*/ 812063 h 892469"/>
              <a:gd name="connsiteX117" fmla="*/ 323164 w 893052"/>
              <a:gd name="connsiteY117" fmla="*/ 818429 h 892469"/>
              <a:gd name="connsiteX118" fmla="*/ 300279 w 893052"/>
              <a:gd name="connsiteY118" fmla="*/ 855079 h 892469"/>
              <a:gd name="connsiteX119" fmla="*/ 278943 w 893052"/>
              <a:gd name="connsiteY119" fmla="*/ 862822 h 892469"/>
              <a:gd name="connsiteX120" fmla="*/ 277394 w 893052"/>
              <a:gd name="connsiteY120" fmla="*/ 862306 h 892469"/>
              <a:gd name="connsiteX121" fmla="*/ 261908 w 893052"/>
              <a:gd name="connsiteY121" fmla="*/ 835291 h 892469"/>
              <a:gd name="connsiteX122" fmla="*/ 270684 w 893052"/>
              <a:gd name="connsiteY122" fmla="*/ 797265 h 892469"/>
              <a:gd name="connsiteX123" fmla="*/ 265006 w 893052"/>
              <a:gd name="connsiteY123" fmla="*/ 781779 h 892469"/>
              <a:gd name="connsiteX124" fmla="*/ 246594 w 893052"/>
              <a:gd name="connsiteY124" fmla="*/ 771111 h 892469"/>
              <a:gd name="connsiteX125" fmla="*/ 229904 w 893052"/>
              <a:gd name="connsiteY125" fmla="*/ 774208 h 892469"/>
              <a:gd name="connsiteX126" fmla="*/ 198761 w 893052"/>
              <a:gd name="connsiteY126" fmla="*/ 803287 h 892469"/>
              <a:gd name="connsiteX127" fmla="*/ 176908 w 893052"/>
              <a:gd name="connsiteY127" fmla="*/ 805352 h 892469"/>
              <a:gd name="connsiteX128" fmla="*/ 173811 w 893052"/>
              <a:gd name="connsiteY128" fmla="*/ 803287 h 892469"/>
              <a:gd name="connsiteX129" fmla="*/ 166928 w 893052"/>
              <a:gd name="connsiteY129" fmla="*/ 774552 h 892469"/>
              <a:gd name="connsiteX130" fmla="*/ 185511 w 893052"/>
              <a:gd name="connsiteY130" fmla="*/ 739623 h 892469"/>
              <a:gd name="connsiteX131" fmla="*/ 184135 w 893052"/>
              <a:gd name="connsiteY131" fmla="*/ 723277 h 892469"/>
              <a:gd name="connsiteX132" fmla="*/ 168649 w 893052"/>
              <a:gd name="connsiteY132" fmla="*/ 707963 h 892469"/>
              <a:gd name="connsiteX133" fmla="*/ 152647 w 893052"/>
              <a:gd name="connsiteY133" fmla="*/ 706758 h 892469"/>
              <a:gd name="connsiteX134" fmla="*/ 113932 w 893052"/>
              <a:gd name="connsiteY134" fmla="*/ 727235 h 892469"/>
              <a:gd name="connsiteX135" fmla="*/ 92768 w 893052"/>
              <a:gd name="connsiteY135" fmla="*/ 723277 h 892469"/>
              <a:gd name="connsiteX136" fmla="*/ 91392 w 893052"/>
              <a:gd name="connsiteY136" fmla="*/ 721728 h 892469"/>
              <a:gd name="connsiteX137" fmla="*/ 92252 w 893052"/>
              <a:gd name="connsiteY137" fmla="*/ 690068 h 892469"/>
              <a:gd name="connsiteX138" fmla="*/ 118234 w 893052"/>
              <a:gd name="connsiteY138" fmla="*/ 662366 h 892469"/>
              <a:gd name="connsiteX139" fmla="*/ 121331 w 893052"/>
              <a:gd name="connsiteY139" fmla="*/ 647224 h 892469"/>
              <a:gd name="connsiteX140" fmla="*/ 109459 w 893052"/>
              <a:gd name="connsiteY140" fmla="*/ 626576 h 892469"/>
              <a:gd name="connsiteX141" fmla="*/ 94489 w 893052"/>
              <a:gd name="connsiteY141" fmla="*/ 622274 h 892469"/>
              <a:gd name="connsiteX142" fmla="*/ 56979 w 893052"/>
              <a:gd name="connsiteY142" fmla="*/ 630878 h 892469"/>
              <a:gd name="connsiteX143" fmla="*/ 51989 w 893052"/>
              <a:gd name="connsiteY143" fmla="*/ 632082 h 892469"/>
              <a:gd name="connsiteX144" fmla="*/ 33406 w 893052"/>
              <a:gd name="connsiteY144" fmla="*/ 622963 h 892469"/>
              <a:gd name="connsiteX145" fmla="*/ 29104 w 893052"/>
              <a:gd name="connsiteY145" fmla="*/ 612983 h 892469"/>
              <a:gd name="connsiteX146" fmla="*/ 35987 w 893052"/>
              <a:gd name="connsiteY146" fmla="*/ 593539 h 892469"/>
              <a:gd name="connsiteX147" fmla="*/ 71260 w 893052"/>
              <a:gd name="connsiteY147" fmla="*/ 571515 h 892469"/>
              <a:gd name="connsiteX148" fmla="*/ 79691 w 893052"/>
              <a:gd name="connsiteY148" fmla="*/ 551728 h 892469"/>
              <a:gd name="connsiteX149" fmla="*/ 74357 w 893052"/>
              <a:gd name="connsiteY149" fmla="*/ 533833 h 892469"/>
              <a:gd name="connsiteX150" fmla="*/ 61452 w 893052"/>
              <a:gd name="connsiteY150" fmla="*/ 525229 h 892469"/>
              <a:gd name="connsiteX151" fmla="*/ 19813 w 893052"/>
              <a:gd name="connsiteY151" fmla="*/ 524025 h 892469"/>
              <a:gd name="connsiteX152" fmla="*/ 1230 w 893052"/>
              <a:gd name="connsiteY152" fmla="*/ 508367 h 892469"/>
              <a:gd name="connsiteX153" fmla="*/ 541 w 893052"/>
              <a:gd name="connsiteY153" fmla="*/ 504754 h 892469"/>
              <a:gd name="connsiteX154" fmla="*/ 16199 w 893052"/>
              <a:gd name="connsiteY154" fmla="*/ 481009 h 892469"/>
              <a:gd name="connsiteX155" fmla="*/ 53537 w 893052"/>
              <a:gd name="connsiteY155" fmla="*/ 469652 h 892469"/>
              <a:gd name="connsiteX156" fmla="*/ 64722 w 893052"/>
              <a:gd name="connsiteY156" fmla="*/ 457091 h 892469"/>
              <a:gd name="connsiteX157" fmla="*/ 64205 w 893052"/>
              <a:gd name="connsiteY157" fmla="*/ 433174 h 892469"/>
              <a:gd name="connsiteX158" fmla="*/ 55430 w 893052"/>
              <a:gd name="connsiteY158" fmla="*/ 423367 h 892469"/>
              <a:gd name="connsiteX159" fmla="*/ 15683 w 893052"/>
              <a:gd name="connsiteY159" fmla="*/ 411150 h 892469"/>
              <a:gd name="connsiteX160" fmla="*/ 541 w 893052"/>
              <a:gd name="connsiteY160" fmla="*/ 389126 h 892469"/>
              <a:gd name="connsiteX161" fmla="*/ 2090 w 893052"/>
              <a:gd name="connsiteY161" fmla="*/ 380006 h 892469"/>
              <a:gd name="connsiteX162" fmla="*/ 16371 w 893052"/>
              <a:gd name="connsiteY162" fmla="*/ 368650 h 892469"/>
              <a:gd name="connsiteX163" fmla="*/ 54914 w 893052"/>
              <a:gd name="connsiteY163" fmla="*/ 367445 h 892469"/>
              <a:gd name="connsiteX164" fmla="*/ 60592 w 893052"/>
              <a:gd name="connsiteY164" fmla="*/ 367273 h 892469"/>
              <a:gd name="connsiteX165" fmla="*/ 75906 w 893052"/>
              <a:gd name="connsiteY165" fmla="*/ 355229 h 892469"/>
              <a:gd name="connsiteX166" fmla="*/ 80379 w 893052"/>
              <a:gd name="connsiteY166" fmla="*/ 338194 h 892469"/>
              <a:gd name="connsiteX167" fmla="*/ 73153 w 893052"/>
              <a:gd name="connsiteY167" fmla="*/ 322020 h 892469"/>
              <a:gd name="connsiteX168" fmla="*/ 37879 w 893052"/>
              <a:gd name="connsiteY168" fmla="*/ 299996 h 892469"/>
              <a:gd name="connsiteX169" fmla="*/ 29964 w 893052"/>
              <a:gd name="connsiteY169" fmla="*/ 277455 h 892469"/>
              <a:gd name="connsiteX170" fmla="*/ 34954 w 893052"/>
              <a:gd name="connsiteY170" fmla="*/ 266615 h 892469"/>
              <a:gd name="connsiteX171" fmla="*/ 50440 w 893052"/>
              <a:gd name="connsiteY171" fmla="*/ 260077 h 892469"/>
              <a:gd name="connsiteX172" fmla="*/ 94489 w 893052"/>
              <a:gd name="connsiteY172" fmla="*/ 270229 h 892469"/>
              <a:gd name="connsiteX173" fmla="*/ 110491 w 893052"/>
              <a:gd name="connsiteY173" fmla="*/ 264894 h 892469"/>
              <a:gd name="connsiteX174" fmla="*/ 121331 w 893052"/>
              <a:gd name="connsiteY174" fmla="*/ 245967 h 892469"/>
              <a:gd name="connsiteX175" fmla="*/ 118234 w 893052"/>
              <a:gd name="connsiteY175" fmla="*/ 229793 h 892469"/>
              <a:gd name="connsiteX176" fmla="*/ 88983 w 893052"/>
              <a:gd name="connsiteY176" fmla="*/ 198649 h 892469"/>
              <a:gd name="connsiteX177" fmla="*/ 87262 w 893052"/>
              <a:gd name="connsiteY177" fmla="*/ 176453 h 892469"/>
              <a:gd name="connsiteX178" fmla="*/ 90187 w 893052"/>
              <a:gd name="connsiteY178" fmla="*/ 172151 h 892469"/>
              <a:gd name="connsiteX179" fmla="*/ 116685 w 893052"/>
              <a:gd name="connsiteY179" fmla="*/ 166301 h 892469"/>
              <a:gd name="connsiteX180" fmla="*/ 152475 w 893052"/>
              <a:gd name="connsiteY180" fmla="*/ 185400 h 892469"/>
              <a:gd name="connsiteX181" fmla="*/ 169337 w 893052"/>
              <a:gd name="connsiteY181" fmla="*/ 183852 h 892469"/>
              <a:gd name="connsiteX182" fmla="*/ 183791 w 893052"/>
              <a:gd name="connsiteY182" fmla="*/ 169570 h 892469"/>
              <a:gd name="connsiteX183" fmla="*/ 185684 w 893052"/>
              <a:gd name="connsiteY183" fmla="*/ 152363 h 892469"/>
              <a:gd name="connsiteX184" fmla="*/ 164864 w 893052"/>
              <a:gd name="connsiteY184" fmla="*/ 113305 h 892469"/>
              <a:gd name="connsiteX185" fmla="*/ 168477 w 893052"/>
              <a:gd name="connsiteY185" fmla="*/ 93517 h 892469"/>
              <a:gd name="connsiteX186" fmla="*/ 179317 w 893052"/>
              <a:gd name="connsiteY186" fmla="*/ 85430 h 892469"/>
              <a:gd name="connsiteX187" fmla="*/ 196868 w 893052"/>
              <a:gd name="connsiteY187" fmla="*/ 87323 h 892469"/>
              <a:gd name="connsiteX188" fmla="*/ 226635 w 893052"/>
              <a:gd name="connsiteY188" fmla="*/ 115025 h 892469"/>
              <a:gd name="connsiteX189" fmla="*/ 251757 w 893052"/>
              <a:gd name="connsiteY189" fmla="*/ 118639 h 892469"/>
              <a:gd name="connsiteX190" fmla="*/ 265866 w 893052"/>
              <a:gd name="connsiteY190" fmla="*/ 109863 h 892469"/>
              <a:gd name="connsiteX191" fmla="*/ 270684 w 893052"/>
              <a:gd name="connsiteY191" fmla="*/ 95066 h 892469"/>
              <a:gd name="connsiteX192" fmla="*/ 260704 w 893052"/>
              <a:gd name="connsiteY192" fmla="*/ 52049 h 892469"/>
              <a:gd name="connsiteX193" fmla="*/ 269135 w 893052"/>
              <a:gd name="connsiteY193" fmla="*/ 33638 h 892469"/>
              <a:gd name="connsiteX194" fmla="*/ 280664 w 893052"/>
              <a:gd name="connsiteY194" fmla="*/ 28820 h 892469"/>
              <a:gd name="connsiteX195" fmla="*/ 298903 w 893052"/>
              <a:gd name="connsiteY195" fmla="*/ 35359 h 892469"/>
              <a:gd name="connsiteX196" fmla="*/ 321959 w 893052"/>
              <a:gd name="connsiteY196" fmla="*/ 72525 h 892469"/>
              <a:gd name="connsiteX197" fmla="*/ 337961 w 893052"/>
              <a:gd name="connsiteY197" fmla="*/ 80268 h 892469"/>
              <a:gd name="connsiteX198" fmla="*/ 359470 w 893052"/>
              <a:gd name="connsiteY198" fmla="*/ 74246 h 892469"/>
              <a:gd name="connsiteX199" fmla="*/ 367385 w 893052"/>
              <a:gd name="connsiteY199" fmla="*/ 62717 h 892469"/>
              <a:gd name="connsiteX200" fmla="*/ 369105 w 893052"/>
              <a:gd name="connsiteY200" fmla="*/ 17980 h 892469"/>
              <a:gd name="connsiteX201" fmla="*/ 381838 w 893052"/>
              <a:gd name="connsiteY201" fmla="*/ 1634 h 892469"/>
              <a:gd name="connsiteX202" fmla="*/ 386484 w 893052"/>
              <a:gd name="connsiteY202" fmla="*/ 602 h 892469"/>
              <a:gd name="connsiteX203" fmla="*/ 412122 w 893052"/>
              <a:gd name="connsiteY203" fmla="*/ 16260 h 892469"/>
              <a:gd name="connsiteX204" fmla="*/ 423478 w 893052"/>
              <a:gd name="connsiteY204" fmla="*/ 54114 h 892469"/>
              <a:gd name="connsiteX205" fmla="*/ 434662 w 893052"/>
              <a:gd name="connsiteY205" fmla="*/ 64266 h 892469"/>
              <a:gd name="connsiteX206" fmla="*/ 459095 w 893052"/>
              <a:gd name="connsiteY206" fmla="*/ 64266 h 892469"/>
              <a:gd name="connsiteX207" fmla="*/ 469935 w 893052"/>
              <a:gd name="connsiteY207" fmla="*/ 54458 h 892469"/>
              <a:gd name="connsiteX208" fmla="*/ 482669 w 893052"/>
              <a:gd name="connsiteY208" fmla="*/ 12646 h 892469"/>
              <a:gd name="connsiteX209" fmla="*/ 500047 w 893052"/>
              <a:gd name="connsiteY209" fmla="*/ 85 h 89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893052" h="892469">
                <a:moveTo>
                  <a:pt x="446879" y="366069"/>
                </a:moveTo>
                <a:cubicBezTo>
                  <a:pt x="399045" y="366069"/>
                  <a:pt x="367040" y="405300"/>
                  <a:pt x="367213" y="445391"/>
                </a:cubicBezTo>
                <a:cubicBezTo>
                  <a:pt x="367385" y="489784"/>
                  <a:pt x="402314" y="525402"/>
                  <a:pt x="446535" y="525402"/>
                </a:cubicBezTo>
                <a:cubicBezTo>
                  <a:pt x="490755" y="525402"/>
                  <a:pt x="526201" y="490300"/>
                  <a:pt x="526373" y="445907"/>
                </a:cubicBezTo>
                <a:cubicBezTo>
                  <a:pt x="526545" y="401686"/>
                  <a:pt x="491788" y="366069"/>
                  <a:pt x="446879" y="366069"/>
                </a:cubicBezTo>
                <a:close/>
                <a:moveTo>
                  <a:pt x="447223" y="129135"/>
                </a:moveTo>
                <a:cubicBezTo>
                  <a:pt x="621181" y="129479"/>
                  <a:pt x="763823" y="271777"/>
                  <a:pt x="763479" y="446251"/>
                </a:cubicBezTo>
                <a:cubicBezTo>
                  <a:pt x="763135" y="618833"/>
                  <a:pt x="623074" y="762508"/>
                  <a:pt x="446018" y="762164"/>
                </a:cubicBezTo>
                <a:cubicBezTo>
                  <a:pt x="267587" y="761648"/>
                  <a:pt x="128902" y="616080"/>
                  <a:pt x="130278" y="445219"/>
                </a:cubicBezTo>
                <a:cubicBezTo>
                  <a:pt x="129246" y="271949"/>
                  <a:pt x="272404" y="128791"/>
                  <a:pt x="447223" y="129135"/>
                </a:cubicBezTo>
                <a:close/>
                <a:moveTo>
                  <a:pt x="446879" y="119843"/>
                </a:moveTo>
                <a:cubicBezTo>
                  <a:pt x="265522" y="119671"/>
                  <a:pt x="121331" y="265066"/>
                  <a:pt x="120643" y="444187"/>
                </a:cubicBezTo>
                <a:cubicBezTo>
                  <a:pt x="119954" y="627609"/>
                  <a:pt x="268791" y="771799"/>
                  <a:pt x="446363" y="771283"/>
                </a:cubicBezTo>
                <a:cubicBezTo>
                  <a:pt x="623418" y="771972"/>
                  <a:pt x="772770" y="629501"/>
                  <a:pt x="772599" y="445391"/>
                </a:cubicBezTo>
                <a:cubicBezTo>
                  <a:pt x="772427" y="264378"/>
                  <a:pt x="627203" y="120015"/>
                  <a:pt x="446879" y="119843"/>
                </a:cubicBezTo>
                <a:close/>
                <a:moveTo>
                  <a:pt x="500047" y="85"/>
                </a:moveTo>
                <a:cubicBezTo>
                  <a:pt x="501595" y="85"/>
                  <a:pt x="503144" y="85"/>
                  <a:pt x="504692" y="258"/>
                </a:cubicBezTo>
                <a:cubicBezTo>
                  <a:pt x="520006" y="1806"/>
                  <a:pt x="524308" y="6452"/>
                  <a:pt x="524652" y="21766"/>
                </a:cubicBezTo>
                <a:cubicBezTo>
                  <a:pt x="524996" y="35187"/>
                  <a:pt x="525513" y="48436"/>
                  <a:pt x="525857" y="61857"/>
                </a:cubicBezTo>
                <a:cubicBezTo>
                  <a:pt x="526029" y="67191"/>
                  <a:pt x="527921" y="71321"/>
                  <a:pt x="532911" y="73557"/>
                </a:cubicBezTo>
                <a:cubicBezTo>
                  <a:pt x="540999" y="77171"/>
                  <a:pt x="549429" y="79580"/>
                  <a:pt x="558377" y="80268"/>
                </a:cubicBezTo>
                <a:cubicBezTo>
                  <a:pt x="563883" y="80612"/>
                  <a:pt x="567669" y="78375"/>
                  <a:pt x="570422" y="73901"/>
                </a:cubicBezTo>
                <a:cubicBezTo>
                  <a:pt x="577993" y="61685"/>
                  <a:pt x="585735" y="49468"/>
                  <a:pt x="593306" y="37252"/>
                </a:cubicBezTo>
                <a:cubicBezTo>
                  <a:pt x="599845" y="26928"/>
                  <a:pt x="603803" y="25551"/>
                  <a:pt x="615503" y="29509"/>
                </a:cubicBezTo>
                <a:cubicBezTo>
                  <a:pt x="616879" y="30025"/>
                  <a:pt x="618084" y="30369"/>
                  <a:pt x="619460" y="30885"/>
                </a:cubicBezTo>
                <a:cubicBezTo>
                  <a:pt x="633053" y="36735"/>
                  <a:pt x="635290" y="41037"/>
                  <a:pt x="632021" y="55491"/>
                </a:cubicBezTo>
                <a:cubicBezTo>
                  <a:pt x="629096" y="68395"/>
                  <a:pt x="626171" y="81128"/>
                  <a:pt x="623074" y="94033"/>
                </a:cubicBezTo>
                <a:cubicBezTo>
                  <a:pt x="621353" y="101088"/>
                  <a:pt x="623074" y="106594"/>
                  <a:pt x="629268" y="110724"/>
                </a:cubicBezTo>
                <a:cubicBezTo>
                  <a:pt x="635635" y="115025"/>
                  <a:pt x="642001" y="118983"/>
                  <a:pt x="649227" y="121736"/>
                </a:cubicBezTo>
                <a:cubicBezTo>
                  <a:pt x="654390" y="123629"/>
                  <a:pt x="658519" y="122424"/>
                  <a:pt x="662477" y="118639"/>
                </a:cubicBezTo>
                <a:cubicBezTo>
                  <a:pt x="672972" y="108659"/>
                  <a:pt x="683469" y="99023"/>
                  <a:pt x="694137" y="89215"/>
                </a:cubicBezTo>
                <a:cubicBezTo>
                  <a:pt x="702912" y="80956"/>
                  <a:pt x="707730" y="80612"/>
                  <a:pt x="717538" y="87323"/>
                </a:cubicBezTo>
                <a:cubicBezTo>
                  <a:pt x="718054" y="87667"/>
                  <a:pt x="718398" y="87839"/>
                  <a:pt x="718742" y="88183"/>
                </a:cubicBezTo>
                <a:cubicBezTo>
                  <a:pt x="735433" y="100228"/>
                  <a:pt x="733024" y="105390"/>
                  <a:pt x="726141" y="117951"/>
                </a:cubicBezTo>
                <a:cubicBezTo>
                  <a:pt x="719947" y="129307"/>
                  <a:pt x="714096" y="141007"/>
                  <a:pt x="707730" y="152363"/>
                </a:cubicBezTo>
                <a:cubicBezTo>
                  <a:pt x="704461" y="158386"/>
                  <a:pt x="705149" y="163548"/>
                  <a:pt x="709279" y="168710"/>
                </a:cubicBezTo>
                <a:cubicBezTo>
                  <a:pt x="713924" y="174388"/>
                  <a:pt x="719086" y="179550"/>
                  <a:pt x="724764" y="184024"/>
                </a:cubicBezTo>
                <a:cubicBezTo>
                  <a:pt x="729582" y="187809"/>
                  <a:pt x="734572" y="188325"/>
                  <a:pt x="740250" y="185400"/>
                </a:cubicBezTo>
                <a:cubicBezTo>
                  <a:pt x="753155" y="178346"/>
                  <a:pt x="766232" y="171463"/>
                  <a:pt x="779309" y="164752"/>
                </a:cubicBezTo>
                <a:cubicBezTo>
                  <a:pt x="788600" y="159934"/>
                  <a:pt x="793935" y="160967"/>
                  <a:pt x="800645" y="169226"/>
                </a:cubicBezTo>
                <a:cubicBezTo>
                  <a:pt x="803054" y="171979"/>
                  <a:pt x="805291" y="174904"/>
                  <a:pt x="807184" y="178001"/>
                </a:cubicBezTo>
                <a:cubicBezTo>
                  <a:pt x="812001" y="185572"/>
                  <a:pt x="811485" y="190562"/>
                  <a:pt x="805463" y="197273"/>
                </a:cubicBezTo>
                <a:cubicBezTo>
                  <a:pt x="795139" y="208457"/>
                  <a:pt x="784815" y="219813"/>
                  <a:pt x="774319" y="230825"/>
                </a:cubicBezTo>
                <a:cubicBezTo>
                  <a:pt x="770362" y="234955"/>
                  <a:pt x="769501" y="239429"/>
                  <a:pt x="771566" y="244591"/>
                </a:cubicBezTo>
                <a:cubicBezTo>
                  <a:pt x="774663" y="251989"/>
                  <a:pt x="778449" y="258872"/>
                  <a:pt x="783439" y="265238"/>
                </a:cubicBezTo>
                <a:cubicBezTo>
                  <a:pt x="787396" y="270401"/>
                  <a:pt x="792214" y="271777"/>
                  <a:pt x="798580" y="270229"/>
                </a:cubicBezTo>
                <a:cubicBezTo>
                  <a:pt x="813206" y="266615"/>
                  <a:pt x="828003" y="263346"/>
                  <a:pt x="842629" y="260249"/>
                </a:cubicBezTo>
                <a:cubicBezTo>
                  <a:pt x="850372" y="258528"/>
                  <a:pt x="855018" y="260765"/>
                  <a:pt x="858975" y="267819"/>
                </a:cubicBezTo>
                <a:cubicBezTo>
                  <a:pt x="861040" y="271605"/>
                  <a:pt x="862761" y="275562"/>
                  <a:pt x="864137" y="279692"/>
                </a:cubicBezTo>
                <a:cubicBezTo>
                  <a:pt x="867062" y="289156"/>
                  <a:pt x="865514" y="293629"/>
                  <a:pt x="857082" y="298963"/>
                </a:cubicBezTo>
                <a:cubicBezTo>
                  <a:pt x="845038" y="306534"/>
                  <a:pt x="833165" y="314449"/>
                  <a:pt x="820777" y="321504"/>
                </a:cubicBezTo>
                <a:cubicBezTo>
                  <a:pt x="813722" y="325633"/>
                  <a:pt x="811829" y="331140"/>
                  <a:pt x="813034" y="338366"/>
                </a:cubicBezTo>
                <a:cubicBezTo>
                  <a:pt x="814066" y="345077"/>
                  <a:pt x="815959" y="351615"/>
                  <a:pt x="818368" y="357982"/>
                </a:cubicBezTo>
                <a:cubicBezTo>
                  <a:pt x="820605" y="363832"/>
                  <a:pt x="824562" y="366929"/>
                  <a:pt x="831273" y="367101"/>
                </a:cubicBezTo>
                <a:cubicBezTo>
                  <a:pt x="846415" y="367273"/>
                  <a:pt x="861384" y="368306"/>
                  <a:pt x="876526" y="368822"/>
                </a:cubicBezTo>
                <a:cubicBezTo>
                  <a:pt x="884785" y="369166"/>
                  <a:pt x="888915" y="372435"/>
                  <a:pt x="891152" y="380350"/>
                </a:cubicBezTo>
                <a:cubicBezTo>
                  <a:pt x="892528" y="384824"/>
                  <a:pt x="893044" y="389470"/>
                  <a:pt x="893044" y="394288"/>
                </a:cubicBezTo>
                <a:cubicBezTo>
                  <a:pt x="893044" y="403579"/>
                  <a:pt x="890463" y="407365"/>
                  <a:pt x="881860" y="410118"/>
                </a:cubicBezTo>
                <a:cubicBezTo>
                  <a:pt x="868267" y="414419"/>
                  <a:pt x="854673" y="418549"/>
                  <a:pt x="841080" y="422679"/>
                </a:cubicBezTo>
                <a:cubicBezTo>
                  <a:pt x="831273" y="425603"/>
                  <a:pt x="828692" y="428701"/>
                  <a:pt x="828348" y="438852"/>
                </a:cubicBezTo>
                <a:cubicBezTo>
                  <a:pt x="828175" y="445907"/>
                  <a:pt x="827659" y="453134"/>
                  <a:pt x="829208" y="460189"/>
                </a:cubicBezTo>
                <a:cubicBezTo>
                  <a:pt x="830240" y="465007"/>
                  <a:pt x="833165" y="467932"/>
                  <a:pt x="837983" y="469480"/>
                </a:cubicBezTo>
                <a:cubicBezTo>
                  <a:pt x="852265" y="473782"/>
                  <a:pt x="866546" y="478083"/>
                  <a:pt x="880827" y="482557"/>
                </a:cubicBezTo>
                <a:cubicBezTo>
                  <a:pt x="890807" y="485654"/>
                  <a:pt x="893216" y="489096"/>
                  <a:pt x="893044" y="499592"/>
                </a:cubicBezTo>
                <a:cubicBezTo>
                  <a:pt x="893044" y="500624"/>
                  <a:pt x="893044" y="501656"/>
                  <a:pt x="893044" y="502689"/>
                </a:cubicBezTo>
                <a:cubicBezTo>
                  <a:pt x="892356" y="518863"/>
                  <a:pt x="887194" y="524025"/>
                  <a:pt x="871020" y="524541"/>
                </a:cubicBezTo>
                <a:cubicBezTo>
                  <a:pt x="857427" y="524885"/>
                  <a:pt x="844006" y="525574"/>
                  <a:pt x="830413" y="525746"/>
                </a:cubicBezTo>
                <a:cubicBezTo>
                  <a:pt x="825250" y="525918"/>
                  <a:pt x="821637" y="528155"/>
                  <a:pt x="819572" y="532456"/>
                </a:cubicBezTo>
                <a:cubicBezTo>
                  <a:pt x="815787" y="540543"/>
                  <a:pt x="813378" y="548975"/>
                  <a:pt x="812690" y="557922"/>
                </a:cubicBezTo>
                <a:cubicBezTo>
                  <a:pt x="812173" y="563600"/>
                  <a:pt x="814582" y="567386"/>
                  <a:pt x="819400" y="570311"/>
                </a:cubicBezTo>
                <a:cubicBezTo>
                  <a:pt x="831445" y="577709"/>
                  <a:pt x="843317" y="585108"/>
                  <a:pt x="855190" y="592679"/>
                </a:cubicBezTo>
                <a:cubicBezTo>
                  <a:pt x="866030" y="599390"/>
                  <a:pt x="867407" y="603519"/>
                  <a:pt x="863277" y="615564"/>
                </a:cubicBezTo>
                <a:cubicBezTo>
                  <a:pt x="861901" y="619694"/>
                  <a:pt x="860008" y="623651"/>
                  <a:pt x="857599" y="627264"/>
                </a:cubicBezTo>
                <a:cubicBezTo>
                  <a:pt x="855362" y="630533"/>
                  <a:pt x="851749" y="632770"/>
                  <a:pt x="846587" y="632770"/>
                </a:cubicBezTo>
                <a:cubicBezTo>
                  <a:pt x="837467" y="630706"/>
                  <a:pt x="828348" y="628641"/>
                  <a:pt x="819228" y="626748"/>
                </a:cubicBezTo>
                <a:cubicBezTo>
                  <a:pt x="811829" y="625027"/>
                  <a:pt x="804258" y="623479"/>
                  <a:pt x="796860" y="621586"/>
                </a:cubicBezTo>
                <a:cubicBezTo>
                  <a:pt x="792042" y="620381"/>
                  <a:pt x="788256" y="621758"/>
                  <a:pt x="785159" y="625200"/>
                </a:cubicBezTo>
                <a:cubicBezTo>
                  <a:pt x="778793" y="632598"/>
                  <a:pt x="773803" y="641030"/>
                  <a:pt x="771050" y="650493"/>
                </a:cubicBezTo>
                <a:cubicBezTo>
                  <a:pt x="769673" y="654967"/>
                  <a:pt x="771738" y="658236"/>
                  <a:pt x="774491" y="661333"/>
                </a:cubicBezTo>
                <a:cubicBezTo>
                  <a:pt x="784471" y="672173"/>
                  <a:pt x="794623" y="683013"/>
                  <a:pt x="804603" y="693682"/>
                </a:cubicBezTo>
                <a:cubicBezTo>
                  <a:pt x="812173" y="701769"/>
                  <a:pt x="812518" y="706586"/>
                  <a:pt x="806495" y="715878"/>
                </a:cubicBezTo>
                <a:cubicBezTo>
                  <a:pt x="806151" y="716394"/>
                  <a:pt x="805807" y="717083"/>
                  <a:pt x="805291" y="717599"/>
                </a:cubicBezTo>
                <a:cubicBezTo>
                  <a:pt x="793935" y="732913"/>
                  <a:pt x="788945" y="733085"/>
                  <a:pt x="775007" y="725170"/>
                </a:cubicBezTo>
                <a:cubicBezTo>
                  <a:pt x="763651" y="718631"/>
                  <a:pt x="751606" y="712781"/>
                  <a:pt x="740078" y="706586"/>
                </a:cubicBezTo>
                <a:cubicBezTo>
                  <a:pt x="735260" y="704006"/>
                  <a:pt x="730787" y="704006"/>
                  <a:pt x="726485" y="707103"/>
                </a:cubicBezTo>
                <a:cubicBezTo>
                  <a:pt x="719602" y="711921"/>
                  <a:pt x="713752" y="717771"/>
                  <a:pt x="708762" y="724481"/>
                </a:cubicBezTo>
                <a:cubicBezTo>
                  <a:pt x="705149" y="729299"/>
                  <a:pt x="704977" y="734117"/>
                  <a:pt x="707902" y="739451"/>
                </a:cubicBezTo>
                <a:cubicBezTo>
                  <a:pt x="714957" y="752356"/>
                  <a:pt x="721839" y="765433"/>
                  <a:pt x="728550" y="778510"/>
                </a:cubicBezTo>
                <a:cubicBezTo>
                  <a:pt x="733196" y="787629"/>
                  <a:pt x="732507" y="791759"/>
                  <a:pt x="725109" y="798814"/>
                </a:cubicBezTo>
                <a:cubicBezTo>
                  <a:pt x="723904" y="799846"/>
                  <a:pt x="722872" y="801051"/>
                  <a:pt x="721667" y="801911"/>
                </a:cubicBezTo>
                <a:cubicBezTo>
                  <a:pt x="710655" y="809998"/>
                  <a:pt x="704977" y="813955"/>
                  <a:pt x="692072" y="800878"/>
                </a:cubicBezTo>
                <a:cubicBezTo>
                  <a:pt x="682780" y="791415"/>
                  <a:pt x="672801" y="782984"/>
                  <a:pt x="663165" y="773864"/>
                </a:cubicBezTo>
                <a:cubicBezTo>
                  <a:pt x="658691" y="769562"/>
                  <a:pt x="653873" y="768702"/>
                  <a:pt x="648367" y="770939"/>
                </a:cubicBezTo>
                <a:cubicBezTo>
                  <a:pt x="641141" y="773864"/>
                  <a:pt x="634258" y="777650"/>
                  <a:pt x="628063" y="782467"/>
                </a:cubicBezTo>
                <a:cubicBezTo>
                  <a:pt x="622902" y="786425"/>
                  <a:pt x="621525" y="791415"/>
                  <a:pt x="623074" y="797609"/>
                </a:cubicBezTo>
                <a:cubicBezTo>
                  <a:pt x="626687" y="812579"/>
                  <a:pt x="630128" y="827721"/>
                  <a:pt x="633398" y="842690"/>
                </a:cubicBezTo>
                <a:cubicBezTo>
                  <a:pt x="634774" y="849229"/>
                  <a:pt x="632537" y="854219"/>
                  <a:pt x="626687" y="857660"/>
                </a:cubicBezTo>
                <a:cubicBezTo>
                  <a:pt x="622729" y="860069"/>
                  <a:pt x="618428" y="861962"/>
                  <a:pt x="613954" y="863338"/>
                </a:cubicBezTo>
                <a:cubicBezTo>
                  <a:pt x="604835" y="866263"/>
                  <a:pt x="599673" y="864542"/>
                  <a:pt x="594511" y="856456"/>
                </a:cubicBezTo>
                <a:cubicBezTo>
                  <a:pt x="586940" y="844411"/>
                  <a:pt x="579197" y="832539"/>
                  <a:pt x="571970" y="820150"/>
                </a:cubicBezTo>
                <a:cubicBezTo>
                  <a:pt x="568013" y="813439"/>
                  <a:pt x="562851" y="810858"/>
                  <a:pt x="555108" y="812235"/>
                </a:cubicBezTo>
                <a:cubicBezTo>
                  <a:pt x="548914" y="813439"/>
                  <a:pt x="542891" y="814988"/>
                  <a:pt x="537041" y="817053"/>
                </a:cubicBezTo>
                <a:cubicBezTo>
                  <a:pt x="528954" y="819978"/>
                  <a:pt x="526373" y="823419"/>
                  <a:pt x="526029" y="832022"/>
                </a:cubicBezTo>
                <a:cubicBezTo>
                  <a:pt x="525513" y="845615"/>
                  <a:pt x="525169" y="859036"/>
                  <a:pt x="524824" y="872630"/>
                </a:cubicBezTo>
                <a:cubicBezTo>
                  <a:pt x="524480" y="885018"/>
                  <a:pt x="521383" y="888976"/>
                  <a:pt x="509166" y="891213"/>
                </a:cubicBezTo>
                <a:cubicBezTo>
                  <a:pt x="505897" y="891901"/>
                  <a:pt x="502628" y="892245"/>
                  <a:pt x="499359" y="892417"/>
                </a:cubicBezTo>
                <a:cubicBezTo>
                  <a:pt x="491272" y="892934"/>
                  <a:pt x="486110" y="889664"/>
                  <a:pt x="483529" y="881749"/>
                </a:cubicBezTo>
                <a:cubicBezTo>
                  <a:pt x="478883" y="867296"/>
                  <a:pt x="474409" y="853014"/>
                  <a:pt x="470280" y="838561"/>
                </a:cubicBezTo>
                <a:cubicBezTo>
                  <a:pt x="468387" y="832022"/>
                  <a:pt x="464429" y="828925"/>
                  <a:pt x="457891" y="827893"/>
                </a:cubicBezTo>
                <a:cubicBezTo>
                  <a:pt x="450320" y="826860"/>
                  <a:pt x="442749" y="826860"/>
                  <a:pt x="435178" y="828065"/>
                </a:cubicBezTo>
                <a:cubicBezTo>
                  <a:pt x="429500" y="828925"/>
                  <a:pt x="425887" y="831850"/>
                  <a:pt x="424166" y="837528"/>
                </a:cubicBezTo>
                <a:cubicBezTo>
                  <a:pt x="420209" y="851121"/>
                  <a:pt x="415907" y="864715"/>
                  <a:pt x="411605" y="878308"/>
                </a:cubicBezTo>
                <a:cubicBezTo>
                  <a:pt x="407820" y="890524"/>
                  <a:pt x="403002" y="893622"/>
                  <a:pt x="390441" y="891901"/>
                </a:cubicBezTo>
                <a:cubicBezTo>
                  <a:pt x="371514" y="889320"/>
                  <a:pt x="369277" y="886739"/>
                  <a:pt x="369105" y="867812"/>
                </a:cubicBezTo>
                <a:cubicBezTo>
                  <a:pt x="368933" y="855423"/>
                  <a:pt x="368417" y="843206"/>
                  <a:pt x="368073" y="830818"/>
                </a:cubicBezTo>
                <a:cubicBezTo>
                  <a:pt x="367901" y="825140"/>
                  <a:pt x="365664" y="820666"/>
                  <a:pt x="360330" y="818429"/>
                </a:cubicBezTo>
                <a:cubicBezTo>
                  <a:pt x="352243" y="814988"/>
                  <a:pt x="343984" y="812579"/>
                  <a:pt x="335208" y="812063"/>
                </a:cubicBezTo>
                <a:cubicBezTo>
                  <a:pt x="329874" y="811718"/>
                  <a:pt x="326089" y="813783"/>
                  <a:pt x="323164" y="818429"/>
                </a:cubicBezTo>
                <a:cubicBezTo>
                  <a:pt x="315765" y="830818"/>
                  <a:pt x="307850" y="842862"/>
                  <a:pt x="300279" y="855079"/>
                </a:cubicBezTo>
                <a:cubicBezTo>
                  <a:pt x="294257" y="864715"/>
                  <a:pt x="289611" y="866435"/>
                  <a:pt x="278943" y="862822"/>
                </a:cubicBezTo>
                <a:cubicBezTo>
                  <a:pt x="278427" y="862650"/>
                  <a:pt x="277911" y="862478"/>
                  <a:pt x="277394" y="862306"/>
                </a:cubicBezTo>
                <a:cubicBezTo>
                  <a:pt x="260876" y="855595"/>
                  <a:pt x="257607" y="851810"/>
                  <a:pt x="261908" y="835291"/>
                </a:cubicBezTo>
                <a:cubicBezTo>
                  <a:pt x="265178" y="822731"/>
                  <a:pt x="267587" y="809998"/>
                  <a:pt x="270684" y="797265"/>
                </a:cubicBezTo>
                <a:cubicBezTo>
                  <a:pt x="272232" y="790726"/>
                  <a:pt x="270512" y="785737"/>
                  <a:pt x="265006" y="781779"/>
                </a:cubicBezTo>
                <a:cubicBezTo>
                  <a:pt x="259155" y="777650"/>
                  <a:pt x="253133" y="774036"/>
                  <a:pt x="246594" y="771111"/>
                </a:cubicBezTo>
                <a:cubicBezTo>
                  <a:pt x="240400" y="768358"/>
                  <a:pt x="235066" y="769390"/>
                  <a:pt x="229904" y="774208"/>
                </a:cubicBezTo>
                <a:cubicBezTo>
                  <a:pt x="219580" y="784016"/>
                  <a:pt x="209085" y="793652"/>
                  <a:pt x="198761" y="803287"/>
                </a:cubicBezTo>
                <a:cubicBezTo>
                  <a:pt x="191018" y="810686"/>
                  <a:pt x="186028" y="811030"/>
                  <a:pt x="176908" y="805352"/>
                </a:cubicBezTo>
                <a:cubicBezTo>
                  <a:pt x="175876" y="804664"/>
                  <a:pt x="174843" y="803975"/>
                  <a:pt x="173811" y="803287"/>
                </a:cubicBezTo>
                <a:cubicBezTo>
                  <a:pt x="160562" y="793824"/>
                  <a:pt x="159358" y="788834"/>
                  <a:pt x="166928" y="774552"/>
                </a:cubicBezTo>
                <a:cubicBezTo>
                  <a:pt x="173123" y="762852"/>
                  <a:pt x="179145" y="751151"/>
                  <a:pt x="185511" y="739623"/>
                </a:cubicBezTo>
                <a:cubicBezTo>
                  <a:pt x="188781" y="733601"/>
                  <a:pt x="188265" y="728439"/>
                  <a:pt x="184135" y="723277"/>
                </a:cubicBezTo>
                <a:cubicBezTo>
                  <a:pt x="179661" y="717599"/>
                  <a:pt x="174499" y="712437"/>
                  <a:pt x="168649" y="707963"/>
                </a:cubicBezTo>
                <a:cubicBezTo>
                  <a:pt x="163487" y="704006"/>
                  <a:pt x="158325" y="703662"/>
                  <a:pt x="152647" y="706758"/>
                </a:cubicBezTo>
                <a:cubicBezTo>
                  <a:pt x="139914" y="713641"/>
                  <a:pt x="127009" y="720524"/>
                  <a:pt x="113932" y="727235"/>
                </a:cubicBezTo>
                <a:cubicBezTo>
                  <a:pt x="104813" y="732052"/>
                  <a:pt x="99479" y="730848"/>
                  <a:pt x="92768" y="723277"/>
                </a:cubicBezTo>
                <a:cubicBezTo>
                  <a:pt x="92252" y="722761"/>
                  <a:pt x="91908" y="722244"/>
                  <a:pt x="91392" y="721728"/>
                </a:cubicBezTo>
                <a:cubicBezTo>
                  <a:pt x="79519" y="707963"/>
                  <a:pt x="79691" y="703145"/>
                  <a:pt x="92252" y="690068"/>
                </a:cubicBezTo>
                <a:cubicBezTo>
                  <a:pt x="101027" y="680777"/>
                  <a:pt x="109287" y="671313"/>
                  <a:pt x="118234" y="662366"/>
                </a:cubicBezTo>
                <a:cubicBezTo>
                  <a:pt x="122708" y="657720"/>
                  <a:pt x="123568" y="652902"/>
                  <a:pt x="121331" y="647224"/>
                </a:cubicBezTo>
                <a:cubicBezTo>
                  <a:pt x="118406" y="639825"/>
                  <a:pt x="114276" y="632942"/>
                  <a:pt x="109459" y="626576"/>
                </a:cubicBezTo>
                <a:cubicBezTo>
                  <a:pt x="105501" y="621414"/>
                  <a:pt x="100167" y="620898"/>
                  <a:pt x="94489" y="622274"/>
                </a:cubicBezTo>
                <a:cubicBezTo>
                  <a:pt x="81928" y="625200"/>
                  <a:pt x="69539" y="628124"/>
                  <a:pt x="56979" y="630878"/>
                </a:cubicBezTo>
                <a:cubicBezTo>
                  <a:pt x="55258" y="631222"/>
                  <a:pt x="53537" y="631738"/>
                  <a:pt x="51989" y="632082"/>
                </a:cubicBezTo>
                <a:cubicBezTo>
                  <a:pt x="42525" y="633803"/>
                  <a:pt x="37707" y="631566"/>
                  <a:pt x="33406" y="622963"/>
                </a:cubicBezTo>
                <a:cubicBezTo>
                  <a:pt x="31857" y="619694"/>
                  <a:pt x="30309" y="616424"/>
                  <a:pt x="29104" y="612983"/>
                </a:cubicBezTo>
                <a:cubicBezTo>
                  <a:pt x="26007" y="603863"/>
                  <a:pt x="27727" y="598701"/>
                  <a:pt x="35987" y="593539"/>
                </a:cubicBezTo>
                <a:cubicBezTo>
                  <a:pt x="47687" y="586141"/>
                  <a:pt x="59560" y="578742"/>
                  <a:pt x="71260" y="571515"/>
                </a:cubicBezTo>
                <a:cubicBezTo>
                  <a:pt x="80551" y="565665"/>
                  <a:pt x="81928" y="562396"/>
                  <a:pt x="79691" y="551728"/>
                </a:cubicBezTo>
                <a:cubicBezTo>
                  <a:pt x="78315" y="545705"/>
                  <a:pt x="76766" y="539511"/>
                  <a:pt x="74357" y="533833"/>
                </a:cubicBezTo>
                <a:cubicBezTo>
                  <a:pt x="71948" y="528155"/>
                  <a:pt x="67819" y="525402"/>
                  <a:pt x="61452" y="525229"/>
                </a:cubicBezTo>
                <a:cubicBezTo>
                  <a:pt x="47515" y="525057"/>
                  <a:pt x="33750" y="524541"/>
                  <a:pt x="19813" y="524025"/>
                </a:cubicBezTo>
                <a:cubicBezTo>
                  <a:pt x="7252" y="523681"/>
                  <a:pt x="3466" y="520412"/>
                  <a:pt x="1230" y="508367"/>
                </a:cubicBezTo>
                <a:cubicBezTo>
                  <a:pt x="1057" y="507162"/>
                  <a:pt x="713" y="505958"/>
                  <a:pt x="541" y="504754"/>
                </a:cubicBezTo>
                <a:cubicBezTo>
                  <a:pt x="-1352" y="489440"/>
                  <a:pt x="1230" y="485482"/>
                  <a:pt x="16199" y="481009"/>
                </a:cubicBezTo>
                <a:cubicBezTo>
                  <a:pt x="28588" y="477223"/>
                  <a:pt x="40976" y="473094"/>
                  <a:pt x="53537" y="469652"/>
                </a:cubicBezTo>
                <a:cubicBezTo>
                  <a:pt x="60420" y="467760"/>
                  <a:pt x="64033" y="463802"/>
                  <a:pt x="64722" y="457091"/>
                </a:cubicBezTo>
                <a:cubicBezTo>
                  <a:pt x="65410" y="449176"/>
                  <a:pt x="65754" y="441089"/>
                  <a:pt x="64205" y="433174"/>
                </a:cubicBezTo>
                <a:cubicBezTo>
                  <a:pt x="63345" y="428012"/>
                  <a:pt x="60420" y="424915"/>
                  <a:pt x="55430" y="423367"/>
                </a:cubicBezTo>
                <a:cubicBezTo>
                  <a:pt x="42181" y="419409"/>
                  <a:pt x="28932" y="415280"/>
                  <a:pt x="15683" y="411150"/>
                </a:cubicBezTo>
                <a:cubicBezTo>
                  <a:pt x="1230" y="406676"/>
                  <a:pt x="-319" y="404267"/>
                  <a:pt x="541" y="389126"/>
                </a:cubicBezTo>
                <a:cubicBezTo>
                  <a:pt x="713" y="386028"/>
                  <a:pt x="1402" y="382931"/>
                  <a:pt x="2090" y="380006"/>
                </a:cubicBezTo>
                <a:cubicBezTo>
                  <a:pt x="4155" y="372435"/>
                  <a:pt x="8456" y="368994"/>
                  <a:pt x="16371" y="368650"/>
                </a:cubicBezTo>
                <a:cubicBezTo>
                  <a:pt x="29276" y="368134"/>
                  <a:pt x="42009" y="367790"/>
                  <a:pt x="54914" y="367445"/>
                </a:cubicBezTo>
                <a:cubicBezTo>
                  <a:pt x="56807" y="367445"/>
                  <a:pt x="58699" y="367273"/>
                  <a:pt x="60592" y="367273"/>
                </a:cubicBezTo>
                <a:cubicBezTo>
                  <a:pt x="69195" y="367618"/>
                  <a:pt x="73669" y="362799"/>
                  <a:pt x="75906" y="355229"/>
                </a:cubicBezTo>
                <a:cubicBezTo>
                  <a:pt x="77627" y="349551"/>
                  <a:pt x="79175" y="343872"/>
                  <a:pt x="80379" y="338194"/>
                </a:cubicBezTo>
                <a:cubicBezTo>
                  <a:pt x="81928" y="330279"/>
                  <a:pt x="80036" y="326494"/>
                  <a:pt x="73153" y="322020"/>
                </a:cubicBezTo>
                <a:cubicBezTo>
                  <a:pt x="61452" y="314621"/>
                  <a:pt x="49580" y="307223"/>
                  <a:pt x="37879" y="299996"/>
                </a:cubicBezTo>
                <a:cubicBezTo>
                  <a:pt x="27384" y="293457"/>
                  <a:pt x="25835" y="289328"/>
                  <a:pt x="29964" y="277455"/>
                </a:cubicBezTo>
                <a:cubicBezTo>
                  <a:pt x="31169" y="273670"/>
                  <a:pt x="32718" y="269884"/>
                  <a:pt x="34954" y="266615"/>
                </a:cubicBezTo>
                <a:cubicBezTo>
                  <a:pt x="38568" y="261109"/>
                  <a:pt x="43557" y="258356"/>
                  <a:pt x="50440" y="260077"/>
                </a:cubicBezTo>
                <a:cubicBezTo>
                  <a:pt x="65066" y="263518"/>
                  <a:pt x="79863" y="266615"/>
                  <a:pt x="94489" y="270229"/>
                </a:cubicBezTo>
                <a:cubicBezTo>
                  <a:pt x="101199" y="271949"/>
                  <a:pt x="106361" y="270401"/>
                  <a:pt x="110491" y="264894"/>
                </a:cubicBezTo>
                <a:cubicBezTo>
                  <a:pt x="114793" y="259044"/>
                  <a:pt x="118578" y="252678"/>
                  <a:pt x="121331" y="245967"/>
                </a:cubicBezTo>
                <a:cubicBezTo>
                  <a:pt x="123740" y="239945"/>
                  <a:pt x="123052" y="234783"/>
                  <a:pt x="118234" y="229793"/>
                </a:cubicBezTo>
                <a:cubicBezTo>
                  <a:pt x="108254" y="219641"/>
                  <a:pt x="98791" y="209145"/>
                  <a:pt x="88983" y="198649"/>
                </a:cubicBezTo>
                <a:cubicBezTo>
                  <a:pt x="81412" y="190390"/>
                  <a:pt x="81068" y="185744"/>
                  <a:pt x="87262" y="176453"/>
                </a:cubicBezTo>
                <a:cubicBezTo>
                  <a:pt x="88294" y="175076"/>
                  <a:pt x="89155" y="173527"/>
                  <a:pt x="90187" y="172151"/>
                </a:cubicBezTo>
                <a:cubicBezTo>
                  <a:pt x="98963" y="160623"/>
                  <a:pt x="103780" y="159590"/>
                  <a:pt x="116685" y="166301"/>
                </a:cubicBezTo>
                <a:cubicBezTo>
                  <a:pt x="128730" y="172667"/>
                  <a:pt x="140774" y="178862"/>
                  <a:pt x="152475" y="185400"/>
                </a:cubicBezTo>
                <a:cubicBezTo>
                  <a:pt x="158669" y="188841"/>
                  <a:pt x="164176" y="188153"/>
                  <a:pt x="169337" y="183852"/>
                </a:cubicBezTo>
                <a:cubicBezTo>
                  <a:pt x="174499" y="179550"/>
                  <a:pt x="179317" y="174732"/>
                  <a:pt x="183791" y="169570"/>
                </a:cubicBezTo>
                <a:cubicBezTo>
                  <a:pt x="188265" y="164236"/>
                  <a:pt x="189297" y="158902"/>
                  <a:pt x="185684" y="152363"/>
                </a:cubicBezTo>
                <a:cubicBezTo>
                  <a:pt x="178457" y="139459"/>
                  <a:pt x="171746" y="126381"/>
                  <a:pt x="164864" y="113305"/>
                </a:cubicBezTo>
                <a:cubicBezTo>
                  <a:pt x="160390" y="104701"/>
                  <a:pt x="161422" y="100056"/>
                  <a:pt x="168477" y="93517"/>
                </a:cubicBezTo>
                <a:cubicBezTo>
                  <a:pt x="171746" y="90420"/>
                  <a:pt x="175360" y="87839"/>
                  <a:pt x="179317" y="85430"/>
                </a:cubicBezTo>
                <a:cubicBezTo>
                  <a:pt x="186200" y="81472"/>
                  <a:pt x="191018" y="81989"/>
                  <a:pt x="196868" y="87323"/>
                </a:cubicBezTo>
                <a:cubicBezTo>
                  <a:pt x="206848" y="96442"/>
                  <a:pt x="216828" y="105734"/>
                  <a:pt x="226635" y="115025"/>
                </a:cubicBezTo>
                <a:cubicBezTo>
                  <a:pt x="236959" y="124833"/>
                  <a:pt x="239196" y="125177"/>
                  <a:pt x="251757" y="118639"/>
                </a:cubicBezTo>
                <a:cubicBezTo>
                  <a:pt x="256746" y="116058"/>
                  <a:pt x="261392" y="113305"/>
                  <a:pt x="265866" y="109863"/>
                </a:cubicBezTo>
                <a:cubicBezTo>
                  <a:pt x="270684" y="105906"/>
                  <a:pt x="272232" y="101260"/>
                  <a:pt x="270684" y="95066"/>
                </a:cubicBezTo>
                <a:cubicBezTo>
                  <a:pt x="267070" y="80784"/>
                  <a:pt x="263973" y="66331"/>
                  <a:pt x="260704" y="52049"/>
                </a:cubicBezTo>
                <a:cubicBezTo>
                  <a:pt x="258639" y="42758"/>
                  <a:pt x="260876" y="38112"/>
                  <a:pt x="269135" y="33638"/>
                </a:cubicBezTo>
                <a:cubicBezTo>
                  <a:pt x="272921" y="31746"/>
                  <a:pt x="276706" y="30197"/>
                  <a:pt x="280664" y="28820"/>
                </a:cubicBezTo>
                <a:cubicBezTo>
                  <a:pt x="289095" y="26240"/>
                  <a:pt x="293913" y="27788"/>
                  <a:pt x="298903" y="35359"/>
                </a:cubicBezTo>
                <a:cubicBezTo>
                  <a:pt x="306817" y="47576"/>
                  <a:pt x="314733" y="59792"/>
                  <a:pt x="321959" y="72525"/>
                </a:cubicBezTo>
                <a:cubicBezTo>
                  <a:pt x="325745" y="79064"/>
                  <a:pt x="330907" y="81300"/>
                  <a:pt x="337961" y="80268"/>
                </a:cubicBezTo>
                <a:cubicBezTo>
                  <a:pt x="345360" y="79064"/>
                  <a:pt x="352587" y="77171"/>
                  <a:pt x="359470" y="74246"/>
                </a:cubicBezTo>
                <a:cubicBezTo>
                  <a:pt x="364459" y="72009"/>
                  <a:pt x="367213" y="68568"/>
                  <a:pt x="367385" y="62717"/>
                </a:cubicBezTo>
                <a:cubicBezTo>
                  <a:pt x="367729" y="47748"/>
                  <a:pt x="368589" y="32950"/>
                  <a:pt x="369105" y="17980"/>
                </a:cubicBezTo>
                <a:cubicBezTo>
                  <a:pt x="369449" y="8345"/>
                  <a:pt x="372547" y="4215"/>
                  <a:pt x="381838" y="1634"/>
                </a:cubicBezTo>
                <a:cubicBezTo>
                  <a:pt x="383386" y="1290"/>
                  <a:pt x="384935" y="774"/>
                  <a:pt x="386484" y="602"/>
                </a:cubicBezTo>
                <a:cubicBezTo>
                  <a:pt x="403518" y="-1291"/>
                  <a:pt x="407648" y="602"/>
                  <a:pt x="412122" y="16260"/>
                </a:cubicBezTo>
                <a:cubicBezTo>
                  <a:pt x="415735" y="28992"/>
                  <a:pt x="420037" y="41381"/>
                  <a:pt x="423478" y="54114"/>
                </a:cubicBezTo>
                <a:cubicBezTo>
                  <a:pt x="425198" y="60136"/>
                  <a:pt x="428812" y="63406"/>
                  <a:pt x="434662" y="64266"/>
                </a:cubicBezTo>
                <a:cubicBezTo>
                  <a:pt x="442749" y="65299"/>
                  <a:pt x="451008" y="65299"/>
                  <a:pt x="459095" y="64266"/>
                </a:cubicBezTo>
                <a:cubicBezTo>
                  <a:pt x="464774" y="63578"/>
                  <a:pt x="468215" y="60136"/>
                  <a:pt x="469935" y="54458"/>
                </a:cubicBezTo>
                <a:cubicBezTo>
                  <a:pt x="474065" y="40521"/>
                  <a:pt x="478367" y="26584"/>
                  <a:pt x="482669" y="12646"/>
                </a:cubicBezTo>
                <a:cubicBezTo>
                  <a:pt x="485938" y="2322"/>
                  <a:pt x="489207" y="-87"/>
                  <a:pt x="500047" y="8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8E10A3-87FE-411F-8160-E4A16FBE5C18}"/>
              </a:ext>
            </a:extLst>
          </p:cNvPr>
          <p:cNvGrpSpPr/>
          <p:nvPr/>
        </p:nvGrpSpPr>
        <p:grpSpPr>
          <a:xfrm>
            <a:off x="9303434" y="3492246"/>
            <a:ext cx="1239124" cy="577933"/>
            <a:chOff x="9321722" y="3647694"/>
            <a:chExt cx="1239124" cy="577933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9DFACE2-C01D-41A1-9C0A-6263A2FEB124}"/>
                </a:ext>
              </a:extLst>
            </p:cNvPr>
            <p:cNvGrpSpPr/>
            <p:nvPr/>
          </p:nvGrpSpPr>
          <p:grpSpPr>
            <a:xfrm rot="9652240">
              <a:off x="9321722" y="3647694"/>
              <a:ext cx="830987" cy="577933"/>
              <a:chOff x="5405974" y="1533288"/>
              <a:chExt cx="611040" cy="424965"/>
            </a:xfrm>
          </p:grpSpPr>
          <p:sp>
            <p:nvSpPr>
              <p:cNvPr id="145" name="Trapezoid 144">
                <a:extLst>
                  <a:ext uri="{FF2B5EF4-FFF2-40B4-BE49-F238E27FC236}">
                    <a16:creationId xmlns:a16="http://schemas.microsoft.com/office/drawing/2014/main" id="{7933EEAA-4372-4E6E-B080-989D7C864400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Trapezoid 145">
                <a:extLst>
                  <a:ext uri="{FF2B5EF4-FFF2-40B4-BE49-F238E27FC236}">
                    <a16:creationId xmlns:a16="http://schemas.microsoft.com/office/drawing/2014/main" id="{3D83A195-5740-4BED-B69A-C7FA44BE5FA7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rapezoid 146">
                <a:extLst>
                  <a:ext uri="{FF2B5EF4-FFF2-40B4-BE49-F238E27FC236}">
                    <a16:creationId xmlns:a16="http://schemas.microsoft.com/office/drawing/2014/main" id="{3B4FC330-7F8A-43B5-985B-55F5E4F35871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rapezoid 147">
                <a:extLst>
                  <a:ext uri="{FF2B5EF4-FFF2-40B4-BE49-F238E27FC236}">
                    <a16:creationId xmlns:a16="http://schemas.microsoft.com/office/drawing/2014/main" id="{CCE0CA2E-64C6-4D2B-B04B-0556FBF44D65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Trapezoid 148">
                <a:extLst>
                  <a:ext uri="{FF2B5EF4-FFF2-40B4-BE49-F238E27FC236}">
                    <a16:creationId xmlns:a16="http://schemas.microsoft.com/office/drawing/2014/main" id="{EFF41D70-805D-4A30-926C-EDBBE6189782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6755CC93-2275-4511-A2BE-B151B3A394B3}"/>
                </a:ext>
              </a:extLst>
            </p:cNvPr>
            <p:cNvGrpSpPr/>
            <p:nvPr/>
          </p:nvGrpSpPr>
          <p:grpSpPr>
            <a:xfrm rot="2979890" flipH="1">
              <a:off x="10051358" y="3654191"/>
              <a:ext cx="509488" cy="509489"/>
              <a:chOff x="5108331" y="1463790"/>
              <a:chExt cx="374637" cy="374637"/>
            </a:xfrm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862881E-F60F-462D-85D7-9BC8170787EA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E4FBBD6-5D50-4CF2-9DD3-40C94371A74B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FD2392F-C380-4BD9-902C-28202B55DC4C}"/>
              </a:ext>
            </a:extLst>
          </p:cNvPr>
          <p:cNvGrpSpPr/>
          <p:nvPr/>
        </p:nvGrpSpPr>
        <p:grpSpPr>
          <a:xfrm>
            <a:off x="10026187" y="373222"/>
            <a:ext cx="1544830" cy="379655"/>
            <a:chOff x="864753" y="5771941"/>
            <a:chExt cx="1544830" cy="379655"/>
          </a:xfrm>
        </p:grpSpPr>
        <p:sp>
          <p:nvSpPr>
            <p:cNvPr id="82" name="Rounded Rectangle 7">
              <a:extLst>
                <a:ext uri="{FF2B5EF4-FFF2-40B4-BE49-F238E27FC236}">
                  <a16:creationId xmlns:a16="http://schemas.microsoft.com/office/drawing/2014/main" id="{627FFB3F-80CA-4BB5-8943-16BEAEAB0DC0}"/>
                </a:ext>
              </a:extLst>
            </p:cNvPr>
            <p:cNvSpPr/>
            <p:nvPr/>
          </p:nvSpPr>
          <p:spPr>
            <a:xfrm>
              <a:off x="864753" y="5771941"/>
              <a:ext cx="1544830" cy="37965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DE70F6E-F165-447D-8E24-575D935A9C62}"/>
                </a:ext>
              </a:extLst>
            </p:cNvPr>
            <p:cNvSpPr/>
            <p:nvPr/>
          </p:nvSpPr>
          <p:spPr>
            <a:xfrm>
              <a:off x="1588921" y="5849255"/>
              <a:ext cx="476008" cy="230584"/>
            </a:xfrm>
            <a:custGeom>
              <a:avLst/>
              <a:gdLst>
                <a:gd name="connsiteX0" fmla="*/ 208619 w 476008"/>
                <a:gd name="connsiteY0" fmla="*/ 31142 h 184091"/>
                <a:gd name="connsiteX1" fmla="*/ 208619 w 476008"/>
                <a:gd name="connsiteY1" fmla="*/ 83381 h 184091"/>
                <a:gd name="connsiteX2" fmla="*/ 228962 w 476008"/>
                <a:gd name="connsiteY2" fmla="*/ 83381 h 184091"/>
                <a:gd name="connsiteX3" fmla="*/ 258347 w 476008"/>
                <a:gd name="connsiteY3" fmla="*/ 80493 h 184091"/>
                <a:gd name="connsiteX4" fmla="*/ 269962 w 476008"/>
                <a:gd name="connsiteY4" fmla="*/ 71452 h 184091"/>
                <a:gd name="connsiteX5" fmla="*/ 274169 w 476008"/>
                <a:gd name="connsiteY5" fmla="*/ 57136 h 184091"/>
                <a:gd name="connsiteX6" fmla="*/ 268267 w 476008"/>
                <a:gd name="connsiteY6" fmla="*/ 40560 h 184091"/>
                <a:gd name="connsiteX7" fmla="*/ 253324 w 476008"/>
                <a:gd name="connsiteY7" fmla="*/ 32398 h 184091"/>
                <a:gd name="connsiteX8" fmla="*/ 226576 w 476008"/>
                <a:gd name="connsiteY8" fmla="*/ 31142 h 184091"/>
                <a:gd name="connsiteX9" fmla="*/ 37169 w 476008"/>
                <a:gd name="connsiteY9" fmla="*/ 31142 h 184091"/>
                <a:gd name="connsiteX10" fmla="*/ 37169 w 476008"/>
                <a:gd name="connsiteY10" fmla="*/ 83381 h 184091"/>
                <a:gd name="connsiteX11" fmla="*/ 57512 w 476008"/>
                <a:gd name="connsiteY11" fmla="*/ 83381 h 184091"/>
                <a:gd name="connsiteX12" fmla="*/ 86897 w 476008"/>
                <a:gd name="connsiteY12" fmla="*/ 80493 h 184091"/>
                <a:gd name="connsiteX13" fmla="*/ 98512 w 476008"/>
                <a:gd name="connsiteY13" fmla="*/ 71452 h 184091"/>
                <a:gd name="connsiteX14" fmla="*/ 102719 w 476008"/>
                <a:gd name="connsiteY14" fmla="*/ 57136 h 184091"/>
                <a:gd name="connsiteX15" fmla="*/ 96817 w 476008"/>
                <a:gd name="connsiteY15" fmla="*/ 40560 h 184091"/>
                <a:gd name="connsiteX16" fmla="*/ 81874 w 476008"/>
                <a:gd name="connsiteY16" fmla="*/ 32398 h 184091"/>
                <a:gd name="connsiteX17" fmla="*/ 55126 w 476008"/>
                <a:gd name="connsiteY17" fmla="*/ 31142 h 184091"/>
                <a:gd name="connsiteX18" fmla="*/ 329714 w 476008"/>
                <a:gd name="connsiteY18" fmla="*/ 0 h 184091"/>
                <a:gd name="connsiteX19" fmla="*/ 476008 w 476008"/>
                <a:gd name="connsiteY19" fmla="*/ 0 h 184091"/>
                <a:gd name="connsiteX20" fmla="*/ 476008 w 476008"/>
                <a:gd name="connsiteY20" fmla="*/ 31142 h 184091"/>
                <a:gd name="connsiteX21" fmla="*/ 421509 w 476008"/>
                <a:gd name="connsiteY21" fmla="*/ 31142 h 184091"/>
                <a:gd name="connsiteX22" fmla="*/ 421509 w 476008"/>
                <a:gd name="connsiteY22" fmla="*/ 184091 h 184091"/>
                <a:gd name="connsiteX23" fmla="*/ 384339 w 476008"/>
                <a:gd name="connsiteY23" fmla="*/ 184091 h 184091"/>
                <a:gd name="connsiteX24" fmla="*/ 384339 w 476008"/>
                <a:gd name="connsiteY24" fmla="*/ 31142 h 184091"/>
                <a:gd name="connsiteX25" fmla="*/ 329714 w 476008"/>
                <a:gd name="connsiteY25" fmla="*/ 31142 h 184091"/>
                <a:gd name="connsiteX26" fmla="*/ 171450 w 476008"/>
                <a:gd name="connsiteY26" fmla="*/ 0 h 184091"/>
                <a:gd name="connsiteX27" fmla="*/ 231097 w 476008"/>
                <a:gd name="connsiteY27" fmla="*/ 0 h 184091"/>
                <a:gd name="connsiteX28" fmla="*/ 275299 w 476008"/>
                <a:gd name="connsiteY28" fmla="*/ 2763 h 184091"/>
                <a:gd name="connsiteX29" fmla="*/ 301795 w 476008"/>
                <a:gd name="connsiteY29" fmla="*/ 20783 h 184091"/>
                <a:gd name="connsiteX30" fmla="*/ 312469 w 476008"/>
                <a:gd name="connsiteY30" fmla="*/ 56634 h 184091"/>
                <a:gd name="connsiteX31" fmla="*/ 306316 w 476008"/>
                <a:gd name="connsiteY31" fmla="*/ 85139 h 184091"/>
                <a:gd name="connsiteX32" fmla="*/ 290682 w 476008"/>
                <a:gd name="connsiteY32" fmla="*/ 103285 h 184091"/>
                <a:gd name="connsiteX33" fmla="*/ 271406 w 476008"/>
                <a:gd name="connsiteY33" fmla="*/ 112012 h 184091"/>
                <a:gd name="connsiteX34" fmla="*/ 232855 w 476008"/>
                <a:gd name="connsiteY34" fmla="*/ 114649 h 184091"/>
                <a:gd name="connsiteX35" fmla="*/ 208619 w 476008"/>
                <a:gd name="connsiteY35" fmla="*/ 114649 h 184091"/>
                <a:gd name="connsiteX36" fmla="*/ 208619 w 476008"/>
                <a:gd name="connsiteY36" fmla="*/ 184091 h 184091"/>
                <a:gd name="connsiteX37" fmla="*/ 171450 w 476008"/>
                <a:gd name="connsiteY37" fmla="*/ 184091 h 184091"/>
                <a:gd name="connsiteX38" fmla="*/ 0 w 476008"/>
                <a:gd name="connsiteY38" fmla="*/ 0 h 184091"/>
                <a:gd name="connsiteX39" fmla="*/ 59647 w 476008"/>
                <a:gd name="connsiteY39" fmla="*/ 0 h 184091"/>
                <a:gd name="connsiteX40" fmla="*/ 103849 w 476008"/>
                <a:gd name="connsiteY40" fmla="*/ 2763 h 184091"/>
                <a:gd name="connsiteX41" fmla="*/ 130345 w 476008"/>
                <a:gd name="connsiteY41" fmla="*/ 20783 h 184091"/>
                <a:gd name="connsiteX42" fmla="*/ 141019 w 476008"/>
                <a:gd name="connsiteY42" fmla="*/ 56634 h 184091"/>
                <a:gd name="connsiteX43" fmla="*/ 134866 w 476008"/>
                <a:gd name="connsiteY43" fmla="*/ 85139 h 184091"/>
                <a:gd name="connsiteX44" fmla="*/ 119232 w 476008"/>
                <a:gd name="connsiteY44" fmla="*/ 103285 h 184091"/>
                <a:gd name="connsiteX45" fmla="*/ 99956 w 476008"/>
                <a:gd name="connsiteY45" fmla="*/ 112012 h 184091"/>
                <a:gd name="connsiteX46" fmla="*/ 61405 w 476008"/>
                <a:gd name="connsiteY46" fmla="*/ 114649 h 184091"/>
                <a:gd name="connsiteX47" fmla="*/ 37169 w 476008"/>
                <a:gd name="connsiteY47" fmla="*/ 114649 h 184091"/>
                <a:gd name="connsiteX48" fmla="*/ 37169 w 476008"/>
                <a:gd name="connsiteY48" fmla="*/ 184091 h 184091"/>
                <a:gd name="connsiteX49" fmla="*/ 0 w 476008"/>
                <a:gd name="connsiteY49" fmla="*/ 184091 h 18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76008" h="184091">
                  <a:moveTo>
                    <a:pt x="208619" y="31142"/>
                  </a:moveTo>
                  <a:lnTo>
                    <a:pt x="208619" y="83381"/>
                  </a:lnTo>
                  <a:lnTo>
                    <a:pt x="228962" y="83381"/>
                  </a:lnTo>
                  <a:cubicBezTo>
                    <a:pt x="243613" y="83381"/>
                    <a:pt x="253407" y="82418"/>
                    <a:pt x="258347" y="80493"/>
                  </a:cubicBezTo>
                  <a:cubicBezTo>
                    <a:pt x="263286" y="78567"/>
                    <a:pt x="267158" y="75554"/>
                    <a:pt x="269962" y="71452"/>
                  </a:cubicBezTo>
                  <a:cubicBezTo>
                    <a:pt x="272767" y="67350"/>
                    <a:pt x="274169" y="62578"/>
                    <a:pt x="274169" y="57136"/>
                  </a:cubicBezTo>
                  <a:cubicBezTo>
                    <a:pt x="274169" y="50439"/>
                    <a:pt x="272202" y="44914"/>
                    <a:pt x="268267" y="40560"/>
                  </a:cubicBezTo>
                  <a:cubicBezTo>
                    <a:pt x="264332" y="36207"/>
                    <a:pt x="259351" y="33486"/>
                    <a:pt x="253324" y="32398"/>
                  </a:cubicBezTo>
                  <a:cubicBezTo>
                    <a:pt x="248887" y="31561"/>
                    <a:pt x="239971" y="31142"/>
                    <a:pt x="226576" y="31142"/>
                  </a:cubicBezTo>
                  <a:close/>
                  <a:moveTo>
                    <a:pt x="37169" y="31142"/>
                  </a:moveTo>
                  <a:lnTo>
                    <a:pt x="37169" y="83381"/>
                  </a:lnTo>
                  <a:lnTo>
                    <a:pt x="57512" y="83381"/>
                  </a:lnTo>
                  <a:cubicBezTo>
                    <a:pt x="72163" y="83381"/>
                    <a:pt x="81957" y="82418"/>
                    <a:pt x="86897" y="80493"/>
                  </a:cubicBezTo>
                  <a:cubicBezTo>
                    <a:pt x="91836" y="78567"/>
                    <a:pt x="95708" y="75554"/>
                    <a:pt x="98512" y="71452"/>
                  </a:cubicBezTo>
                  <a:cubicBezTo>
                    <a:pt x="101317" y="67350"/>
                    <a:pt x="102719" y="62578"/>
                    <a:pt x="102719" y="57136"/>
                  </a:cubicBezTo>
                  <a:cubicBezTo>
                    <a:pt x="102719" y="50439"/>
                    <a:pt x="100752" y="44914"/>
                    <a:pt x="96817" y="40560"/>
                  </a:cubicBezTo>
                  <a:cubicBezTo>
                    <a:pt x="92882" y="36207"/>
                    <a:pt x="87901" y="33486"/>
                    <a:pt x="81874" y="32398"/>
                  </a:cubicBezTo>
                  <a:cubicBezTo>
                    <a:pt x="77437" y="31561"/>
                    <a:pt x="68521" y="31142"/>
                    <a:pt x="55126" y="31142"/>
                  </a:cubicBezTo>
                  <a:close/>
                  <a:moveTo>
                    <a:pt x="329714" y="0"/>
                  </a:moveTo>
                  <a:lnTo>
                    <a:pt x="476008" y="0"/>
                  </a:lnTo>
                  <a:lnTo>
                    <a:pt x="476008" y="31142"/>
                  </a:lnTo>
                  <a:lnTo>
                    <a:pt x="421509" y="31142"/>
                  </a:lnTo>
                  <a:lnTo>
                    <a:pt x="421509" y="184091"/>
                  </a:lnTo>
                  <a:lnTo>
                    <a:pt x="384339" y="184091"/>
                  </a:lnTo>
                  <a:lnTo>
                    <a:pt x="384339" y="31142"/>
                  </a:lnTo>
                  <a:lnTo>
                    <a:pt x="329714" y="31142"/>
                  </a:lnTo>
                  <a:close/>
                  <a:moveTo>
                    <a:pt x="171450" y="0"/>
                  </a:moveTo>
                  <a:lnTo>
                    <a:pt x="231097" y="0"/>
                  </a:lnTo>
                  <a:cubicBezTo>
                    <a:pt x="253700" y="0"/>
                    <a:pt x="268434" y="921"/>
                    <a:pt x="275299" y="2763"/>
                  </a:cubicBezTo>
                  <a:cubicBezTo>
                    <a:pt x="285847" y="5525"/>
                    <a:pt x="294679" y="11532"/>
                    <a:pt x="301795" y="20783"/>
                  </a:cubicBezTo>
                  <a:cubicBezTo>
                    <a:pt x="308911" y="30033"/>
                    <a:pt x="312469" y="41984"/>
                    <a:pt x="312469" y="56634"/>
                  </a:cubicBezTo>
                  <a:cubicBezTo>
                    <a:pt x="312469" y="67936"/>
                    <a:pt x="310418" y="77437"/>
                    <a:pt x="306316" y="85139"/>
                  </a:cubicBezTo>
                  <a:cubicBezTo>
                    <a:pt x="302214" y="92841"/>
                    <a:pt x="297002" y="98889"/>
                    <a:pt x="290682" y="103285"/>
                  </a:cubicBezTo>
                  <a:cubicBezTo>
                    <a:pt x="284361" y="107680"/>
                    <a:pt x="277936" y="110589"/>
                    <a:pt x="271406" y="112012"/>
                  </a:cubicBezTo>
                  <a:cubicBezTo>
                    <a:pt x="262532" y="113770"/>
                    <a:pt x="249682" y="114649"/>
                    <a:pt x="232855" y="114649"/>
                  </a:cubicBezTo>
                  <a:lnTo>
                    <a:pt x="208619" y="114649"/>
                  </a:lnTo>
                  <a:lnTo>
                    <a:pt x="208619" y="184091"/>
                  </a:lnTo>
                  <a:lnTo>
                    <a:pt x="171450" y="184091"/>
                  </a:lnTo>
                  <a:close/>
                  <a:moveTo>
                    <a:pt x="0" y="0"/>
                  </a:moveTo>
                  <a:lnTo>
                    <a:pt x="59647" y="0"/>
                  </a:lnTo>
                  <a:cubicBezTo>
                    <a:pt x="82250" y="0"/>
                    <a:pt x="96984" y="921"/>
                    <a:pt x="103849" y="2763"/>
                  </a:cubicBezTo>
                  <a:cubicBezTo>
                    <a:pt x="114397" y="5525"/>
                    <a:pt x="123229" y="11532"/>
                    <a:pt x="130345" y="20783"/>
                  </a:cubicBezTo>
                  <a:cubicBezTo>
                    <a:pt x="137461" y="30033"/>
                    <a:pt x="141019" y="41984"/>
                    <a:pt x="141019" y="56634"/>
                  </a:cubicBezTo>
                  <a:cubicBezTo>
                    <a:pt x="141019" y="67936"/>
                    <a:pt x="138968" y="77437"/>
                    <a:pt x="134866" y="85139"/>
                  </a:cubicBezTo>
                  <a:cubicBezTo>
                    <a:pt x="130764" y="92841"/>
                    <a:pt x="125552" y="98889"/>
                    <a:pt x="119232" y="103285"/>
                  </a:cubicBezTo>
                  <a:cubicBezTo>
                    <a:pt x="112911" y="107680"/>
                    <a:pt x="106486" y="110589"/>
                    <a:pt x="99956" y="112012"/>
                  </a:cubicBezTo>
                  <a:cubicBezTo>
                    <a:pt x="91082" y="113770"/>
                    <a:pt x="78232" y="114649"/>
                    <a:pt x="61405" y="114649"/>
                  </a:cubicBezTo>
                  <a:lnTo>
                    <a:pt x="37169" y="114649"/>
                  </a:lnTo>
                  <a:lnTo>
                    <a:pt x="37169" y="184091"/>
                  </a:lnTo>
                  <a:lnTo>
                    <a:pt x="0" y="18409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23A6D75-8027-4C8C-8624-E745F7E07DB1}"/>
                </a:ext>
              </a:extLst>
            </p:cNvPr>
            <p:cNvSpPr/>
            <p:nvPr/>
          </p:nvSpPr>
          <p:spPr>
            <a:xfrm>
              <a:off x="1095829" y="5851239"/>
              <a:ext cx="164495" cy="228600"/>
            </a:xfrm>
            <a:custGeom>
              <a:avLst/>
              <a:gdLst>
                <a:gd name="connsiteX0" fmla="*/ 0 w 164495"/>
                <a:gd name="connsiteY0" fmla="*/ 208038 h 212876"/>
                <a:gd name="connsiteX1" fmla="*/ 79828 w 164495"/>
                <a:gd name="connsiteY1" fmla="*/ 0 h 212876"/>
                <a:gd name="connsiteX2" fmla="*/ 164495 w 164495"/>
                <a:gd name="connsiteY2" fmla="*/ 212876 h 212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495" h="212876">
                  <a:moveTo>
                    <a:pt x="0" y="208038"/>
                  </a:moveTo>
                  <a:lnTo>
                    <a:pt x="79828" y="0"/>
                  </a:lnTo>
                  <a:lnTo>
                    <a:pt x="164495" y="212876"/>
                  </a:ln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D388C9-1881-44A7-B4B8-4382DB29814B}"/>
                </a:ext>
              </a:extLst>
            </p:cNvPr>
            <p:cNvSpPr/>
            <p:nvPr/>
          </p:nvSpPr>
          <p:spPr>
            <a:xfrm>
              <a:off x="1303867" y="5851239"/>
              <a:ext cx="101600" cy="228600"/>
            </a:xfrm>
            <a:custGeom>
              <a:avLst/>
              <a:gdLst>
                <a:gd name="connsiteX0" fmla="*/ 4838 w 101600"/>
                <a:gd name="connsiteY0" fmla="*/ 0 h 220133"/>
                <a:gd name="connsiteX1" fmla="*/ 0 w 101600"/>
                <a:gd name="connsiteY1" fmla="*/ 220133 h 220133"/>
                <a:gd name="connsiteX2" fmla="*/ 101600 w 101600"/>
                <a:gd name="connsiteY2" fmla="*/ 220133 h 22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600" h="220133">
                  <a:moveTo>
                    <a:pt x="4838" y="0"/>
                  </a:moveTo>
                  <a:lnTo>
                    <a:pt x="0" y="220133"/>
                  </a:lnTo>
                  <a:lnTo>
                    <a:pt x="101600" y="220133"/>
                  </a:ln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8E5F55-EBDC-4B38-ABD4-52F874873570}"/>
                </a:ext>
              </a:extLst>
            </p:cNvPr>
            <p:cNvSpPr/>
            <p:nvPr/>
          </p:nvSpPr>
          <p:spPr>
            <a:xfrm>
              <a:off x="1444384" y="5851239"/>
              <a:ext cx="101600" cy="228600"/>
            </a:xfrm>
            <a:custGeom>
              <a:avLst/>
              <a:gdLst>
                <a:gd name="connsiteX0" fmla="*/ 4838 w 101600"/>
                <a:gd name="connsiteY0" fmla="*/ 0 h 220133"/>
                <a:gd name="connsiteX1" fmla="*/ 0 w 101600"/>
                <a:gd name="connsiteY1" fmla="*/ 220133 h 220133"/>
                <a:gd name="connsiteX2" fmla="*/ 101600 w 101600"/>
                <a:gd name="connsiteY2" fmla="*/ 220133 h 22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600" h="220133">
                  <a:moveTo>
                    <a:pt x="4838" y="0"/>
                  </a:moveTo>
                  <a:lnTo>
                    <a:pt x="0" y="220133"/>
                  </a:lnTo>
                  <a:lnTo>
                    <a:pt x="101600" y="220133"/>
                  </a:ln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E982F98-C055-4FA6-959D-60D0CEC7E650}"/>
                </a:ext>
              </a:extLst>
            </p:cNvPr>
            <p:cNvSpPr/>
            <p:nvPr/>
          </p:nvSpPr>
          <p:spPr>
            <a:xfrm>
              <a:off x="2031107" y="6013315"/>
              <a:ext cx="217276" cy="66524"/>
            </a:xfrm>
            <a:custGeom>
              <a:avLst/>
              <a:gdLst>
                <a:gd name="connsiteX0" fmla="*/ 0 w 253314"/>
                <a:gd name="connsiteY0" fmla="*/ 61903 h 77558"/>
                <a:gd name="connsiteX1" fmla="*/ 14375 w 253314"/>
                <a:gd name="connsiteY1" fmla="*/ 61903 h 77558"/>
                <a:gd name="connsiteX2" fmla="*/ 14375 w 253314"/>
                <a:gd name="connsiteY2" fmla="*/ 76279 h 77558"/>
                <a:gd name="connsiteX3" fmla="*/ 0 w 253314"/>
                <a:gd name="connsiteY3" fmla="*/ 76279 h 77558"/>
                <a:gd name="connsiteX4" fmla="*/ 138233 w 253314"/>
                <a:gd name="connsiteY4" fmla="*/ 12944 h 77558"/>
                <a:gd name="connsiteX5" fmla="*/ 123141 w 253314"/>
                <a:gd name="connsiteY5" fmla="*/ 19364 h 77558"/>
                <a:gd name="connsiteX6" fmla="*/ 117411 w 253314"/>
                <a:gd name="connsiteY6" fmla="*/ 38728 h 77558"/>
                <a:gd name="connsiteX7" fmla="*/ 123294 w 253314"/>
                <a:gd name="connsiteY7" fmla="*/ 58041 h 77558"/>
                <a:gd name="connsiteX8" fmla="*/ 138233 w 253314"/>
                <a:gd name="connsiteY8" fmla="*/ 64615 h 77558"/>
                <a:gd name="connsiteX9" fmla="*/ 153095 w 253314"/>
                <a:gd name="connsiteY9" fmla="*/ 58092 h 77558"/>
                <a:gd name="connsiteX10" fmla="*/ 158902 w 253314"/>
                <a:gd name="connsiteY10" fmla="*/ 38523 h 77558"/>
                <a:gd name="connsiteX11" fmla="*/ 153248 w 253314"/>
                <a:gd name="connsiteY11" fmla="*/ 19287 h 77558"/>
                <a:gd name="connsiteX12" fmla="*/ 138233 w 253314"/>
                <a:gd name="connsiteY12" fmla="*/ 12944 h 77558"/>
                <a:gd name="connsiteX13" fmla="*/ 180872 w 253314"/>
                <a:gd name="connsiteY13" fmla="*/ 1279 h 77558"/>
                <a:gd name="connsiteX14" fmla="*/ 203536 w 253314"/>
                <a:gd name="connsiteY14" fmla="*/ 1279 h 77558"/>
                <a:gd name="connsiteX15" fmla="*/ 217144 w 253314"/>
                <a:gd name="connsiteY15" fmla="*/ 52439 h 77558"/>
                <a:gd name="connsiteX16" fmla="*/ 230599 w 253314"/>
                <a:gd name="connsiteY16" fmla="*/ 1279 h 77558"/>
                <a:gd name="connsiteX17" fmla="*/ 253314 w 253314"/>
                <a:gd name="connsiteY17" fmla="*/ 1279 h 77558"/>
                <a:gd name="connsiteX18" fmla="*/ 253314 w 253314"/>
                <a:gd name="connsiteY18" fmla="*/ 76279 h 77558"/>
                <a:gd name="connsiteX19" fmla="*/ 239245 w 253314"/>
                <a:gd name="connsiteY19" fmla="*/ 76279 h 77558"/>
                <a:gd name="connsiteX20" fmla="*/ 239245 w 253314"/>
                <a:gd name="connsiteY20" fmla="*/ 17241 h 77558"/>
                <a:gd name="connsiteX21" fmla="*/ 224358 w 253314"/>
                <a:gd name="connsiteY21" fmla="*/ 76279 h 77558"/>
                <a:gd name="connsiteX22" fmla="*/ 209778 w 253314"/>
                <a:gd name="connsiteY22" fmla="*/ 76279 h 77558"/>
                <a:gd name="connsiteX23" fmla="*/ 194941 w 253314"/>
                <a:gd name="connsiteY23" fmla="*/ 17241 h 77558"/>
                <a:gd name="connsiteX24" fmla="*/ 194941 w 253314"/>
                <a:gd name="connsiteY24" fmla="*/ 76279 h 77558"/>
                <a:gd name="connsiteX25" fmla="*/ 180872 w 253314"/>
                <a:gd name="connsiteY25" fmla="*/ 76279 h 77558"/>
                <a:gd name="connsiteX26" fmla="*/ 138080 w 253314"/>
                <a:gd name="connsiteY26" fmla="*/ 0 h 77558"/>
                <a:gd name="connsiteX27" fmla="*/ 164606 w 253314"/>
                <a:gd name="connsiteY27" fmla="*/ 10283 h 77558"/>
                <a:gd name="connsiteX28" fmla="*/ 174556 w 253314"/>
                <a:gd name="connsiteY28" fmla="*/ 38882 h 77558"/>
                <a:gd name="connsiteX29" fmla="*/ 164683 w 253314"/>
                <a:gd name="connsiteY29" fmla="*/ 67301 h 77558"/>
                <a:gd name="connsiteX30" fmla="*/ 138284 w 253314"/>
                <a:gd name="connsiteY30" fmla="*/ 77558 h 77558"/>
                <a:gd name="connsiteX31" fmla="*/ 111681 w 253314"/>
                <a:gd name="connsiteY31" fmla="*/ 67352 h 77558"/>
                <a:gd name="connsiteX32" fmla="*/ 101807 w 253314"/>
                <a:gd name="connsiteY32" fmla="*/ 39240 h 77558"/>
                <a:gd name="connsiteX33" fmla="*/ 105235 w 253314"/>
                <a:gd name="connsiteY33" fmla="*/ 20004 h 77558"/>
                <a:gd name="connsiteX34" fmla="*/ 112218 w 253314"/>
                <a:gd name="connsiteY34" fmla="*/ 9721 h 77558"/>
                <a:gd name="connsiteX35" fmla="*/ 121913 w 253314"/>
                <a:gd name="connsiteY35" fmla="*/ 2967 h 77558"/>
                <a:gd name="connsiteX36" fmla="*/ 138080 w 253314"/>
                <a:gd name="connsiteY36" fmla="*/ 0 h 77558"/>
                <a:gd name="connsiteX37" fmla="*/ 61112 w 253314"/>
                <a:gd name="connsiteY37" fmla="*/ 0 h 77558"/>
                <a:gd name="connsiteX38" fmla="*/ 83469 w 253314"/>
                <a:gd name="connsiteY38" fmla="*/ 8135 h 77558"/>
                <a:gd name="connsiteX39" fmla="*/ 91143 w 253314"/>
                <a:gd name="connsiteY39" fmla="*/ 21948 h 77558"/>
                <a:gd name="connsiteX40" fmla="*/ 76153 w 253314"/>
                <a:gd name="connsiteY40" fmla="*/ 25529 h 77558"/>
                <a:gd name="connsiteX41" fmla="*/ 70602 w 253314"/>
                <a:gd name="connsiteY41" fmla="*/ 16320 h 77558"/>
                <a:gd name="connsiteX42" fmla="*/ 60345 w 253314"/>
                <a:gd name="connsiteY42" fmla="*/ 12944 h 77558"/>
                <a:gd name="connsiteX43" fmla="*/ 46813 w 253314"/>
                <a:gd name="connsiteY43" fmla="*/ 18929 h 77558"/>
                <a:gd name="connsiteX44" fmla="*/ 41620 w 253314"/>
                <a:gd name="connsiteY44" fmla="*/ 38319 h 77558"/>
                <a:gd name="connsiteX45" fmla="*/ 46736 w 253314"/>
                <a:gd name="connsiteY45" fmla="*/ 58578 h 77558"/>
                <a:gd name="connsiteX46" fmla="*/ 60038 w 253314"/>
                <a:gd name="connsiteY46" fmla="*/ 64615 h 77558"/>
                <a:gd name="connsiteX47" fmla="*/ 70423 w 253314"/>
                <a:gd name="connsiteY47" fmla="*/ 60778 h 77558"/>
                <a:gd name="connsiteX48" fmla="*/ 76665 w 253314"/>
                <a:gd name="connsiteY48" fmla="*/ 48704 h 77558"/>
                <a:gd name="connsiteX49" fmla="*/ 91348 w 253314"/>
                <a:gd name="connsiteY49" fmla="*/ 53360 h 77558"/>
                <a:gd name="connsiteX50" fmla="*/ 80118 w 253314"/>
                <a:gd name="connsiteY50" fmla="*/ 71598 h 77558"/>
                <a:gd name="connsiteX51" fmla="*/ 60191 w 253314"/>
                <a:gd name="connsiteY51" fmla="*/ 77558 h 77558"/>
                <a:gd name="connsiteX52" fmla="*/ 35635 w 253314"/>
                <a:gd name="connsiteY52" fmla="*/ 67352 h 77558"/>
                <a:gd name="connsiteX53" fmla="*/ 26017 w 253314"/>
                <a:gd name="connsiteY53" fmla="*/ 39444 h 77558"/>
                <a:gd name="connsiteX54" fmla="*/ 35686 w 253314"/>
                <a:gd name="connsiteY54" fmla="*/ 10360 h 77558"/>
                <a:gd name="connsiteX55" fmla="*/ 61112 w 253314"/>
                <a:gd name="connsiteY55" fmla="*/ 0 h 7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53314" h="77558">
                  <a:moveTo>
                    <a:pt x="0" y="61903"/>
                  </a:moveTo>
                  <a:lnTo>
                    <a:pt x="14375" y="61903"/>
                  </a:lnTo>
                  <a:lnTo>
                    <a:pt x="14375" y="76279"/>
                  </a:lnTo>
                  <a:lnTo>
                    <a:pt x="0" y="76279"/>
                  </a:lnTo>
                  <a:close/>
                  <a:moveTo>
                    <a:pt x="138233" y="12944"/>
                  </a:moveTo>
                  <a:cubicBezTo>
                    <a:pt x="131992" y="12944"/>
                    <a:pt x="126961" y="15084"/>
                    <a:pt x="123141" y="19364"/>
                  </a:cubicBezTo>
                  <a:cubicBezTo>
                    <a:pt x="119321" y="23644"/>
                    <a:pt x="117411" y="30099"/>
                    <a:pt x="117411" y="38728"/>
                  </a:cubicBezTo>
                  <a:cubicBezTo>
                    <a:pt x="117411" y="47221"/>
                    <a:pt x="119372" y="53658"/>
                    <a:pt x="123294" y="58041"/>
                  </a:cubicBezTo>
                  <a:cubicBezTo>
                    <a:pt x="127217" y="62423"/>
                    <a:pt x="132196" y="64615"/>
                    <a:pt x="138233" y="64615"/>
                  </a:cubicBezTo>
                  <a:cubicBezTo>
                    <a:pt x="144270" y="64615"/>
                    <a:pt x="149224" y="62441"/>
                    <a:pt x="153095" y="58092"/>
                  </a:cubicBezTo>
                  <a:cubicBezTo>
                    <a:pt x="156966" y="53743"/>
                    <a:pt x="158902" y="47221"/>
                    <a:pt x="158902" y="38523"/>
                  </a:cubicBezTo>
                  <a:cubicBezTo>
                    <a:pt x="158902" y="29929"/>
                    <a:pt x="157017" y="23517"/>
                    <a:pt x="153248" y="19287"/>
                  </a:cubicBezTo>
                  <a:cubicBezTo>
                    <a:pt x="149480" y="15058"/>
                    <a:pt x="144475" y="12944"/>
                    <a:pt x="138233" y="12944"/>
                  </a:cubicBezTo>
                  <a:close/>
                  <a:moveTo>
                    <a:pt x="180872" y="1279"/>
                  </a:moveTo>
                  <a:lnTo>
                    <a:pt x="203536" y="1279"/>
                  </a:lnTo>
                  <a:lnTo>
                    <a:pt x="217144" y="52439"/>
                  </a:lnTo>
                  <a:lnTo>
                    <a:pt x="230599" y="1279"/>
                  </a:lnTo>
                  <a:lnTo>
                    <a:pt x="253314" y="1279"/>
                  </a:lnTo>
                  <a:lnTo>
                    <a:pt x="253314" y="76279"/>
                  </a:lnTo>
                  <a:lnTo>
                    <a:pt x="239245" y="76279"/>
                  </a:lnTo>
                  <a:lnTo>
                    <a:pt x="239245" y="17241"/>
                  </a:lnTo>
                  <a:lnTo>
                    <a:pt x="224358" y="76279"/>
                  </a:lnTo>
                  <a:lnTo>
                    <a:pt x="209778" y="76279"/>
                  </a:lnTo>
                  <a:lnTo>
                    <a:pt x="194941" y="17241"/>
                  </a:lnTo>
                  <a:lnTo>
                    <a:pt x="194941" y="76279"/>
                  </a:lnTo>
                  <a:lnTo>
                    <a:pt x="180872" y="76279"/>
                  </a:lnTo>
                  <a:close/>
                  <a:moveTo>
                    <a:pt x="138080" y="0"/>
                  </a:moveTo>
                  <a:cubicBezTo>
                    <a:pt x="149130" y="0"/>
                    <a:pt x="157972" y="3428"/>
                    <a:pt x="164606" y="10283"/>
                  </a:cubicBezTo>
                  <a:cubicBezTo>
                    <a:pt x="171240" y="17139"/>
                    <a:pt x="174556" y="26671"/>
                    <a:pt x="174556" y="38882"/>
                  </a:cubicBezTo>
                  <a:cubicBezTo>
                    <a:pt x="174556" y="50989"/>
                    <a:pt x="171265" y="60462"/>
                    <a:pt x="164683" y="67301"/>
                  </a:cubicBezTo>
                  <a:cubicBezTo>
                    <a:pt x="158100" y="74139"/>
                    <a:pt x="149301" y="77558"/>
                    <a:pt x="138284" y="77558"/>
                  </a:cubicBezTo>
                  <a:cubicBezTo>
                    <a:pt x="127131" y="77558"/>
                    <a:pt x="118264" y="74156"/>
                    <a:pt x="111681" y="67352"/>
                  </a:cubicBezTo>
                  <a:cubicBezTo>
                    <a:pt x="105099" y="60548"/>
                    <a:pt x="101807" y="51177"/>
                    <a:pt x="101807" y="39240"/>
                  </a:cubicBezTo>
                  <a:cubicBezTo>
                    <a:pt x="101807" y="31600"/>
                    <a:pt x="102950" y="25188"/>
                    <a:pt x="105235" y="20004"/>
                  </a:cubicBezTo>
                  <a:cubicBezTo>
                    <a:pt x="106940" y="16184"/>
                    <a:pt x="109268" y="12756"/>
                    <a:pt x="112218" y="9721"/>
                  </a:cubicBezTo>
                  <a:cubicBezTo>
                    <a:pt x="115169" y="6685"/>
                    <a:pt x="118400" y="4434"/>
                    <a:pt x="121913" y="2967"/>
                  </a:cubicBezTo>
                  <a:cubicBezTo>
                    <a:pt x="126586" y="989"/>
                    <a:pt x="131975" y="0"/>
                    <a:pt x="138080" y="0"/>
                  </a:cubicBezTo>
                  <a:close/>
                  <a:moveTo>
                    <a:pt x="61112" y="0"/>
                  </a:moveTo>
                  <a:cubicBezTo>
                    <a:pt x="70287" y="0"/>
                    <a:pt x="77739" y="2712"/>
                    <a:pt x="83469" y="8135"/>
                  </a:cubicBezTo>
                  <a:cubicBezTo>
                    <a:pt x="86880" y="11341"/>
                    <a:pt x="89438" y="15945"/>
                    <a:pt x="91143" y="21948"/>
                  </a:cubicBezTo>
                  <a:lnTo>
                    <a:pt x="76153" y="25529"/>
                  </a:lnTo>
                  <a:cubicBezTo>
                    <a:pt x="75266" y="21641"/>
                    <a:pt x="73416" y="18571"/>
                    <a:pt x="70602" y="16320"/>
                  </a:cubicBezTo>
                  <a:cubicBezTo>
                    <a:pt x="67788" y="14069"/>
                    <a:pt x="64369" y="12944"/>
                    <a:pt x="60345" y="12944"/>
                  </a:cubicBezTo>
                  <a:cubicBezTo>
                    <a:pt x="54785" y="12944"/>
                    <a:pt x="50275" y="14939"/>
                    <a:pt x="46813" y="18929"/>
                  </a:cubicBezTo>
                  <a:cubicBezTo>
                    <a:pt x="43351" y="22920"/>
                    <a:pt x="41620" y="29383"/>
                    <a:pt x="41620" y="38319"/>
                  </a:cubicBezTo>
                  <a:cubicBezTo>
                    <a:pt x="41620" y="47800"/>
                    <a:pt x="43326" y="54553"/>
                    <a:pt x="46736" y="58578"/>
                  </a:cubicBezTo>
                  <a:cubicBezTo>
                    <a:pt x="50147" y="62603"/>
                    <a:pt x="54581" y="64615"/>
                    <a:pt x="60038" y="64615"/>
                  </a:cubicBezTo>
                  <a:cubicBezTo>
                    <a:pt x="64062" y="64615"/>
                    <a:pt x="67524" y="63336"/>
                    <a:pt x="70423" y="60778"/>
                  </a:cubicBezTo>
                  <a:cubicBezTo>
                    <a:pt x="73322" y="58220"/>
                    <a:pt x="75403" y="54195"/>
                    <a:pt x="76665" y="48704"/>
                  </a:cubicBezTo>
                  <a:lnTo>
                    <a:pt x="91348" y="53360"/>
                  </a:lnTo>
                  <a:cubicBezTo>
                    <a:pt x="89097" y="61545"/>
                    <a:pt x="85353" y="67625"/>
                    <a:pt x="80118" y="71598"/>
                  </a:cubicBezTo>
                  <a:cubicBezTo>
                    <a:pt x="74883" y="75572"/>
                    <a:pt x="68240" y="77558"/>
                    <a:pt x="60191" y="77558"/>
                  </a:cubicBezTo>
                  <a:cubicBezTo>
                    <a:pt x="50232" y="77558"/>
                    <a:pt x="42047" y="74156"/>
                    <a:pt x="35635" y="67352"/>
                  </a:cubicBezTo>
                  <a:cubicBezTo>
                    <a:pt x="29223" y="60548"/>
                    <a:pt x="26017" y="51245"/>
                    <a:pt x="26017" y="39444"/>
                  </a:cubicBezTo>
                  <a:cubicBezTo>
                    <a:pt x="26017" y="26961"/>
                    <a:pt x="29240" y="17267"/>
                    <a:pt x="35686" y="10360"/>
                  </a:cubicBezTo>
                  <a:cubicBezTo>
                    <a:pt x="42132" y="3453"/>
                    <a:pt x="50607" y="0"/>
                    <a:pt x="611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443A88D-85DD-43A3-8732-47D97401EECE}"/>
              </a:ext>
            </a:extLst>
          </p:cNvPr>
          <p:cNvGrpSpPr/>
          <p:nvPr/>
        </p:nvGrpSpPr>
        <p:grpSpPr>
          <a:xfrm>
            <a:off x="2904492" y="1491640"/>
            <a:ext cx="719484" cy="1265041"/>
            <a:chOff x="2904492" y="1491640"/>
            <a:chExt cx="719484" cy="1265041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02E8560-FD37-4513-B6D2-1C6C77AAFC4D}"/>
                </a:ext>
              </a:extLst>
            </p:cNvPr>
            <p:cNvGrpSpPr/>
            <p:nvPr/>
          </p:nvGrpSpPr>
          <p:grpSpPr>
            <a:xfrm rot="3348710">
              <a:off x="2921335" y="2054040"/>
              <a:ext cx="827730" cy="577552"/>
              <a:chOff x="5405974" y="1533288"/>
              <a:chExt cx="608646" cy="424685"/>
            </a:xfrm>
          </p:grpSpPr>
          <p:sp>
            <p:nvSpPr>
              <p:cNvPr id="90" name="Trapezoid 89">
                <a:extLst>
                  <a:ext uri="{FF2B5EF4-FFF2-40B4-BE49-F238E27FC236}">
                    <a16:creationId xmlns:a16="http://schemas.microsoft.com/office/drawing/2014/main" id="{66F17736-523B-4733-8F89-65A939EC03E5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Trapezoid 93">
                <a:extLst>
                  <a:ext uri="{FF2B5EF4-FFF2-40B4-BE49-F238E27FC236}">
                    <a16:creationId xmlns:a16="http://schemas.microsoft.com/office/drawing/2014/main" id="{9718FD80-7C49-4094-8FBD-D3601FF8C90E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rapezoid 88">
                <a:extLst>
                  <a:ext uri="{FF2B5EF4-FFF2-40B4-BE49-F238E27FC236}">
                    <a16:creationId xmlns:a16="http://schemas.microsoft.com/office/drawing/2014/main" id="{EF77CC75-10ED-4334-8C55-E2BFF7F39355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rapezoid 92">
                <a:extLst>
                  <a:ext uri="{FF2B5EF4-FFF2-40B4-BE49-F238E27FC236}">
                    <a16:creationId xmlns:a16="http://schemas.microsoft.com/office/drawing/2014/main" id="{B7AD5D59-46AE-4863-AE03-B88E6E7A5510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rapezoid 91">
                <a:extLst>
                  <a:ext uri="{FF2B5EF4-FFF2-40B4-BE49-F238E27FC236}">
                    <a16:creationId xmlns:a16="http://schemas.microsoft.com/office/drawing/2014/main" id="{15E0BCD7-EF9F-4A1E-BE33-C96CD4ACA15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2A82C3C5-6304-401A-82B3-EDC0E26976CF}"/>
                </a:ext>
              </a:extLst>
            </p:cNvPr>
            <p:cNvGrpSpPr/>
            <p:nvPr/>
          </p:nvGrpSpPr>
          <p:grpSpPr>
            <a:xfrm rot="3536101">
              <a:off x="2904493" y="1491639"/>
              <a:ext cx="509488" cy="509489"/>
              <a:chOff x="5108331" y="1463790"/>
              <a:chExt cx="374637" cy="374637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56792953-F4B9-43CC-8511-49184ED79294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E9EAEF9-FEFC-4538-A8A8-6863A8156719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125A8B-3801-DE4E-9C96-382CC05E3781}"/>
              </a:ext>
            </a:extLst>
          </p:cNvPr>
          <p:cNvSpPr txBox="1"/>
          <p:nvPr/>
        </p:nvSpPr>
        <p:spPr>
          <a:xfrm>
            <a:off x="2467388" y="2946394"/>
            <a:ext cx="6509415" cy="701659"/>
          </a:xfrm>
          <a:custGeom>
            <a:avLst/>
            <a:gdLst>
              <a:gd name="connsiteX0" fmla="*/ 918715 w 3349328"/>
              <a:gd name="connsiteY0" fmla="*/ 111816 h 487710"/>
              <a:gd name="connsiteX1" fmla="*/ 918715 w 3349328"/>
              <a:gd name="connsiteY1" fmla="*/ 374535 h 487710"/>
              <a:gd name="connsiteX2" fmla="*/ 946303 w 3349328"/>
              <a:gd name="connsiteY2" fmla="*/ 374535 h 487710"/>
              <a:gd name="connsiteX3" fmla="*/ 1052905 w 3349328"/>
              <a:gd name="connsiteY3" fmla="*/ 327170 h 487710"/>
              <a:gd name="connsiteX4" fmla="*/ 1079813 w 3349328"/>
              <a:gd name="connsiteY4" fmla="*/ 243005 h 487710"/>
              <a:gd name="connsiteX5" fmla="*/ 1052905 w 3349328"/>
              <a:gd name="connsiteY5" fmla="*/ 159181 h 487710"/>
              <a:gd name="connsiteX6" fmla="*/ 946303 w 3349328"/>
              <a:gd name="connsiteY6" fmla="*/ 111816 h 487710"/>
              <a:gd name="connsiteX7" fmla="*/ 2629830 w 3349328"/>
              <a:gd name="connsiteY7" fmla="*/ 102981 h 487710"/>
              <a:gd name="connsiteX8" fmla="*/ 2629830 w 3349328"/>
              <a:gd name="connsiteY8" fmla="*/ 218535 h 487710"/>
              <a:gd name="connsiteX9" fmla="*/ 2652342 w 3349328"/>
              <a:gd name="connsiteY9" fmla="*/ 218535 h 487710"/>
              <a:gd name="connsiteX10" fmla="*/ 2707256 w 3349328"/>
              <a:gd name="connsiteY10" fmla="*/ 202610 h 487710"/>
              <a:gd name="connsiteX11" fmla="*/ 2725333 w 3349328"/>
              <a:gd name="connsiteY11" fmla="*/ 160588 h 487710"/>
              <a:gd name="connsiteX12" fmla="*/ 2707256 w 3349328"/>
              <a:gd name="connsiteY12" fmla="*/ 118906 h 487710"/>
              <a:gd name="connsiteX13" fmla="*/ 2652342 w 3349328"/>
              <a:gd name="connsiteY13" fmla="*/ 102981 h 487710"/>
              <a:gd name="connsiteX14" fmla="*/ 222349 w 3349328"/>
              <a:gd name="connsiteY14" fmla="*/ 23791 h 487710"/>
              <a:gd name="connsiteX15" fmla="*/ 343001 w 3349328"/>
              <a:gd name="connsiteY15" fmla="*/ 23791 h 487710"/>
              <a:gd name="connsiteX16" fmla="*/ 564934 w 3349328"/>
              <a:gd name="connsiteY16" fmla="*/ 307580 h 487710"/>
              <a:gd name="connsiteX17" fmla="*/ 564934 w 3349328"/>
              <a:gd name="connsiteY17" fmla="*/ 23791 h 487710"/>
              <a:gd name="connsiteX18" fmla="*/ 685587 w 3349328"/>
              <a:gd name="connsiteY18" fmla="*/ 23791 h 487710"/>
              <a:gd name="connsiteX19" fmla="*/ 685587 w 3349328"/>
              <a:gd name="connsiteY19" fmla="*/ 487710 h 487710"/>
              <a:gd name="connsiteX20" fmla="*/ 564934 w 3349328"/>
              <a:gd name="connsiteY20" fmla="*/ 487710 h 487710"/>
              <a:gd name="connsiteX21" fmla="*/ 343001 w 3349328"/>
              <a:gd name="connsiteY21" fmla="*/ 203580 h 487710"/>
              <a:gd name="connsiteX22" fmla="*/ 343001 w 3349328"/>
              <a:gd name="connsiteY22" fmla="*/ 487710 h 487710"/>
              <a:gd name="connsiteX23" fmla="*/ 222349 w 3349328"/>
              <a:gd name="connsiteY23" fmla="*/ 487710 h 487710"/>
              <a:gd name="connsiteX24" fmla="*/ 0 w 3349328"/>
              <a:gd name="connsiteY24" fmla="*/ 23791 h 487710"/>
              <a:gd name="connsiteX25" fmla="*/ 120653 w 3349328"/>
              <a:gd name="connsiteY25" fmla="*/ 23791 h 487710"/>
              <a:gd name="connsiteX26" fmla="*/ 120653 w 3349328"/>
              <a:gd name="connsiteY26" fmla="*/ 487710 h 487710"/>
              <a:gd name="connsiteX27" fmla="*/ 0 w 3349328"/>
              <a:gd name="connsiteY27" fmla="*/ 487710 h 487710"/>
              <a:gd name="connsiteX28" fmla="*/ 2887110 w 3349328"/>
              <a:gd name="connsiteY28" fmla="*/ 11217 h 487710"/>
              <a:gd name="connsiteX29" fmla="*/ 3031213 w 3349328"/>
              <a:gd name="connsiteY29" fmla="*/ 11217 h 487710"/>
              <a:gd name="connsiteX30" fmla="*/ 3118899 w 3349328"/>
              <a:gd name="connsiteY30" fmla="*/ 137647 h 487710"/>
              <a:gd name="connsiteX31" fmla="*/ 3203186 w 3349328"/>
              <a:gd name="connsiteY31" fmla="*/ 11217 h 487710"/>
              <a:gd name="connsiteX32" fmla="*/ 3349328 w 3349328"/>
              <a:gd name="connsiteY32" fmla="*/ 11217 h 487710"/>
              <a:gd name="connsiteX33" fmla="*/ 3175657 w 3349328"/>
              <a:gd name="connsiteY33" fmla="*/ 252183 h 487710"/>
              <a:gd name="connsiteX34" fmla="*/ 3175657 w 3349328"/>
              <a:gd name="connsiteY34" fmla="*/ 475135 h 487710"/>
              <a:gd name="connsiteX35" fmla="*/ 3055003 w 3349328"/>
              <a:gd name="connsiteY35" fmla="*/ 475135 h 487710"/>
              <a:gd name="connsiteX36" fmla="*/ 3055003 w 3349328"/>
              <a:gd name="connsiteY36" fmla="*/ 252183 h 487710"/>
              <a:gd name="connsiteX37" fmla="*/ 2509178 w 3349328"/>
              <a:gd name="connsiteY37" fmla="*/ 11217 h 487710"/>
              <a:gd name="connsiteX38" fmla="*/ 2696784 w 3349328"/>
              <a:gd name="connsiteY38" fmla="*/ 11217 h 487710"/>
              <a:gd name="connsiteX39" fmla="*/ 2818457 w 3349328"/>
              <a:gd name="connsiteY39" fmla="*/ 60497 h 487710"/>
              <a:gd name="connsiteX40" fmla="*/ 2850405 w 3349328"/>
              <a:gd name="connsiteY40" fmla="*/ 153960 h 487710"/>
              <a:gd name="connsiteX41" fmla="*/ 2813699 w 3349328"/>
              <a:gd name="connsiteY41" fmla="*/ 252183 h 487710"/>
              <a:gd name="connsiteX42" fmla="*/ 2749123 w 3349328"/>
              <a:gd name="connsiteY42" fmla="*/ 284810 h 487710"/>
              <a:gd name="connsiteX43" fmla="*/ 2894927 w 3349328"/>
              <a:gd name="connsiteY43" fmla="*/ 475135 h 487710"/>
              <a:gd name="connsiteX44" fmla="*/ 2745046 w 3349328"/>
              <a:gd name="connsiteY44" fmla="*/ 475135 h 487710"/>
              <a:gd name="connsiteX45" fmla="*/ 2629830 w 3349328"/>
              <a:gd name="connsiteY45" fmla="*/ 297045 h 487710"/>
              <a:gd name="connsiteX46" fmla="*/ 2629830 w 3349328"/>
              <a:gd name="connsiteY46" fmla="*/ 475135 h 487710"/>
              <a:gd name="connsiteX47" fmla="*/ 2509178 w 3349328"/>
              <a:gd name="connsiteY47" fmla="*/ 475135 h 487710"/>
              <a:gd name="connsiteX48" fmla="*/ 2136647 w 3349328"/>
              <a:gd name="connsiteY48" fmla="*/ 11217 h 487710"/>
              <a:gd name="connsiteX49" fmla="*/ 2455441 w 3349328"/>
              <a:gd name="connsiteY49" fmla="*/ 11217 h 487710"/>
              <a:gd name="connsiteX50" fmla="*/ 2455441 w 3349328"/>
              <a:gd name="connsiteY50" fmla="*/ 111816 h 487710"/>
              <a:gd name="connsiteX51" fmla="*/ 2355520 w 3349328"/>
              <a:gd name="connsiteY51" fmla="*/ 111816 h 487710"/>
              <a:gd name="connsiteX52" fmla="*/ 2355520 w 3349328"/>
              <a:gd name="connsiteY52" fmla="*/ 475135 h 487710"/>
              <a:gd name="connsiteX53" fmla="*/ 2234868 w 3349328"/>
              <a:gd name="connsiteY53" fmla="*/ 475135 h 487710"/>
              <a:gd name="connsiteX54" fmla="*/ 2234868 w 3349328"/>
              <a:gd name="connsiteY54" fmla="*/ 111816 h 487710"/>
              <a:gd name="connsiteX55" fmla="*/ 2136647 w 3349328"/>
              <a:gd name="connsiteY55" fmla="*/ 111816 h 487710"/>
              <a:gd name="connsiteX56" fmla="*/ 1281429 w 3349328"/>
              <a:gd name="connsiteY56" fmla="*/ 11217 h 487710"/>
              <a:gd name="connsiteX57" fmla="*/ 1402081 w 3349328"/>
              <a:gd name="connsiteY57" fmla="*/ 11217 h 487710"/>
              <a:gd name="connsiteX58" fmla="*/ 1402081 w 3349328"/>
              <a:gd name="connsiteY58" fmla="*/ 262151 h 487710"/>
              <a:gd name="connsiteX59" fmla="*/ 1403101 w 3349328"/>
              <a:gd name="connsiteY59" fmla="*/ 307310 h 487710"/>
              <a:gd name="connsiteX60" fmla="*/ 1446264 w 3349328"/>
              <a:gd name="connsiteY60" fmla="*/ 373180 h 487710"/>
              <a:gd name="connsiteX61" fmla="*/ 1482289 w 3349328"/>
              <a:gd name="connsiteY61" fmla="*/ 380992 h 487710"/>
              <a:gd name="connsiteX62" fmla="*/ 1548903 w 3349328"/>
              <a:gd name="connsiteY62" fmla="*/ 350091 h 487710"/>
              <a:gd name="connsiteX63" fmla="*/ 1565557 w 3349328"/>
              <a:gd name="connsiteY63" fmla="*/ 262151 h 487710"/>
              <a:gd name="connsiteX64" fmla="*/ 1565557 w 3349328"/>
              <a:gd name="connsiteY64" fmla="*/ 11217 h 487710"/>
              <a:gd name="connsiteX65" fmla="*/ 1686210 w 3349328"/>
              <a:gd name="connsiteY65" fmla="*/ 11217 h 487710"/>
              <a:gd name="connsiteX66" fmla="*/ 1686210 w 3349328"/>
              <a:gd name="connsiteY66" fmla="*/ 278692 h 487710"/>
              <a:gd name="connsiteX67" fmla="*/ 1679413 w 3349328"/>
              <a:gd name="connsiteY67" fmla="*/ 350064 h 487710"/>
              <a:gd name="connsiteX68" fmla="*/ 1629112 w 3349328"/>
              <a:gd name="connsiteY68" fmla="*/ 433672 h 487710"/>
              <a:gd name="connsiteX69" fmla="*/ 1478212 w 3349328"/>
              <a:gd name="connsiteY69" fmla="*/ 487030 h 487710"/>
              <a:gd name="connsiteX70" fmla="*/ 1327990 w 3349328"/>
              <a:gd name="connsiteY70" fmla="*/ 432652 h 487710"/>
              <a:gd name="connsiteX71" fmla="*/ 1288906 w 3349328"/>
              <a:gd name="connsiteY71" fmla="*/ 360940 h 487710"/>
              <a:gd name="connsiteX72" fmla="*/ 1281429 w 3349328"/>
              <a:gd name="connsiteY72" fmla="*/ 278692 h 487710"/>
              <a:gd name="connsiteX73" fmla="*/ 798063 w 3349328"/>
              <a:gd name="connsiteY73" fmla="*/ 11217 h 487710"/>
              <a:gd name="connsiteX74" fmla="*/ 976153 w 3349328"/>
              <a:gd name="connsiteY74" fmla="*/ 11217 h 487710"/>
              <a:gd name="connsiteX75" fmla="*/ 1097146 w 3349328"/>
              <a:gd name="connsiteY75" fmla="*/ 47581 h 487710"/>
              <a:gd name="connsiteX76" fmla="*/ 1181093 w 3349328"/>
              <a:gd name="connsiteY76" fmla="*/ 142065 h 487710"/>
              <a:gd name="connsiteX77" fmla="*/ 1204883 w 3349328"/>
              <a:gd name="connsiteY77" fmla="*/ 243005 h 487710"/>
              <a:gd name="connsiteX78" fmla="*/ 1161210 w 3349328"/>
              <a:gd name="connsiteY78" fmla="*/ 377084 h 487710"/>
              <a:gd name="connsiteX79" fmla="*/ 1049564 w 3349328"/>
              <a:gd name="connsiteY79" fmla="*/ 462560 h 487710"/>
              <a:gd name="connsiteX80" fmla="*/ 976153 w 3349328"/>
              <a:gd name="connsiteY80" fmla="*/ 475135 h 487710"/>
              <a:gd name="connsiteX81" fmla="*/ 798063 w 3349328"/>
              <a:gd name="connsiteY81" fmla="*/ 475135 h 487710"/>
              <a:gd name="connsiteX82" fmla="*/ 1939788 w 3349328"/>
              <a:gd name="connsiteY82" fmla="*/ 0 h 487710"/>
              <a:gd name="connsiteX83" fmla="*/ 2086950 w 3349328"/>
              <a:gd name="connsiteY83" fmla="*/ 37726 h 487710"/>
              <a:gd name="connsiteX84" fmla="*/ 2038689 w 3349328"/>
              <a:gd name="connsiteY84" fmla="*/ 131529 h 487710"/>
              <a:gd name="connsiteX85" fmla="*/ 1958953 w 3349328"/>
              <a:gd name="connsiteY85" fmla="*/ 100602 h 487710"/>
              <a:gd name="connsiteX86" fmla="*/ 1924196 w 3349328"/>
              <a:gd name="connsiteY86" fmla="*/ 110494 h 487710"/>
              <a:gd name="connsiteX87" fmla="*/ 1906822 w 3349328"/>
              <a:gd name="connsiteY87" fmla="*/ 140514 h 487710"/>
              <a:gd name="connsiteX88" fmla="*/ 1929629 w 3349328"/>
              <a:gd name="connsiteY88" fmla="*/ 172233 h 487710"/>
              <a:gd name="connsiteX89" fmla="*/ 1990911 w 3349328"/>
              <a:gd name="connsiteY89" fmla="*/ 193384 h 487710"/>
              <a:gd name="connsiteX90" fmla="*/ 2082150 w 3349328"/>
              <a:gd name="connsiteY90" fmla="*/ 246468 h 487710"/>
              <a:gd name="connsiteX91" fmla="*/ 2105644 w 3349328"/>
              <a:gd name="connsiteY91" fmla="*/ 321663 h 487710"/>
              <a:gd name="connsiteX92" fmla="*/ 2002323 w 3349328"/>
              <a:gd name="connsiteY92" fmla="*/ 475119 h 487710"/>
              <a:gd name="connsiteX93" fmla="*/ 1924834 w 3349328"/>
              <a:gd name="connsiteY93" fmla="*/ 487710 h 487710"/>
              <a:gd name="connsiteX94" fmla="*/ 1763397 w 3349328"/>
              <a:gd name="connsiteY94" fmla="*/ 435031 h 487710"/>
              <a:gd name="connsiteX95" fmla="*/ 1815056 w 3349328"/>
              <a:gd name="connsiteY95" fmla="*/ 337828 h 487710"/>
              <a:gd name="connsiteX96" fmla="*/ 1921653 w 3349328"/>
              <a:gd name="connsiteY96" fmla="*/ 387110 h 487710"/>
              <a:gd name="connsiteX97" fmla="*/ 1961503 w 3349328"/>
              <a:gd name="connsiteY97" fmla="*/ 376122 h 487710"/>
              <a:gd name="connsiteX98" fmla="*/ 1980572 w 3349328"/>
              <a:gd name="connsiteY98" fmla="*/ 341106 h 487710"/>
              <a:gd name="connsiteX99" fmla="*/ 1959463 w 3349328"/>
              <a:gd name="connsiteY99" fmla="*/ 306773 h 487710"/>
              <a:gd name="connsiteX100" fmla="*/ 1906693 w 3349328"/>
              <a:gd name="connsiteY100" fmla="*/ 285828 h 487710"/>
              <a:gd name="connsiteX101" fmla="*/ 1850180 w 3349328"/>
              <a:gd name="connsiteY101" fmla="*/ 267498 h 487710"/>
              <a:gd name="connsiteX102" fmla="*/ 1818860 w 3349328"/>
              <a:gd name="connsiteY102" fmla="*/ 249165 h 487710"/>
              <a:gd name="connsiteX103" fmla="*/ 1781750 w 3349328"/>
              <a:gd name="connsiteY103" fmla="*/ 156833 h 487710"/>
              <a:gd name="connsiteX104" fmla="*/ 1820155 w 3349328"/>
              <a:gd name="connsiteY104" fmla="*/ 49903 h 487710"/>
              <a:gd name="connsiteX105" fmla="*/ 1939788 w 3349328"/>
              <a:gd name="connsiteY105" fmla="*/ 0 h 48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328" h="487710">
                <a:moveTo>
                  <a:pt x="918715" y="111816"/>
                </a:moveTo>
                <a:lnTo>
                  <a:pt x="918715" y="374535"/>
                </a:lnTo>
                <a:lnTo>
                  <a:pt x="946303" y="374535"/>
                </a:lnTo>
                <a:cubicBezTo>
                  <a:pt x="993757" y="374535"/>
                  <a:pt x="1029291" y="358747"/>
                  <a:pt x="1052905" y="327170"/>
                </a:cubicBezTo>
                <a:cubicBezTo>
                  <a:pt x="1070843" y="303090"/>
                  <a:pt x="1079813" y="275035"/>
                  <a:pt x="1079813" y="243005"/>
                </a:cubicBezTo>
                <a:cubicBezTo>
                  <a:pt x="1079813" y="210977"/>
                  <a:pt x="1070843" y="183035"/>
                  <a:pt x="1052905" y="159181"/>
                </a:cubicBezTo>
                <a:cubicBezTo>
                  <a:pt x="1029065" y="127605"/>
                  <a:pt x="993530" y="111816"/>
                  <a:pt x="946303" y="111816"/>
                </a:cubicBezTo>
                <a:close/>
                <a:moveTo>
                  <a:pt x="2629830" y="102981"/>
                </a:moveTo>
                <a:lnTo>
                  <a:pt x="2629830" y="218535"/>
                </a:lnTo>
                <a:lnTo>
                  <a:pt x="2652342" y="218535"/>
                </a:lnTo>
                <a:cubicBezTo>
                  <a:pt x="2677810" y="218535"/>
                  <a:pt x="2696115" y="213227"/>
                  <a:pt x="2707256" y="202610"/>
                </a:cubicBezTo>
                <a:cubicBezTo>
                  <a:pt x="2719308" y="191085"/>
                  <a:pt x="2725333" y="177079"/>
                  <a:pt x="2725333" y="160588"/>
                </a:cubicBezTo>
                <a:cubicBezTo>
                  <a:pt x="2725333" y="144097"/>
                  <a:pt x="2719308" y="130203"/>
                  <a:pt x="2707256" y="118906"/>
                </a:cubicBezTo>
                <a:cubicBezTo>
                  <a:pt x="2695885" y="108289"/>
                  <a:pt x="2677580" y="102981"/>
                  <a:pt x="2652342" y="102981"/>
                </a:cubicBezTo>
                <a:close/>
                <a:moveTo>
                  <a:pt x="222349" y="23791"/>
                </a:moveTo>
                <a:lnTo>
                  <a:pt x="343001" y="23791"/>
                </a:lnTo>
                <a:lnTo>
                  <a:pt x="564934" y="307580"/>
                </a:lnTo>
                <a:lnTo>
                  <a:pt x="564934" y="23791"/>
                </a:lnTo>
                <a:lnTo>
                  <a:pt x="685587" y="23791"/>
                </a:lnTo>
                <a:lnTo>
                  <a:pt x="685587" y="487710"/>
                </a:lnTo>
                <a:lnTo>
                  <a:pt x="564934" y="487710"/>
                </a:lnTo>
                <a:lnTo>
                  <a:pt x="343001" y="203580"/>
                </a:lnTo>
                <a:lnTo>
                  <a:pt x="343001" y="487710"/>
                </a:lnTo>
                <a:lnTo>
                  <a:pt x="222349" y="487710"/>
                </a:lnTo>
                <a:close/>
                <a:moveTo>
                  <a:pt x="0" y="23791"/>
                </a:moveTo>
                <a:lnTo>
                  <a:pt x="120653" y="23791"/>
                </a:lnTo>
                <a:lnTo>
                  <a:pt x="120653" y="487710"/>
                </a:lnTo>
                <a:lnTo>
                  <a:pt x="0" y="487710"/>
                </a:lnTo>
                <a:close/>
                <a:moveTo>
                  <a:pt x="2887110" y="11217"/>
                </a:moveTo>
                <a:lnTo>
                  <a:pt x="3031213" y="11217"/>
                </a:lnTo>
                <a:lnTo>
                  <a:pt x="3118899" y="137647"/>
                </a:lnTo>
                <a:lnTo>
                  <a:pt x="3203186" y="11217"/>
                </a:lnTo>
                <a:lnTo>
                  <a:pt x="3349328" y="11217"/>
                </a:lnTo>
                <a:lnTo>
                  <a:pt x="3175657" y="252183"/>
                </a:lnTo>
                <a:lnTo>
                  <a:pt x="3175657" y="475135"/>
                </a:lnTo>
                <a:lnTo>
                  <a:pt x="3055003" y="475135"/>
                </a:lnTo>
                <a:lnTo>
                  <a:pt x="3055003" y="252183"/>
                </a:lnTo>
                <a:close/>
                <a:moveTo>
                  <a:pt x="2509178" y="11217"/>
                </a:moveTo>
                <a:lnTo>
                  <a:pt x="2696784" y="11217"/>
                </a:lnTo>
                <a:cubicBezTo>
                  <a:pt x="2751617" y="11217"/>
                  <a:pt x="2792173" y="27643"/>
                  <a:pt x="2818457" y="60497"/>
                </a:cubicBezTo>
                <a:cubicBezTo>
                  <a:pt x="2839755" y="87006"/>
                  <a:pt x="2850405" y="118161"/>
                  <a:pt x="2850405" y="153960"/>
                </a:cubicBezTo>
                <a:cubicBezTo>
                  <a:pt x="2850405" y="194971"/>
                  <a:pt x="2838170" y="227712"/>
                  <a:pt x="2813699" y="252183"/>
                </a:cubicBezTo>
                <a:cubicBezTo>
                  <a:pt x="2798065" y="267816"/>
                  <a:pt x="2776540" y="278692"/>
                  <a:pt x="2749123" y="284810"/>
                </a:cubicBezTo>
                <a:lnTo>
                  <a:pt x="2894927" y="475135"/>
                </a:lnTo>
                <a:lnTo>
                  <a:pt x="2745046" y="475135"/>
                </a:lnTo>
                <a:lnTo>
                  <a:pt x="2629830" y="297045"/>
                </a:lnTo>
                <a:lnTo>
                  <a:pt x="2629830" y="475135"/>
                </a:lnTo>
                <a:lnTo>
                  <a:pt x="2509178" y="475135"/>
                </a:lnTo>
                <a:close/>
                <a:moveTo>
                  <a:pt x="2136647" y="11217"/>
                </a:moveTo>
                <a:lnTo>
                  <a:pt x="2455441" y="11217"/>
                </a:lnTo>
                <a:lnTo>
                  <a:pt x="2455441" y="111816"/>
                </a:lnTo>
                <a:lnTo>
                  <a:pt x="2355520" y="111816"/>
                </a:lnTo>
                <a:lnTo>
                  <a:pt x="2355520" y="475135"/>
                </a:lnTo>
                <a:lnTo>
                  <a:pt x="2234868" y="475135"/>
                </a:lnTo>
                <a:lnTo>
                  <a:pt x="2234868" y="111816"/>
                </a:lnTo>
                <a:lnTo>
                  <a:pt x="2136647" y="111816"/>
                </a:lnTo>
                <a:close/>
                <a:moveTo>
                  <a:pt x="1281429" y="11217"/>
                </a:moveTo>
                <a:lnTo>
                  <a:pt x="1402081" y="11217"/>
                </a:lnTo>
                <a:lnTo>
                  <a:pt x="1402081" y="262151"/>
                </a:lnTo>
                <a:cubicBezTo>
                  <a:pt x="1402081" y="282294"/>
                  <a:pt x="1402421" y="297347"/>
                  <a:pt x="1403101" y="307310"/>
                </a:cubicBezTo>
                <a:cubicBezTo>
                  <a:pt x="1405367" y="338775"/>
                  <a:pt x="1419754" y="360733"/>
                  <a:pt x="1446264" y="373180"/>
                </a:cubicBezTo>
                <a:cubicBezTo>
                  <a:pt x="1457139" y="378388"/>
                  <a:pt x="1469148" y="380992"/>
                  <a:pt x="1482289" y="380992"/>
                </a:cubicBezTo>
                <a:cubicBezTo>
                  <a:pt x="1511745" y="380992"/>
                  <a:pt x="1533949" y="370691"/>
                  <a:pt x="1548903" y="350091"/>
                </a:cubicBezTo>
                <a:cubicBezTo>
                  <a:pt x="1560006" y="334924"/>
                  <a:pt x="1565557" y="305610"/>
                  <a:pt x="1565557" y="262151"/>
                </a:cubicBezTo>
                <a:lnTo>
                  <a:pt x="1565557" y="11217"/>
                </a:lnTo>
                <a:lnTo>
                  <a:pt x="1686210" y="11217"/>
                </a:lnTo>
                <a:lnTo>
                  <a:pt x="1686210" y="278692"/>
                </a:lnTo>
                <a:cubicBezTo>
                  <a:pt x="1686210" y="306561"/>
                  <a:pt x="1683944" y="330351"/>
                  <a:pt x="1679413" y="350064"/>
                </a:cubicBezTo>
                <a:cubicBezTo>
                  <a:pt x="1672389" y="380652"/>
                  <a:pt x="1655622" y="408522"/>
                  <a:pt x="1629112" y="433672"/>
                </a:cubicBezTo>
                <a:cubicBezTo>
                  <a:pt x="1591500" y="469244"/>
                  <a:pt x="1541200" y="487030"/>
                  <a:pt x="1478212" y="487030"/>
                </a:cubicBezTo>
                <a:cubicBezTo>
                  <a:pt x="1414090" y="487030"/>
                  <a:pt x="1364016" y="468904"/>
                  <a:pt x="1327990" y="432652"/>
                </a:cubicBezTo>
                <a:cubicBezTo>
                  <a:pt x="1308958" y="413619"/>
                  <a:pt x="1295929" y="389715"/>
                  <a:pt x="1288906" y="360940"/>
                </a:cubicBezTo>
                <a:cubicBezTo>
                  <a:pt x="1283921" y="340548"/>
                  <a:pt x="1281429" y="313131"/>
                  <a:pt x="1281429" y="278692"/>
                </a:cubicBezTo>
                <a:close/>
                <a:moveTo>
                  <a:pt x="798063" y="11217"/>
                </a:moveTo>
                <a:lnTo>
                  <a:pt x="976153" y="11217"/>
                </a:lnTo>
                <a:cubicBezTo>
                  <a:pt x="1019656" y="11217"/>
                  <a:pt x="1059987" y="23337"/>
                  <a:pt x="1097146" y="47581"/>
                </a:cubicBezTo>
                <a:cubicBezTo>
                  <a:pt x="1133625" y="71146"/>
                  <a:pt x="1161607" y="102641"/>
                  <a:pt x="1181093" y="142065"/>
                </a:cubicBezTo>
                <a:cubicBezTo>
                  <a:pt x="1196954" y="174692"/>
                  <a:pt x="1204883" y="208339"/>
                  <a:pt x="1204883" y="243005"/>
                </a:cubicBezTo>
                <a:cubicBezTo>
                  <a:pt x="1204883" y="291267"/>
                  <a:pt x="1190325" y="335960"/>
                  <a:pt x="1161210" y="377084"/>
                </a:cubicBezTo>
                <a:cubicBezTo>
                  <a:pt x="1132096" y="418207"/>
                  <a:pt x="1094879" y="446699"/>
                  <a:pt x="1049564" y="462560"/>
                </a:cubicBezTo>
                <a:cubicBezTo>
                  <a:pt x="1025547" y="470943"/>
                  <a:pt x="1001077" y="475135"/>
                  <a:pt x="976153" y="475135"/>
                </a:cubicBezTo>
                <a:lnTo>
                  <a:pt x="798063" y="475135"/>
                </a:lnTo>
                <a:close/>
                <a:moveTo>
                  <a:pt x="1939788" y="0"/>
                </a:moveTo>
                <a:cubicBezTo>
                  <a:pt x="1989862" y="0"/>
                  <a:pt x="2038916" y="12575"/>
                  <a:pt x="2086950" y="37726"/>
                </a:cubicBezTo>
                <a:lnTo>
                  <a:pt x="2038689" y="131529"/>
                </a:lnTo>
                <a:cubicBezTo>
                  <a:pt x="2012339" y="110910"/>
                  <a:pt x="1985760" y="100602"/>
                  <a:pt x="1958953" y="100602"/>
                </a:cubicBezTo>
                <a:cubicBezTo>
                  <a:pt x="1946007" y="100602"/>
                  <a:pt x="1934421" y="103899"/>
                  <a:pt x="1924196" y="110494"/>
                </a:cubicBezTo>
                <a:cubicBezTo>
                  <a:pt x="1912613" y="118000"/>
                  <a:pt x="1906822" y="128007"/>
                  <a:pt x="1906822" y="140514"/>
                </a:cubicBezTo>
                <a:cubicBezTo>
                  <a:pt x="1906822" y="152792"/>
                  <a:pt x="1914423" y="163365"/>
                  <a:pt x="1929629" y="172233"/>
                </a:cubicBezTo>
                <a:cubicBezTo>
                  <a:pt x="1936440" y="176330"/>
                  <a:pt x="1956869" y="183380"/>
                  <a:pt x="1990911" y="193384"/>
                </a:cubicBezTo>
                <a:cubicBezTo>
                  <a:pt x="2033583" y="205862"/>
                  <a:pt x="2063995" y="223556"/>
                  <a:pt x="2082150" y="246468"/>
                </a:cubicBezTo>
                <a:cubicBezTo>
                  <a:pt x="2097812" y="265976"/>
                  <a:pt x="2105644" y="291040"/>
                  <a:pt x="2105644" y="321663"/>
                </a:cubicBezTo>
                <a:cubicBezTo>
                  <a:pt x="2105644" y="400148"/>
                  <a:pt x="2071204" y="451300"/>
                  <a:pt x="2002323" y="475119"/>
                </a:cubicBezTo>
                <a:cubicBezTo>
                  <a:pt x="1978306" y="483513"/>
                  <a:pt x="1952476" y="487710"/>
                  <a:pt x="1924834" y="487710"/>
                </a:cubicBezTo>
                <a:cubicBezTo>
                  <a:pt x="1866829" y="487710"/>
                  <a:pt x="1813018" y="470151"/>
                  <a:pt x="1763397" y="435031"/>
                </a:cubicBezTo>
                <a:lnTo>
                  <a:pt x="1815056" y="337828"/>
                </a:lnTo>
                <a:cubicBezTo>
                  <a:pt x="1851383" y="370682"/>
                  <a:pt x="1886915" y="387110"/>
                  <a:pt x="1921653" y="387110"/>
                </a:cubicBezTo>
                <a:cubicBezTo>
                  <a:pt x="1937319" y="387110"/>
                  <a:pt x="1950602" y="383447"/>
                  <a:pt x="1961503" y="376122"/>
                </a:cubicBezTo>
                <a:cubicBezTo>
                  <a:pt x="1974216" y="367884"/>
                  <a:pt x="1980572" y="356212"/>
                  <a:pt x="1980572" y="341106"/>
                </a:cubicBezTo>
                <a:cubicBezTo>
                  <a:pt x="1980572" y="327372"/>
                  <a:pt x="1973536" y="315929"/>
                  <a:pt x="1959463" y="306773"/>
                </a:cubicBezTo>
                <a:cubicBezTo>
                  <a:pt x="1949023" y="299905"/>
                  <a:pt x="1931433" y="292924"/>
                  <a:pt x="1906693" y="285828"/>
                </a:cubicBezTo>
                <a:cubicBezTo>
                  <a:pt x="1876736" y="277003"/>
                  <a:pt x="1857898" y="270893"/>
                  <a:pt x="1850180" y="267498"/>
                </a:cubicBezTo>
                <a:cubicBezTo>
                  <a:pt x="1837923" y="262294"/>
                  <a:pt x="1827484" y="256182"/>
                  <a:pt x="1818860" y="249165"/>
                </a:cubicBezTo>
                <a:cubicBezTo>
                  <a:pt x="1794119" y="228798"/>
                  <a:pt x="1781750" y="198021"/>
                  <a:pt x="1781750" y="156833"/>
                </a:cubicBezTo>
                <a:cubicBezTo>
                  <a:pt x="1781750" y="113833"/>
                  <a:pt x="1794552" y="78189"/>
                  <a:pt x="1820155" y="49903"/>
                </a:cubicBezTo>
                <a:cubicBezTo>
                  <a:pt x="1850063" y="16634"/>
                  <a:pt x="1889941" y="0"/>
                  <a:pt x="193978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25000">
                <a:schemeClr val="accent5"/>
              </a:gs>
              <a:gs pos="53000">
                <a:schemeClr val="accent2"/>
              </a:gs>
              <a:gs pos="100000">
                <a:schemeClr val="bg1"/>
              </a:gs>
              <a:gs pos="80000">
                <a:schemeClr val="accent1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sz="5400" b="1" dirty="0">
              <a:solidFill>
                <a:schemeClr val="bg1">
                  <a:lumMod val="8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US" altLang="ko-KR" sz="5400" u="sng" dirty="0">
                <a:solidFill>
                  <a:schemeClr val="bg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Enterprise Resource </a:t>
            </a:r>
            <a:r>
              <a:rPr lang="en-US" altLang="ko-KR" sz="5400" u="sng" dirty="0" err="1">
                <a:solidFill>
                  <a:schemeClr val="bg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  <a:endParaRPr lang="ko-KR" altLang="en-US" sz="5400" u="sng" dirty="0">
              <a:solidFill>
                <a:schemeClr val="bg1">
                  <a:lumMod val="8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854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13623931-15D2-4834-8280-54ACC1445BD1}"/>
              </a:ext>
            </a:extLst>
          </p:cNvPr>
          <p:cNvSpPr txBox="1"/>
          <p:nvPr/>
        </p:nvSpPr>
        <p:spPr>
          <a:xfrm>
            <a:off x="4864662" y="391514"/>
            <a:ext cx="66034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Introduction</a:t>
            </a:r>
            <a:endParaRPr lang="ko-KR" altLang="en-US" sz="5400" dirty="0">
              <a:solidFill>
                <a:schemeClr val="accent6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904A8F-9E53-4454-9EE8-7899E445985B}"/>
              </a:ext>
            </a:extLst>
          </p:cNvPr>
          <p:cNvGrpSpPr/>
          <p:nvPr/>
        </p:nvGrpSpPr>
        <p:grpSpPr>
          <a:xfrm>
            <a:off x="4864662" y="1609757"/>
            <a:ext cx="7162239" cy="2515424"/>
            <a:chOff x="256873" y="2407329"/>
            <a:chExt cx="4148196" cy="251542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67D6A4-5513-4B78-82BC-5AE8CFA67E7E}"/>
                </a:ext>
              </a:extLst>
            </p:cNvPr>
            <p:cNvSpPr txBox="1"/>
            <p:nvPr/>
          </p:nvSpPr>
          <p:spPr>
            <a:xfrm>
              <a:off x="256873" y="2925603"/>
              <a:ext cx="4148196" cy="19971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GB" sz="1200" dirty="0"/>
                <a:t>ERP </a:t>
              </a:r>
              <a:r>
                <a:rPr lang="en-GB" sz="1200" dirty="0" err="1"/>
                <a:t>adalah</a:t>
              </a:r>
              <a:r>
                <a:rPr lang="en-GB" sz="1200" dirty="0"/>
                <a:t> </a:t>
              </a:r>
              <a:r>
                <a:rPr lang="en-GB" sz="1200" dirty="0" err="1"/>
                <a:t>sistem</a:t>
              </a:r>
              <a:r>
                <a:rPr lang="en-GB" sz="1200" dirty="0"/>
                <a:t> </a:t>
              </a:r>
              <a:r>
                <a:rPr lang="en-GB" sz="1200" dirty="0" err="1"/>
                <a:t>informasi</a:t>
              </a:r>
              <a:r>
                <a:rPr lang="en-GB" sz="1200" dirty="0"/>
                <a:t> yang </a:t>
              </a:r>
              <a:r>
                <a:rPr lang="en-GB" sz="1200" dirty="0" err="1"/>
                <a:t>diadopsi</a:t>
              </a:r>
              <a:r>
                <a:rPr lang="en-GB" sz="1200" dirty="0"/>
                <a:t> oleh </a:t>
              </a:r>
              <a:r>
                <a:rPr lang="en-GB" sz="1200" dirty="0" err="1"/>
                <a:t>perusahaan</a:t>
              </a:r>
              <a:r>
                <a:rPr lang="en-GB" sz="1200" dirty="0"/>
                <a:t> </a:t>
              </a:r>
              <a:r>
                <a:rPr lang="en-GB" sz="1200" dirty="0" err="1"/>
                <a:t>manufaktur</a:t>
              </a:r>
              <a:r>
                <a:rPr lang="en-GB" sz="1200" dirty="0"/>
                <a:t> </a:t>
              </a:r>
              <a:r>
                <a:rPr lang="en-GB" sz="1200" dirty="0" err="1"/>
                <a:t>maupun</a:t>
              </a:r>
              <a:r>
                <a:rPr lang="en-GB" sz="1200" dirty="0"/>
                <a:t> </a:t>
              </a:r>
              <a:r>
                <a:rPr lang="en-GB" sz="1200" dirty="0" err="1"/>
                <a:t>jasa</a:t>
              </a:r>
              <a:endParaRPr lang="en-GB" sz="1200" dirty="0"/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guna</a:t>
              </a:r>
              <a:r>
                <a:rPr lang="en-GB" sz="1200" dirty="0"/>
                <a:t> </a:t>
              </a:r>
              <a:r>
                <a:rPr lang="en-GB" sz="1200" dirty="0" err="1"/>
                <a:t>menggabungkan</a:t>
              </a:r>
              <a:r>
                <a:rPr lang="en-GB" sz="1200" dirty="0"/>
                <a:t> </a:t>
              </a:r>
              <a:r>
                <a:rPr lang="en-GB" sz="1200" dirty="0" err="1"/>
                <a:t>semua</a:t>
              </a:r>
              <a:r>
                <a:rPr lang="en-GB" sz="1200" dirty="0"/>
                <a:t> </a:t>
              </a:r>
              <a:r>
                <a:rPr lang="en-GB" sz="1200" dirty="0" err="1"/>
                <a:t>fungsi</a:t>
              </a:r>
              <a:r>
                <a:rPr lang="en-GB" sz="1200" dirty="0"/>
                <a:t> dan </a:t>
              </a:r>
              <a:r>
                <a:rPr lang="en-GB" sz="1200" dirty="0" err="1"/>
                <a:t>departemen</a:t>
              </a:r>
              <a:r>
                <a:rPr lang="en-GB" sz="1200" dirty="0"/>
                <a:t> </a:t>
              </a:r>
              <a:r>
                <a:rPr lang="en-GB" sz="1200" dirty="0" err="1"/>
                <a:t>perusahaan</a:t>
              </a:r>
              <a:r>
                <a:rPr lang="en-GB" sz="1200" dirty="0"/>
                <a:t> </a:t>
              </a:r>
              <a:r>
                <a:rPr lang="en-GB" sz="1200" dirty="0" err="1"/>
                <a:t>menjadi</a:t>
              </a:r>
              <a:r>
                <a:rPr lang="en-GB" sz="1200" dirty="0"/>
                <a:t> </a:t>
              </a:r>
              <a:r>
                <a:rPr lang="en-GB" sz="1200" dirty="0" err="1"/>
                <a:t>sebuah</a:t>
              </a:r>
              <a:r>
                <a:rPr lang="en-GB" sz="1200" dirty="0"/>
                <a:t> </a:t>
              </a:r>
              <a:r>
                <a:rPr lang="en-GB" sz="1200" dirty="0" err="1"/>
                <a:t>sistem</a:t>
              </a:r>
              <a:endParaRPr lang="en-GB" sz="1200" dirty="0"/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tunggal</a:t>
              </a:r>
              <a:r>
                <a:rPr lang="en-GB" sz="1200" dirty="0"/>
                <a:t> yang </a:t>
              </a:r>
              <a:r>
                <a:rPr lang="en-GB" sz="1200" dirty="0" err="1"/>
                <a:t>mampu</a:t>
              </a:r>
              <a:r>
                <a:rPr lang="en-GB" sz="1200" dirty="0"/>
                <a:t> </a:t>
              </a:r>
              <a:r>
                <a:rPr lang="en-GB" sz="1200" dirty="0" err="1"/>
                <a:t>memenuhi</a:t>
              </a:r>
              <a:r>
                <a:rPr lang="en-GB" sz="1200" dirty="0"/>
                <a:t> </a:t>
              </a:r>
              <a:r>
                <a:rPr lang="en-GB" sz="1200" dirty="0" err="1"/>
                <a:t>kebutuhan</a:t>
              </a:r>
              <a:r>
                <a:rPr lang="en-GB" sz="1200" dirty="0"/>
                <a:t> </a:t>
              </a:r>
              <a:r>
                <a:rPr lang="en-GB" sz="1200" dirty="0" err="1"/>
                <a:t>menyeluruh</a:t>
              </a:r>
              <a:r>
                <a:rPr lang="en-GB" sz="1200" dirty="0"/>
                <a:t>. </a:t>
              </a:r>
              <a:r>
                <a:rPr lang="en-GB" sz="1200" dirty="0" err="1"/>
                <a:t>Dengan</a:t>
              </a:r>
              <a:r>
                <a:rPr lang="en-GB" sz="1200" dirty="0"/>
                <a:t> </a:t>
              </a:r>
              <a:r>
                <a:rPr lang="en-GB" sz="1200" dirty="0" err="1"/>
                <a:t>kemampuannya</a:t>
              </a:r>
              <a:endParaRPr lang="en-GB" sz="1200" dirty="0"/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mengintegrasikan</a:t>
              </a:r>
              <a:r>
                <a:rPr lang="en-GB" sz="1200" dirty="0"/>
                <a:t> </a:t>
              </a:r>
              <a:r>
                <a:rPr lang="en-GB" sz="1200" dirty="0" err="1"/>
                <a:t>beragam</a:t>
              </a:r>
              <a:r>
                <a:rPr lang="en-GB" sz="1200" dirty="0"/>
                <a:t> </a:t>
              </a:r>
              <a:r>
                <a:rPr lang="en-GB" sz="1200" dirty="0" err="1"/>
                <a:t>bagian</a:t>
              </a:r>
              <a:r>
                <a:rPr lang="en-GB" sz="1200" dirty="0"/>
                <a:t> </a:t>
              </a:r>
              <a:r>
                <a:rPr lang="en-GB" sz="1200" dirty="0" err="1"/>
                <a:t>fungsional</a:t>
              </a:r>
              <a:r>
                <a:rPr lang="en-GB" sz="1200" dirty="0"/>
                <a:t> </a:t>
              </a:r>
              <a:r>
                <a:rPr lang="en-GB" sz="1200" dirty="0" err="1"/>
                <a:t>seperti</a:t>
              </a:r>
              <a:r>
                <a:rPr lang="en-GB" sz="1200" dirty="0"/>
                <a:t> </a:t>
              </a:r>
              <a:r>
                <a:rPr lang="en-GB" sz="1200" dirty="0" err="1"/>
                <a:t>pemasaran</a:t>
              </a:r>
              <a:r>
                <a:rPr lang="en-GB" sz="1200" dirty="0"/>
                <a:t>, </a:t>
              </a:r>
              <a:r>
                <a:rPr lang="en-GB" sz="1200" dirty="0" err="1"/>
                <a:t>penjualan</a:t>
              </a:r>
              <a:r>
                <a:rPr lang="en-GB" sz="1200" dirty="0"/>
                <a:t>, </a:t>
              </a:r>
              <a:r>
                <a:rPr lang="en-GB" sz="1200" dirty="0" err="1"/>
                <a:t>pembelian</a:t>
              </a:r>
              <a:r>
                <a:rPr lang="en-GB" sz="1200" dirty="0"/>
                <a:t>,</a:t>
              </a:r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keuangan</a:t>
              </a:r>
              <a:r>
                <a:rPr lang="en-GB" sz="1200" dirty="0"/>
                <a:t>, </a:t>
              </a:r>
              <a:r>
                <a:rPr lang="en-GB" sz="1200" dirty="0" err="1"/>
                <a:t>operasional</a:t>
              </a:r>
              <a:r>
                <a:rPr lang="en-GB" sz="1200" dirty="0"/>
                <a:t>, </a:t>
              </a:r>
              <a:r>
                <a:rPr lang="en-GB" sz="1200" dirty="0" err="1"/>
                <a:t>pengembangan</a:t>
              </a:r>
              <a:r>
                <a:rPr lang="en-GB" sz="1200" dirty="0"/>
                <a:t> </a:t>
              </a:r>
              <a:r>
                <a:rPr lang="en-GB" sz="1200" dirty="0" err="1"/>
                <a:t>produk</a:t>
              </a:r>
              <a:r>
                <a:rPr lang="en-GB" sz="1200" dirty="0"/>
                <a:t>, dan </a:t>
              </a:r>
              <a:r>
                <a:rPr lang="en-GB" sz="1200" dirty="0" err="1"/>
                <a:t>sumber</a:t>
              </a:r>
              <a:r>
                <a:rPr lang="en-GB" sz="1200" dirty="0"/>
                <a:t> </a:t>
              </a:r>
              <a:r>
                <a:rPr lang="en-GB" sz="1200" dirty="0" err="1"/>
                <a:t>daya</a:t>
              </a:r>
              <a:r>
                <a:rPr lang="en-GB" sz="1200" dirty="0"/>
                <a:t> </a:t>
              </a:r>
              <a:r>
                <a:rPr lang="en-GB" sz="1200" dirty="0" err="1"/>
                <a:t>manusia</a:t>
              </a:r>
              <a:r>
                <a:rPr lang="en-GB" sz="1200" dirty="0"/>
                <a:t>, ERP </a:t>
              </a:r>
              <a:r>
                <a:rPr lang="en-GB" sz="1200" dirty="0" err="1"/>
                <a:t>memberikan</a:t>
              </a:r>
              <a:endParaRPr lang="en-GB" sz="1200" dirty="0"/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keseluruhan</a:t>
              </a:r>
              <a:r>
                <a:rPr lang="en-GB" sz="1200" dirty="0"/>
                <a:t> </a:t>
              </a:r>
              <a:r>
                <a:rPr lang="en-GB" sz="1200" dirty="0" err="1"/>
                <a:t>pandangan</a:t>
              </a:r>
              <a:r>
                <a:rPr lang="en-GB" sz="1200" dirty="0"/>
                <a:t> yang </a:t>
              </a:r>
              <a:r>
                <a:rPr lang="en-GB" sz="1200" dirty="0" err="1"/>
                <a:t>memungkinkan</a:t>
              </a:r>
              <a:r>
                <a:rPr lang="en-GB" sz="1200" dirty="0"/>
                <a:t> </a:t>
              </a:r>
              <a:r>
                <a:rPr lang="en-GB" sz="1200" dirty="0" err="1"/>
                <a:t>koordinasi</a:t>
              </a:r>
              <a:r>
                <a:rPr lang="en-GB" sz="1200" dirty="0"/>
                <a:t> dan </a:t>
              </a:r>
              <a:r>
                <a:rPr lang="en-GB" sz="1200" dirty="0" err="1"/>
                <a:t>kolaborasi</a:t>
              </a:r>
              <a:r>
                <a:rPr lang="en-GB" sz="1200" dirty="0"/>
                <a:t> </a:t>
              </a:r>
              <a:r>
                <a:rPr lang="en-GB" sz="1200" dirty="0" err="1"/>
                <a:t>efisien</a:t>
              </a:r>
              <a:r>
                <a:rPr lang="en-GB" sz="1200" dirty="0"/>
                <a:t> di </a:t>
              </a:r>
              <a:r>
                <a:rPr lang="en-GB" sz="1200" dirty="0" err="1"/>
                <a:t>seluruh</a:t>
              </a:r>
              <a:endParaRPr lang="en-GB" sz="1200" dirty="0"/>
            </a:p>
            <a:p>
              <a:pPr algn="just">
                <a:lnSpc>
                  <a:spcPct val="150000"/>
                </a:lnSpc>
              </a:pPr>
              <a:r>
                <a:rPr lang="en-GB" sz="1200" dirty="0" err="1"/>
                <a:t>organisasi</a:t>
              </a:r>
              <a:r>
                <a:rPr lang="en-GB" sz="1200" dirty="0"/>
                <a:t> (</a:t>
              </a:r>
              <a:r>
                <a:rPr lang="en-GB" sz="1200" dirty="0" err="1"/>
                <a:t>Maharsanti</a:t>
              </a:r>
              <a:r>
                <a:rPr lang="en-GB" sz="1200" dirty="0"/>
                <a:t>, 2023).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EEEB66-0819-4EF7-B983-0AFE673F7D27}"/>
                </a:ext>
              </a:extLst>
            </p:cNvPr>
            <p:cNvSpPr txBox="1"/>
            <p:nvPr/>
          </p:nvSpPr>
          <p:spPr>
            <a:xfrm>
              <a:off x="256873" y="2407329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Enterprise Resource Planning (ERP)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10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13623931-15D2-4834-8280-54ACC1445BD1}"/>
              </a:ext>
            </a:extLst>
          </p:cNvPr>
          <p:cNvSpPr txBox="1"/>
          <p:nvPr/>
        </p:nvSpPr>
        <p:spPr>
          <a:xfrm>
            <a:off x="5588561" y="0"/>
            <a:ext cx="66034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Introduction</a:t>
            </a:r>
            <a:endParaRPr lang="ko-KR" altLang="en-US" sz="5400" dirty="0">
              <a:solidFill>
                <a:schemeClr val="accent6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904A8F-9E53-4454-9EE8-7899E445985B}"/>
              </a:ext>
            </a:extLst>
          </p:cNvPr>
          <p:cNvGrpSpPr/>
          <p:nvPr/>
        </p:nvGrpSpPr>
        <p:grpSpPr>
          <a:xfrm>
            <a:off x="5787538" y="1034860"/>
            <a:ext cx="6165289" cy="2125973"/>
            <a:chOff x="380848" y="1965782"/>
            <a:chExt cx="3570786" cy="212597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67D6A4-5513-4B78-82BC-5AE8CFA67E7E}"/>
                </a:ext>
              </a:extLst>
            </p:cNvPr>
            <p:cNvSpPr txBox="1"/>
            <p:nvPr/>
          </p:nvSpPr>
          <p:spPr>
            <a:xfrm>
              <a:off x="380848" y="3756599"/>
              <a:ext cx="3570786" cy="3351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just">
                <a:lnSpc>
                  <a:spcPct val="150000"/>
                </a:lnSpc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EEEB66-0819-4EF7-B983-0AFE673F7D27}"/>
                </a:ext>
              </a:extLst>
            </p:cNvPr>
            <p:cNvSpPr txBox="1"/>
            <p:nvPr/>
          </p:nvSpPr>
          <p:spPr>
            <a:xfrm>
              <a:off x="380848" y="1965782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GB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Apa</a:t>
              </a:r>
              <a:r>
                <a:rPr lang="en-GB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GB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itu</a:t>
              </a:r>
              <a:r>
                <a:rPr lang="en-GB" altLang="ko-KR" sz="1400" b="1" dirty="0">
                  <a:solidFill>
                    <a:schemeClr val="bg1"/>
                  </a:solidFill>
                  <a:cs typeface="Arial" pitchFamily="34" charset="0"/>
                </a:rPr>
                <a:t> Manufacturing ERP inventory Management?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A82DFA-2EFF-5938-ACE4-FEB1D80E1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77738"/>
            <a:ext cx="5448300" cy="53230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C2441-A01D-2348-72E9-F3A3EADE7187}"/>
              </a:ext>
            </a:extLst>
          </p:cNvPr>
          <p:cNvSpPr txBox="1"/>
          <p:nvPr/>
        </p:nvSpPr>
        <p:spPr>
          <a:xfrm>
            <a:off x="5787537" y="1579183"/>
            <a:ext cx="6165289" cy="338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200" dirty="0" err="1"/>
              <a:t>Manajemen</a:t>
            </a:r>
            <a:r>
              <a:rPr lang="en-GB" sz="1200" dirty="0"/>
              <a:t> Inventory ERP </a:t>
            </a:r>
            <a:r>
              <a:rPr lang="en-GB" sz="1200" dirty="0" err="1"/>
              <a:t>manufaktur</a:t>
            </a:r>
            <a:r>
              <a:rPr lang="en-GB" sz="1200" dirty="0"/>
              <a:t> </a:t>
            </a:r>
            <a:r>
              <a:rPr lang="en-GB" sz="1200" dirty="0" err="1"/>
              <a:t>tidak</a:t>
            </a:r>
            <a:r>
              <a:rPr lang="en-GB" sz="1200" dirty="0"/>
              <a:t> lain </a:t>
            </a:r>
            <a:r>
              <a:rPr lang="en-GB" sz="1200" dirty="0" err="1"/>
              <a:t>hanyalah</a:t>
            </a:r>
            <a:r>
              <a:rPr lang="en-GB" sz="1200" dirty="0"/>
              <a:t> </a:t>
            </a:r>
            <a:r>
              <a:rPr lang="en-GB" sz="1200" dirty="0" err="1"/>
              <a:t>sebuah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yang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produsen</a:t>
            </a:r>
            <a:r>
              <a:rPr lang="en-GB" sz="1200" dirty="0"/>
              <a:t>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mengelola</a:t>
            </a:r>
            <a:r>
              <a:rPr lang="en-GB" sz="1200" dirty="0"/>
              <a:t> </a:t>
            </a:r>
            <a:r>
              <a:rPr lang="en-GB" sz="1200" dirty="0" err="1"/>
              <a:t>semua</a:t>
            </a:r>
            <a:r>
              <a:rPr lang="en-GB" sz="1200" dirty="0"/>
              <a:t> </a:t>
            </a:r>
            <a:r>
              <a:rPr lang="en-GB" sz="1200" dirty="0" err="1"/>
              <a:t>aspek</a:t>
            </a:r>
            <a:r>
              <a:rPr lang="en-GB" sz="1200" dirty="0"/>
              <a:t> </a:t>
            </a:r>
            <a:r>
              <a:rPr lang="en-GB" sz="1200" dirty="0" err="1"/>
              <a:t>bisnis</a:t>
            </a:r>
            <a:r>
              <a:rPr lang="en-GB" sz="1200" dirty="0"/>
              <a:t> </a:t>
            </a:r>
            <a:r>
              <a:rPr lang="en-GB" sz="1200" dirty="0" err="1"/>
              <a:t>manufaktur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 </a:t>
            </a:r>
            <a:r>
              <a:rPr lang="en-GB" sz="1200" dirty="0" err="1"/>
              <a:t>seperti</a:t>
            </a:r>
            <a:r>
              <a:rPr lang="en-GB" sz="1200" dirty="0"/>
              <a:t> inventory, </a:t>
            </a:r>
            <a:r>
              <a:rPr lang="en-GB" sz="1200" dirty="0" err="1"/>
              <a:t>perencanaan</a:t>
            </a:r>
            <a:r>
              <a:rPr lang="en-GB" sz="1200" dirty="0"/>
              <a:t>, </a:t>
            </a:r>
            <a:r>
              <a:rPr lang="en-GB" sz="1200" dirty="0" err="1"/>
              <a:t>akuntansi</a:t>
            </a:r>
            <a:r>
              <a:rPr lang="en-GB" sz="1200" dirty="0"/>
              <a:t>, </a:t>
            </a:r>
            <a:r>
              <a:rPr lang="en-GB" sz="1200" dirty="0" err="1"/>
              <a:t>rantai</a:t>
            </a:r>
            <a:r>
              <a:rPr lang="en-GB" sz="1200" dirty="0"/>
              <a:t> </a:t>
            </a:r>
            <a:r>
              <a:rPr lang="en-GB" sz="1200" dirty="0" err="1"/>
              <a:t>pasokan</a:t>
            </a:r>
            <a:r>
              <a:rPr lang="en-GB" sz="1200" dirty="0"/>
              <a:t>, dan </a:t>
            </a:r>
            <a:r>
              <a:rPr lang="en-GB" sz="1200" dirty="0" err="1"/>
              <a:t>banyak</a:t>
            </a:r>
            <a:r>
              <a:rPr lang="en-GB" sz="1200" dirty="0"/>
              <a:t> </a:t>
            </a:r>
            <a:r>
              <a:rPr lang="en-GB" sz="1200" dirty="0" err="1"/>
              <a:t>lagi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satu</a:t>
            </a:r>
            <a:r>
              <a:rPr lang="en-GB" sz="1200" dirty="0"/>
              <a:t> platform,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visibilitas</a:t>
            </a:r>
            <a:r>
              <a:rPr lang="en-GB" sz="1200" dirty="0"/>
              <a:t> real-time </a:t>
            </a:r>
            <a:r>
              <a:rPr lang="en-GB" sz="1200" dirty="0" err="1"/>
              <a:t>ke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inventory pada </a:t>
            </a:r>
            <a:r>
              <a:rPr lang="en-GB" sz="1200" dirty="0" err="1"/>
              <a:t>saat</a:t>
            </a:r>
            <a:r>
              <a:rPr lang="en-GB" sz="1200" dirty="0"/>
              <a:t> yang </a:t>
            </a:r>
            <a:r>
              <a:rPr lang="en-GB" sz="1200" dirty="0" err="1"/>
              <a:t>bersamaan</a:t>
            </a:r>
            <a:r>
              <a:rPr lang="en-GB" sz="1200" dirty="0"/>
              <a:t>. </a:t>
            </a:r>
            <a:r>
              <a:rPr lang="en-GB" sz="1200" dirty="0" err="1"/>
              <a:t>kepada</a:t>
            </a:r>
            <a:r>
              <a:rPr lang="en-GB" sz="1200" dirty="0"/>
              <a:t> </a:t>
            </a:r>
            <a:r>
              <a:rPr lang="en-GB" sz="1200" dirty="0" err="1"/>
              <a:t>semua</a:t>
            </a:r>
            <a:r>
              <a:rPr lang="en-GB" sz="1200" dirty="0"/>
              <a:t> </a:t>
            </a:r>
            <a:r>
              <a:rPr lang="en-GB" sz="1200" dirty="0" err="1"/>
              <a:t>pemangku</a:t>
            </a:r>
            <a:r>
              <a:rPr lang="en-GB" sz="1200" dirty="0"/>
              <a:t> </a:t>
            </a:r>
            <a:r>
              <a:rPr lang="en-GB" sz="1200" dirty="0" err="1"/>
              <a:t>kepentingan</a:t>
            </a:r>
            <a:r>
              <a:rPr lang="en-GB" sz="1200" dirty="0"/>
              <a:t> di </a:t>
            </a:r>
            <a:r>
              <a:rPr lang="en-GB" sz="1200" dirty="0" err="1"/>
              <a:t>berbagai</a:t>
            </a:r>
            <a:r>
              <a:rPr lang="en-GB" sz="1200" dirty="0"/>
              <a:t> </a:t>
            </a:r>
            <a:r>
              <a:rPr lang="en-GB" sz="1200" dirty="0" err="1"/>
              <a:t>departemen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organisasi</a:t>
            </a:r>
            <a:r>
              <a:rPr lang="en-GB" sz="1200" dirty="0"/>
              <a:t>.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Sistem</a:t>
            </a:r>
            <a:r>
              <a:rPr lang="en-GB" sz="1200" dirty="0"/>
              <a:t> </a:t>
            </a:r>
            <a:r>
              <a:rPr lang="en-GB" sz="1200" dirty="0" err="1"/>
              <a:t>seperti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produsen</a:t>
            </a:r>
            <a:r>
              <a:rPr lang="en-GB" sz="1200" dirty="0"/>
              <a:t> </a:t>
            </a:r>
            <a:r>
              <a:rPr lang="en-GB" sz="1200" dirty="0" err="1"/>
              <a:t>mengelola</a:t>
            </a:r>
            <a:r>
              <a:rPr lang="en-GB" sz="1200" dirty="0"/>
              <a:t> </a:t>
            </a:r>
            <a:r>
              <a:rPr lang="en-GB" sz="1200" dirty="0" err="1"/>
              <a:t>siklus</a:t>
            </a:r>
            <a:r>
              <a:rPr lang="en-GB" sz="1200" dirty="0"/>
              <a:t> inventory </a:t>
            </a:r>
            <a:r>
              <a:rPr lang="en-GB" sz="1200" dirty="0" err="1"/>
              <a:t>lengkap</a:t>
            </a:r>
            <a:r>
              <a:rPr lang="en-GB" sz="1200" dirty="0"/>
              <a:t>, </a:t>
            </a:r>
            <a:r>
              <a:rPr lang="en-GB" sz="1200" dirty="0" err="1"/>
              <a:t>mulai</a:t>
            </a:r>
            <a:r>
              <a:rPr lang="en-GB" sz="1200" dirty="0"/>
              <a:t> </a:t>
            </a:r>
            <a:r>
              <a:rPr lang="en-GB" sz="1200" dirty="0" err="1"/>
              <a:t>dari</a:t>
            </a:r>
            <a:r>
              <a:rPr lang="en-GB" sz="1200" dirty="0"/>
              <a:t> </a:t>
            </a:r>
            <a:r>
              <a:rPr lang="en-GB" sz="1200" dirty="0" err="1"/>
              <a:t>penerimaan</a:t>
            </a:r>
            <a:r>
              <a:rPr lang="en-GB" sz="1200" dirty="0"/>
              <a:t> </a:t>
            </a:r>
            <a:r>
              <a:rPr lang="en-GB" sz="1200" dirty="0" err="1"/>
              <a:t>bahan</a:t>
            </a:r>
            <a:r>
              <a:rPr lang="en-GB" sz="1200" dirty="0"/>
              <a:t> </a:t>
            </a:r>
            <a:r>
              <a:rPr lang="en-GB" sz="1200" dirty="0" err="1"/>
              <a:t>baku</a:t>
            </a:r>
            <a:r>
              <a:rPr lang="en-GB" sz="1200" dirty="0"/>
              <a:t> dan </a:t>
            </a:r>
            <a:r>
              <a:rPr lang="en-GB" sz="1200" dirty="0" err="1"/>
              <a:t>bahan</a:t>
            </a:r>
            <a:r>
              <a:rPr lang="en-GB" sz="1200" dirty="0"/>
              <a:t> </a:t>
            </a:r>
            <a:r>
              <a:rPr lang="en-GB" sz="1200" dirty="0" err="1"/>
              <a:t>mentah</a:t>
            </a:r>
            <a:r>
              <a:rPr lang="en-GB" sz="1200" dirty="0"/>
              <a:t> di </a:t>
            </a:r>
            <a:r>
              <a:rPr lang="en-GB" sz="1200" dirty="0" err="1"/>
              <a:t>gudang</a:t>
            </a:r>
            <a:r>
              <a:rPr lang="en-GB" sz="1200" dirty="0"/>
              <a:t>, </a:t>
            </a:r>
            <a:r>
              <a:rPr lang="en-GB" sz="1200" dirty="0" err="1"/>
              <a:t>hingga</a:t>
            </a:r>
            <a:r>
              <a:rPr lang="en-GB" sz="1200" dirty="0"/>
              <a:t> </a:t>
            </a:r>
            <a:r>
              <a:rPr lang="en-GB" sz="1200" dirty="0" err="1"/>
              <a:t>pengirimannya</a:t>
            </a:r>
            <a:r>
              <a:rPr lang="en-GB" sz="1200" dirty="0"/>
              <a:t> </a:t>
            </a:r>
            <a:r>
              <a:rPr lang="en-GB" sz="1200" dirty="0" err="1"/>
              <a:t>ke</a:t>
            </a:r>
            <a:r>
              <a:rPr lang="en-GB" sz="1200" dirty="0"/>
              <a:t> </a:t>
            </a:r>
            <a:r>
              <a:rPr lang="en-GB" sz="1200" dirty="0" err="1"/>
              <a:t>produksi</a:t>
            </a:r>
            <a:r>
              <a:rPr lang="en-GB" sz="1200" dirty="0"/>
              <a:t>, dan </a:t>
            </a:r>
            <a:r>
              <a:rPr lang="en-GB" sz="1200" dirty="0" err="1"/>
              <a:t>menangani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setengah</a:t>
            </a:r>
            <a:r>
              <a:rPr lang="en-GB" sz="1200" dirty="0"/>
              <a:t> </a:t>
            </a:r>
            <a:r>
              <a:rPr lang="en-GB" sz="1200" dirty="0" err="1"/>
              <a:t>jadi</a:t>
            </a:r>
            <a:r>
              <a:rPr lang="en-GB" sz="1200" dirty="0"/>
              <a:t>, </a:t>
            </a:r>
            <a:r>
              <a:rPr lang="en-GB" sz="1200" dirty="0" err="1"/>
              <a:t>produk</a:t>
            </a:r>
            <a:r>
              <a:rPr lang="en-GB" sz="1200" dirty="0"/>
              <a:t> </a:t>
            </a:r>
            <a:r>
              <a:rPr lang="en-GB" sz="1200" dirty="0" err="1"/>
              <a:t>sampingan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</a:t>
            </a:r>
            <a:r>
              <a:rPr lang="en-GB" sz="1200" dirty="0" err="1"/>
              <a:t>sampingan</a:t>
            </a:r>
            <a:r>
              <a:rPr lang="en-GB" sz="1200" dirty="0"/>
              <a:t> </a:t>
            </a:r>
            <a:r>
              <a:rPr lang="en-GB" sz="1200" dirty="0" err="1"/>
              <a:t>dari</a:t>
            </a:r>
            <a:r>
              <a:rPr lang="en-GB" sz="1200" dirty="0"/>
              <a:t> </a:t>
            </a:r>
            <a:r>
              <a:rPr lang="en-GB" sz="1200" dirty="0" err="1"/>
              <a:t>produksi</a:t>
            </a:r>
            <a:r>
              <a:rPr lang="en-GB" sz="1200" dirty="0"/>
              <a:t> </a:t>
            </a:r>
            <a:r>
              <a:rPr lang="en-GB" sz="1200" dirty="0" err="1"/>
              <a:t>hingga</a:t>
            </a:r>
            <a:r>
              <a:rPr lang="en-GB" sz="1200" dirty="0"/>
              <a:t> </a:t>
            </a:r>
            <a:r>
              <a:rPr lang="en-GB" sz="1200" dirty="0" err="1"/>
              <a:t>pengiriman</a:t>
            </a:r>
            <a:r>
              <a:rPr lang="en-GB" sz="1200" dirty="0"/>
              <a:t>, dan </a:t>
            </a:r>
            <a:r>
              <a:rPr lang="en-GB" sz="1200" dirty="0" err="1"/>
              <a:t>menjaga</a:t>
            </a:r>
            <a:r>
              <a:rPr lang="en-GB" sz="1200" dirty="0"/>
              <a:t> inventory. </a:t>
            </a:r>
            <a:r>
              <a:rPr lang="en-GB" sz="1200" dirty="0" err="1"/>
              <a:t>saldo</a:t>
            </a:r>
            <a:r>
              <a:rPr lang="en-GB" sz="1200" dirty="0"/>
              <a:t> </a:t>
            </a:r>
            <a:r>
              <a:rPr lang="en-GB" sz="1200" dirty="0" err="1"/>
              <a:t>saat</a:t>
            </a:r>
            <a:r>
              <a:rPr lang="en-GB" sz="1200" dirty="0"/>
              <a:t> </a:t>
            </a:r>
            <a:r>
              <a:rPr lang="en-GB" sz="1200" dirty="0" err="1"/>
              <a:t>melakukan</a:t>
            </a:r>
            <a:r>
              <a:rPr lang="en-GB" sz="1200" dirty="0"/>
              <a:t> </a:t>
            </a:r>
            <a:r>
              <a:rPr lang="en-GB" sz="1200" dirty="0" err="1"/>
              <a:t>transaksi</a:t>
            </a:r>
            <a:r>
              <a:rPr lang="en-GB" sz="1200" dirty="0"/>
              <a:t> inventory yang </a:t>
            </a:r>
            <a:r>
              <a:rPr lang="en-GB" sz="1200" dirty="0" err="1"/>
              <a:t>berbeda</a:t>
            </a:r>
            <a:r>
              <a:rPr lang="en-GB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716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14406" y="191008"/>
            <a:ext cx="12820811" cy="517741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FLOW PROCESS BUSSINESS RUNNING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A467E-041E-2F80-D04E-C0E96D01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703389"/>
            <a:ext cx="11887200" cy="592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3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14406" y="191008"/>
            <a:ext cx="12820811" cy="517741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FLOW PROCESS BUSSINESS SYSTEM INVENTORY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2864EAF-102E-80C3-8E0A-B975B296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13" y="1063756"/>
            <a:ext cx="11920937" cy="560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9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44BD9A-7369-8288-FEA1-87F5D702C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621" y="2672426"/>
            <a:ext cx="8237893" cy="224253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000" dirty="0" err="1"/>
              <a:t>Penggunaan</a:t>
            </a:r>
            <a:r>
              <a:rPr lang="en-US" sz="4000" dirty="0"/>
              <a:t> </a:t>
            </a:r>
            <a:r>
              <a:rPr lang="en-US" sz="4000" dirty="0" err="1"/>
              <a:t>Sistem</a:t>
            </a:r>
            <a:r>
              <a:rPr lang="en-US" sz="4000" dirty="0"/>
              <a:t> ERP </a:t>
            </a:r>
            <a:r>
              <a:rPr lang="en-US" sz="4000" dirty="0" err="1"/>
              <a:t>Menggunakan</a:t>
            </a:r>
            <a:r>
              <a:rPr lang="en-US" sz="4000" dirty="0"/>
              <a:t> Odoo</a:t>
            </a:r>
          </a:p>
        </p:txBody>
      </p:sp>
      <p:sp>
        <p:nvSpPr>
          <p:cNvPr id="17" name="직사각형 1">
            <a:extLst>
              <a:ext uri="{FF2B5EF4-FFF2-40B4-BE49-F238E27FC236}">
                <a16:creationId xmlns:a16="http://schemas.microsoft.com/office/drawing/2014/main" id="{F9FB7E50-D9F2-4AD2-9841-6E5D7F065103}"/>
              </a:ext>
            </a:extLst>
          </p:cNvPr>
          <p:cNvSpPr/>
          <p:nvPr/>
        </p:nvSpPr>
        <p:spPr>
          <a:xfrm>
            <a:off x="4082920" y="1597898"/>
            <a:ext cx="800929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200" dirty="0" err="1">
                <a:solidFill>
                  <a:schemeClr val="bg1"/>
                </a:solidFill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saat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telah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banyak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menerapkan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terintegrasi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perusahaan</a:t>
            </a:r>
            <a:r>
              <a:rPr lang="en-US" altLang="ko-KR" sz="1200" dirty="0">
                <a:solidFill>
                  <a:schemeClr val="bg1"/>
                </a:solidFill>
              </a:rPr>
              <a:t>, pada </a:t>
            </a:r>
            <a:r>
              <a:rPr lang="en-US" altLang="ko-KR" sz="1200" dirty="0" err="1">
                <a:solidFill>
                  <a:schemeClr val="bg1"/>
                </a:solidFill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referensi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jurnal</a:t>
            </a:r>
            <a:r>
              <a:rPr lang="en-US" altLang="ko-KR" sz="1200" dirty="0">
                <a:solidFill>
                  <a:schemeClr val="bg1"/>
                </a:solidFill>
              </a:rPr>
              <a:t> ke-2 </a:t>
            </a:r>
            <a:r>
              <a:rPr lang="en-US" altLang="ko-KR" sz="1200" dirty="0" err="1">
                <a:solidFill>
                  <a:schemeClr val="bg1"/>
                </a:solidFill>
              </a:rPr>
              <a:t>perancangan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nya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menggunakan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BlueSeer</a:t>
            </a:r>
            <a:r>
              <a:rPr lang="en-US" altLang="ko-KR" sz="1200" dirty="0">
                <a:solidFill>
                  <a:schemeClr val="bg1"/>
                </a:solidFill>
              </a:rPr>
              <a:t> ERP </a:t>
            </a:r>
            <a:r>
              <a:rPr lang="en-US" altLang="ko-KR" sz="1200" dirty="0" err="1">
                <a:solidFill>
                  <a:schemeClr val="bg1"/>
                </a:solidFill>
              </a:rPr>
              <a:t>masih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layak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dikaji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terutama</a:t>
            </a:r>
            <a:r>
              <a:rPr lang="en-US" altLang="ko-KR" sz="1200" dirty="0">
                <a:solidFill>
                  <a:schemeClr val="bg1"/>
                </a:solidFill>
              </a:rPr>
              <a:t> pada proses </a:t>
            </a:r>
            <a:r>
              <a:rPr lang="en-US" altLang="ko-KR" sz="1200" dirty="0" err="1">
                <a:solidFill>
                  <a:schemeClr val="bg1"/>
                </a:solidFill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distribusi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barang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dibangun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diharapkan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dijadikan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acuan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sebagai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masa </a:t>
            </a:r>
            <a:r>
              <a:rPr lang="en-US" altLang="ko-KR" sz="1200" dirty="0" err="1">
                <a:solidFill>
                  <a:schemeClr val="bg1"/>
                </a:solidFill>
              </a:rPr>
              <a:t>depan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selalu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mengikuti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tren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teknologi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sampai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saat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</a:rPr>
              <a:t>. (</a:t>
            </a:r>
            <a:r>
              <a:rPr lang="en-US" altLang="ko-KR" sz="1200" dirty="0" err="1">
                <a:solidFill>
                  <a:schemeClr val="bg1"/>
                </a:solidFill>
              </a:rPr>
              <a:t>Kutipan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dari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jurnal</a:t>
            </a:r>
            <a:r>
              <a:rPr lang="en-US" altLang="ko-KR" sz="1200" dirty="0">
                <a:solidFill>
                  <a:schemeClr val="bg1"/>
                </a:solidFill>
              </a:rPr>
              <a:t> ke-2) </a:t>
            </a:r>
            <a:r>
              <a:rPr lang="en-US" altLang="ko-KR" sz="1200" dirty="0" err="1">
                <a:solidFill>
                  <a:schemeClr val="bg1"/>
                </a:solidFill>
              </a:rPr>
              <a:t>Namun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ada</a:t>
            </a:r>
            <a:r>
              <a:rPr lang="en-US" altLang="ko-KR" sz="1200" dirty="0">
                <a:solidFill>
                  <a:schemeClr val="bg1"/>
                </a:solidFill>
              </a:rPr>
              <a:t> software ERP yang </a:t>
            </a:r>
            <a:r>
              <a:rPr lang="en-US" altLang="ko-KR" sz="1200" dirty="0" err="1">
                <a:solidFill>
                  <a:schemeClr val="bg1"/>
                </a:solidFill>
              </a:rPr>
              <a:t>memiliki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keunggulan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terletak</a:t>
            </a:r>
            <a:r>
              <a:rPr lang="en-US" altLang="ko-KR" sz="1200" dirty="0">
                <a:solidFill>
                  <a:schemeClr val="bg1"/>
                </a:solidFill>
              </a:rPr>
              <a:t> pada </a:t>
            </a:r>
            <a:r>
              <a:rPr lang="en-US" altLang="ko-KR" sz="1200" dirty="0" err="1">
                <a:solidFill>
                  <a:schemeClr val="bg1"/>
                </a:solidFill>
              </a:rPr>
              <a:t>kemudahannya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digunakan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serta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integrasi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komprehensif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memberikan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perusahaan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kemampuan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mengoperasikan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lancar</a:t>
            </a:r>
            <a:r>
              <a:rPr lang="en-US" altLang="ko-KR" sz="1200" dirty="0">
                <a:solidFill>
                  <a:schemeClr val="bg1"/>
                </a:solidFill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</a:rPr>
              <a:t>memiliki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akses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keseluruhan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terintegrasi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en-US" altLang="ko-KR" sz="1200" dirty="0" err="1">
                <a:solidFill>
                  <a:schemeClr val="bg1"/>
                </a:solidFill>
              </a:rPr>
              <a:t>Auliani</a:t>
            </a:r>
            <a:r>
              <a:rPr lang="en-US" altLang="ko-KR" sz="1200" dirty="0">
                <a:solidFill>
                  <a:schemeClr val="bg1"/>
                </a:solidFill>
              </a:rPr>
              <a:t>, 2023). </a:t>
            </a:r>
          </a:p>
          <a:p>
            <a:pPr algn="just"/>
            <a:endParaRPr lang="en-US" altLang="ko-KR" sz="1200" dirty="0">
              <a:solidFill>
                <a:schemeClr val="bg1"/>
              </a:solidFill>
            </a:endParaRPr>
          </a:p>
          <a:p>
            <a:pPr algn="just"/>
            <a:r>
              <a:rPr lang="en-US" altLang="ko-KR" sz="1200" dirty="0">
                <a:solidFill>
                  <a:schemeClr val="bg1"/>
                </a:solidFill>
              </a:rPr>
              <a:t>Odoo </a:t>
            </a:r>
            <a:r>
              <a:rPr lang="en-US" altLang="ko-KR" sz="1200" dirty="0" err="1">
                <a:solidFill>
                  <a:schemeClr val="bg1"/>
                </a:solidFill>
              </a:rPr>
              <a:t>menawarkan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sejumlah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keunggulan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seperti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akses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dipercaya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eliminasi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redundansi</a:t>
            </a:r>
            <a:r>
              <a:rPr lang="en-US" altLang="ko-KR" sz="1200" dirty="0">
                <a:solidFill>
                  <a:schemeClr val="bg1"/>
                </a:solidFill>
              </a:rPr>
              <a:t> data</a:t>
            </a:r>
          </a:p>
          <a:p>
            <a:pPr algn="just"/>
            <a:r>
              <a:rPr lang="en-US" altLang="ko-KR" sz="1200" dirty="0">
                <a:solidFill>
                  <a:schemeClr val="bg1"/>
                </a:solidFill>
              </a:rPr>
              <a:t>dan </a:t>
            </a:r>
            <a:r>
              <a:rPr lang="en-US" altLang="ko-KR" sz="1200" dirty="0" err="1">
                <a:solidFill>
                  <a:schemeClr val="bg1"/>
                </a:solidFill>
              </a:rPr>
              <a:t>operasional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serta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pengurangan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waktu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menghasilkan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</a:rPr>
              <a:t>laporan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</a:rPr>
              <a:t>Selain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itu</a:t>
            </a:r>
            <a:r>
              <a:rPr lang="en-US" altLang="ko-KR" sz="1200" dirty="0">
                <a:solidFill>
                  <a:schemeClr val="bg1"/>
                </a:solidFill>
              </a:rPr>
              <a:t>, Odoo juga </a:t>
            </a:r>
            <a:r>
              <a:rPr lang="en-US" altLang="ko-KR" sz="1200" dirty="0" err="1">
                <a:solidFill>
                  <a:schemeClr val="bg1"/>
                </a:solidFill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mengurangi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biaya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menghemat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waktu</a:t>
            </a:r>
            <a:r>
              <a:rPr lang="en-US" altLang="ko-KR" sz="1200" dirty="0">
                <a:solidFill>
                  <a:schemeClr val="bg1"/>
                </a:solidFill>
              </a:rPr>
              <a:t>, dan </a:t>
            </a:r>
            <a:r>
              <a:rPr lang="en-US" altLang="ko-KR" sz="1200" dirty="0" err="1">
                <a:solidFill>
                  <a:schemeClr val="bg1"/>
                </a:solidFill>
              </a:rPr>
              <a:t>meningkatkan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kontrol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melalui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analisis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skala</a:t>
            </a:r>
            <a:r>
              <a:rPr lang="en-US" altLang="ko-KR" sz="1200" dirty="0">
                <a:solidFill>
                  <a:schemeClr val="bg1"/>
                </a:solidFill>
              </a:rPr>
              <a:t> enterprise. Karena </a:t>
            </a:r>
            <a:r>
              <a:rPr lang="en-US" altLang="ko-KR" sz="1200" dirty="0" err="1">
                <a:solidFill>
                  <a:schemeClr val="bg1"/>
                </a:solidFill>
              </a:rPr>
              <a:t>kelebihan-kelebihan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penggunaan</a:t>
            </a:r>
            <a:r>
              <a:rPr lang="en-US" altLang="ko-KR" sz="1200" dirty="0">
                <a:solidFill>
                  <a:schemeClr val="bg1"/>
                </a:solidFill>
              </a:rPr>
              <a:t> Odoo </a:t>
            </a:r>
            <a:r>
              <a:rPr lang="en-US" altLang="ko-KR" sz="1200" dirty="0" err="1">
                <a:solidFill>
                  <a:schemeClr val="bg1"/>
                </a:solidFill>
              </a:rPr>
              <a:t>diyakini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menjadi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solusi</a:t>
            </a:r>
            <a:r>
              <a:rPr lang="en-US" altLang="ko-KR" sz="1200" dirty="0">
                <a:solidFill>
                  <a:schemeClr val="bg1"/>
                </a:solidFill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</a:rPr>
              <a:t>efektif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membantu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menyelesaikan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masalah</a:t>
            </a:r>
            <a:r>
              <a:rPr lang="en-US" altLang="ko-KR" sz="1200" dirty="0">
                <a:solidFill>
                  <a:schemeClr val="bg1"/>
                </a:solidFill>
              </a:rPr>
              <a:t> di </a:t>
            </a:r>
            <a:r>
              <a:rPr lang="en-US" altLang="ko-KR" sz="1200" dirty="0" err="1">
                <a:solidFill>
                  <a:schemeClr val="bg1"/>
                </a:solidFill>
              </a:rPr>
              <a:t>sebuah</a:t>
            </a:r>
            <a:r>
              <a:rPr lang="en-US" altLang="ko-KR" sz="1200" dirty="0">
                <a:solidFill>
                  <a:schemeClr val="bg1"/>
                </a:solidFill>
              </a:rPr>
              <a:t> Perusahaan </a:t>
            </a:r>
            <a:r>
              <a:rPr lang="en-US" altLang="ko-KR" sz="1200" dirty="0" err="1">
                <a:solidFill>
                  <a:schemeClr val="bg1"/>
                </a:solidFill>
              </a:rPr>
              <a:t>riset</a:t>
            </a:r>
            <a:r>
              <a:rPr lang="en-US" altLang="ko-KR" sz="1200" dirty="0">
                <a:solidFill>
                  <a:schemeClr val="bg1"/>
                </a:solidFill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</a:rPr>
              <a:t>pengembangan</a:t>
            </a:r>
            <a:r>
              <a:rPr lang="en-US" altLang="ko-KR" sz="1200" dirty="0">
                <a:solidFill>
                  <a:schemeClr val="bg1"/>
                </a:solidFill>
              </a:rPr>
              <a:t> (</a:t>
            </a:r>
            <a:r>
              <a:rPr lang="en-US" altLang="ko-KR" sz="1200" dirty="0" err="1">
                <a:solidFill>
                  <a:schemeClr val="bg1"/>
                </a:solidFill>
              </a:rPr>
              <a:t>Fatoni</a:t>
            </a:r>
            <a:r>
              <a:rPr lang="en-US" altLang="ko-KR" sz="1200" dirty="0">
                <a:solidFill>
                  <a:schemeClr val="bg1"/>
                </a:solidFill>
              </a:rPr>
              <a:t> &amp; Nugroho, 2023). 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840318A-50E8-4B93-9098-AA133C13BB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4A9D57E-9B02-32A7-3117-B28A85A40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88" y="1883517"/>
            <a:ext cx="2955610" cy="375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4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52">
            <a:extLst>
              <a:ext uri="{FF2B5EF4-FFF2-40B4-BE49-F238E27FC236}">
                <a16:creationId xmlns:a16="http://schemas.microsoft.com/office/drawing/2014/main" id="{E6BDA5E4-EF0A-42D3-8B2B-89BA5E778B77}"/>
              </a:ext>
            </a:extLst>
          </p:cNvPr>
          <p:cNvGrpSpPr/>
          <p:nvPr/>
        </p:nvGrpSpPr>
        <p:grpSpPr>
          <a:xfrm>
            <a:off x="2422382" y="2753276"/>
            <a:ext cx="7342827" cy="2222804"/>
            <a:chOff x="2422381" y="2753276"/>
            <a:chExt cx="7342827" cy="222280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980C00C-8BF7-451B-B227-EA04496E900F}"/>
                </a:ext>
              </a:extLst>
            </p:cNvPr>
            <p:cNvCxnSpPr>
              <a:cxnSpLocks/>
            </p:cNvCxnSpPr>
            <p:nvPr/>
          </p:nvCxnSpPr>
          <p:spPr>
            <a:xfrm>
              <a:off x="6060403" y="3494076"/>
              <a:ext cx="2743414" cy="228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BC9E44C-F64B-40E1-A2B7-1AA79D00C5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226" y="4251990"/>
              <a:ext cx="2758775" cy="1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9B9D31-5AAF-4A13-8DC4-713EC6E866D1}"/>
                </a:ext>
              </a:extLst>
            </p:cNvPr>
            <p:cNvCxnSpPr>
              <a:cxnSpLocks/>
              <a:endCxn id="11" idx="6"/>
            </p:cNvCxnSpPr>
            <p:nvPr/>
          </p:nvCxnSpPr>
          <p:spPr>
            <a:xfrm flipH="1">
              <a:off x="2422381" y="4967817"/>
              <a:ext cx="988539" cy="0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6E89C00-A061-4415-9E6C-CB7ED3E3A805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8770231" y="2753276"/>
              <a:ext cx="994977" cy="0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CC5BEF-4A1E-471A-AF10-1824EF5BA3CA}"/>
                </a:ext>
              </a:extLst>
            </p:cNvPr>
            <p:cNvCxnSpPr>
              <a:cxnSpLocks/>
            </p:cNvCxnSpPr>
            <p:nvPr/>
          </p:nvCxnSpPr>
          <p:spPr>
            <a:xfrm>
              <a:off x="3370599" y="4224928"/>
              <a:ext cx="10792" cy="751152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E8EE7E-088D-4100-B278-9F0E70AB3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0438" y="3461161"/>
              <a:ext cx="974" cy="827175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2B408CA-C81D-49EC-AFDA-3FFC4FAD1AAB}"/>
                </a:ext>
              </a:extLst>
            </p:cNvPr>
            <p:cNvCxnSpPr>
              <a:cxnSpLocks/>
            </p:cNvCxnSpPr>
            <p:nvPr/>
          </p:nvCxnSpPr>
          <p:spPr>
            <a:xfrm>
              <a:off x="8803817" y="2753276"/>
              <a:ext cx="0" cy="774172"/>
            </a:xfrm>
            <a:prstGeom prst="line">
              <a:avLst/>
            </a:prstGeom>
            <a:ln w="666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C44FCEDD-5FF4-4091-8454-52E3F40E5D0A}"/>
              </a:ext>
            </a:extLst>
          </p:cNvPr>
          <p:cNvSpPr/>
          <p:nvPr/>
        </p:nvSpPr>
        <p:spPr>
          <a:xfrm>
            <a:off x="1630381" y="4571817"/>
            <a:ext cx="792000" cy="7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59F4B0-05C0-4CAE-B50A-E89D75DE854B}"/>
              </a:ext>
            </a:extLst>
          </p:cNvPr>
          <p:cNvSpPr/>
          <p:nvPr/>
        </p:nvSpPr>
        <p:spPr>
          <a:xfrm>
            <a:off x="4340402" y="3833636"/>
            <a:ext cx="792000" cy="7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EBF9E0-3697-4C88-93FC-4CB6A5B72110}"/>
              </a:ext>
            </a:extLst>
          </p:cNvPr>
          <p:cNvSpPr/>
          <p:nvPr/>
        </p:nvSpPr>
        <p:spPr>
          <a:xfrm>
            <a:off x="7052806" y="3095456"/>
            <a:ext cx="792000" cy="79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F3B285-F67F-42A8-97C0-195986EC2822}"/>
              </a:ext>
            </a:extLst>
          </p:cNvPr>
          <p:cNvSpPr/>
          <p:nvPr/>
        </p:nvSpPr>
        <p:spPr>
          <a:xfrm>
            <a:off x="9765208" y="2357276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7FD254-9758-4B5C-9215-2B9358E0F586}"/>
              </a:ext>
            </a:extLst>
          </p:cNvPr>
          <p:cNvGrpSpPr/>
          <p:nvPr/>
        </p:nvGrpSpPr>
        <p:grpSpPr>
          <a:xfrm>
            <a:off x="886077" y="2571034"/>
            <a:ext cx="2280608" cy="1477328"/>
            <a:chOff x="6210996" y="1433695"/>
            <a:chExt cx="1712589" cy="10510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342A5C-BB6F-4087-A158-667D83C1D045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58DDFC-2101-448C-A664-FE06250D5778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853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B9496A-FAF9-4984-A7EE-9150226433E5}"/>
              </a:ext>
            </a:extLst>
          </p:cNvPr>
          <p:cNvGrpSpPr/>
          <p:nvPr/>
        </p:nvGrpSpPr>
        <p:grpSpPr>
          <a:xfrm>
            <a:off x="3597686" y="1844825"/>
            <a:ext cx="2280608" cy="1477328"/>
            <a:chOff x="6210996" y="1433695"/>
            <a:chExt cx="1712589" cy="10510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A143D0-3E33-44E4-8A34-4811CCE3F0DB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A645DC-AE55-4EC8-9085-5C2F4A9A7958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853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AE61B4-0728-4807-85D0-324E70C25508}"/>
              </a:ext>
            </a:extLst>
          </p:cNvPr>
          <p:cNvGrpSpPr/>
          <p:nvPr/>
        </p:nvGrpSpPr>
        <p:grpSpPr>
          <a:xfrm>
            <a:off x="6309295" y="4570308"/>
            <a:ext cx="2280608" cy="1477328"/>
            <a:chOff x="6210996" y="1433695"/>
            <a:chExt cx="1712589" cy="105100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5319E6-9C41-467E-AB54-462D38F89D4F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A6E889-3F7A-46E5-A7D3-F7F0A9EDC09B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853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C24D6E-8DEA-4ACC-8965-405F986E4E71}"/>
              </a:ext>
            </a:extLst>
          </p:cNvPr>
          <p:cNvGrpSpPr/>
          <p:nvPr/>
        </p:nvGrpSpPr>
        <p:grpSpPr>
          <a:xfrm>
            <a:off x="9020904" y="3744708"/>
            <a:ext cx="2280608" cy="1477328"/>
            <a:chOff x="6210996" y="1433695"/>
            <a:chExt cx="1712589" cy="105100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54C0E9-28F8-48B0-B717-ADCE9B11480F}"/>
                </a:ext>
              </a:extLst>
            </p:cNvPr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96F567-4252-44DC-8E9F-586D7A5437CF}"/>
                </a:ext>
              </a:extLst>
            </p:cNvPr>
            <p:cNvSpPr txBox="1"/>
            <p:nvPr/>
          </p:nvSpPr>
          <p:spPr>
            <a:xfrm>
              <a:off x="6210996" y="1630759"/>
              <a:ext cx="1712586" cy="853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Get a modern PowerPoint  Presentation that is beautifully designed.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3A6B644-2460-492E-B5E3-C1AFD6B053EB}"/>
              </a:ext>
            </a:extLst>
          </p:cNvPr>
          <p:cNvSpPr txBox="1"/>
          <p:nvPr/>
        </p:nvSpPr>
        <p:spPr>
          <a:xfrm>
            <a:off x="4169190" y="4683694"/>
            <a:ext cx="113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cs typeface="Calibri" pitchFamily="34" charset="0"/>
              </a:rPr>
              <a:t>43%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2"/>
              </a:solidFill>
              <a:cs typeface="Calibr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1CDC4B-6C17-4D08-8343-86C57BE82339}"/>
              </a:ext>
            </a:extLst>
          </p:cNvPr>
          <p:cNvSpPr txBox="1"/>
          <p:nvPr/>
        </p:nvSpPr>
        <p:spPr>
          <a:xfrm>
            <a:off x="1457581" y="5521426"/>
            <a:ext cx="113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1"/>
                </a:solidFill>
                <a:cs typeface="Calibri" pitchFamily="34" charset="0"/>
              </a:rPr>
              <a:t>75%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EC13F-BEF2-4CED-AFC9-4B69537EB7D6}"/>
              </a:ext>
            </a:extLst>
          </p:cNvPr>
          <p:cNvSpPr txBox="1"/>
          <p:nvPr/>
        </p:nvSpPr>
        <p:spPr>
          <a:xfrm>
            <a:off x="6880799" y="2409926"/>
            <a:ext cx="113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chemeClr val="accent3"/>
                </a:solidFill>
                <a:cs typeface="Calibri" pitchFamily="34" charset="0"/>
              </a:rPr>
              <a:t>65%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E3248-EE33-4FD2-9D1A-1982022ECF84}"/>
              </a:ext>
            </a:extLst>
          </p:cNvPr>
          <p:cNvSpPr txBox="1"/>
          <p:nvPr/>
        </p:nvSpPr>
        <p:spPr>
          <a:xfrm>
            <a:off x="9592408" y="1685522"/>
            <a:ext cx="113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n w="12700">
                  <a:solidFill>
                    <a:schemeClr val="bg1"/>
                  </a:solidFill>
                </a:ln>
                <a:solidFill>
                  <a:srgbClr val="FAB117"/>
                </a:solidFill>
                <a:cs typeface="Calibri" pitchFamily="34" charset="0"/>
              </a:rPr>
              <a:t>83%</a:t>
            </a:r>
            <a:endParaRPr lang="ko-KR" altLang="en-US" sz="3200" b="1" dirty="0">
              <a:ln w="12700">
                <a:solidFill>
                  <a:schemeClr val="bg1"/>
                </a:solidFill>
              </a:ln>
              <a:solidFill>
                <a:srgbClr val="FAB117"/>
              </a:solidFill>
              <a:cs typeface="Calibri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3455A88-7ABA-4483-BFB5-FAF2A6BB2023}"/>
              </a:ext>
            </a:extLst>
          </p:cNvPr>
          <p:cNvGrpSpPr/>
          <p:nvPr/>
        </p:nvGrpSpPr>
        <p:grpSpPr>
          <a:xfrm>
            <a:off x="7087737" y="3315401"/>
            <a:ext cx="666282" cy="282177"/>
            <a:chOff x="113572" y="3059144"/>
            <a:chExt cx="2324346" cy="984385"/>
          </a:xfrm>
          <a:solidFill>
            <a:schemeClr val="bg1"/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E7CB5C-3D08-406C-98C9-67B3F22A83EA}"/>
                </a:ext>
              </a:extLst>
            </p:cNvPr>
            <p:cNvSpPr/>
            <p:nvPr/>
          </p:nvSpPr>
          <p:spPr>
            <a:xfrm>
              <a:off x="327442" y="3059144"/>
              <a:ext cx="1805774" cy="551413"/>
            </a:xfrm>
            <a:custGeom>
              <a:avLst/>
              <a:gdLst>
                <a:gd name="connsiteX0" fmla="*/ 64619 w 8543357"/>
                <a:gd name="connsiteY0" fmla="*/ 1683850 h 2608811"/>
                <a:gd name="connsiteX1" fmla="*/ 64619 w 8543357"/>
                <a:gd name="connsiteY1" fmla="*/ 1922096 h 2608811"/>
                <a:gd name="connsiteX2" fmla="*/ 148706 w 8543357"/>
                <a:gd name="connsiteY2" fmla="*/ 2006183 h 2608811"/>
                <a:gd name="connsiteX3" fmla="*/ 520093 w 8543357"/>
                <a:gd name="connsiteY3" fmla="*/ 2006183 h 2608811"/>
                <a:gd name="connsiteX4" fmla="*/ 562136 w 8543357"/>
                <a:gd name="connsiteY4" fmla="*/ 1978154 h 2608811"/>
                <a:gd name="connsiteX5" fmla="*/ 667241 w 8543357"/>
                <a:gd name="connsiteY5" fmla="*/ 1831006 h 2608811"/>
                <a:gd name="connsiteX6" fmla="*/ 625197 w 8543357"/>
                <a:gd name="connsiteY6" fmla="*/ 1683850 h 2608811"/>
                <a:gd name="connsiteX7" fmla="*/ 64619 w 8543357"/>
                <a:gd name="connsiteY7" fmla="*/ 1683850 h 2608811"/>
                <a:gd name="connsiteX8" fmla="*/ 4556251 w 8543357"/>
                <a:gd name="connsiteY8" fmla="*/ 1270428 h 2608811"/>
                <a:gd name="connsiteX9" fmla="*/ 4514208 w 8543357"/>
                <a:gd name="connsiteY9" fmla="*/ 1284443 h 2608811"/>
                <a:gd name="connsiteX10" fmla="*/ 4514208 w 8543357"/>
                <a:gd name="connsiteY10" fmla="*/ 2195382 h 2608811"/>
                <a:gd name="connsiteX11" fmla="*/ 4556251 w 8543357"/>
                <a:gd name="connsiteY11" fmla="*/ 2209396 h 2608811"/>
                <a:gd name="connsiteX12" fmla="*/ 4598295 w 8543357"/>
                <a:gd name="connsiteY12" fmla="*/ 2195382 h 2608811"/>
                <a:gd name="connsiteX13" fmla="*/ 4598295 w 8543357"/>
                <a:gd name="connsiteY13" fmla="*/ 1284443 h 2608811"/>
                <a:gd name="connsiteX14" fmla="*/ 4556251 w 8543357"/>
                <a:gd name="connsiteY14" fmla="*/ 1270428 h 2608811"/>
                <a:gd name="connsiteX15" fmla="*/ 8153579 w 8543357"/>
                <a:gd name="connsiteY15" fmla="*/ 1033056 h 2608811"/>
                <a:gd name="connsiteX16" fmla="*/ 8038838 w 8543357"/>
                <a:gd name="connsiteY16" fmla="*/ 1067215 h 2608811"/>
                <a:gd name="connsiteX17" fmla="*/ 7814607 w 8543357"/>
                <a:gd name="connsiteY17" fmla="*/ 1417576 h 2608811"/>
                <a:gd name="connsiteX18" fmla="*/ 7912708 w 8543357"/>
                <a:gd name="connsiteY18" fmla="*/ 1557721 h 2608811"/>
                <a:gd name="connsiteX19" fmla="*/ 8087884 w 8543357"/>
                <a:gd name="connsiteY19" fmla="*/ 1557721 h 2608811"/>
                <a:gd name="connsiteX20" fmla="*/ 8221025 w 8543357"/>
                <a:gd name="connsiteY20" fmla="*/ 1403562 h 2608811"/>
                <a:gd name="connsiteX21" fmla="*/ 8221025 w 8543357"/>
                <a:gd name="connsiteY21" fmla="*/ 1109258 h 2608811"/>
                <a:gd name="connsiteX22" fmla="*/ 8153579 w 8543357"/>
                <a:gd name="connsiteY22" fmla="*/ 1033056 h 2608811"/>
                <a:gd name="connsiteX23" fmla="*/ 2916554 w 8543357"/>
                <a:gd name="connsiteY23" fmla="*/ 587330 h 2608811"/>
                <a:gd name="connsiteX24" fmla="*/ 2866084 w 8543357"/>
                <a:gd name="connsiteY24" fmla="*/ 616567 h 2608811"/>
                <a:gd name="connsiteX25" fmla="*/ 2580210 w 8543357"/>
                <a:gd name="connsiteY25" fmla="*/ 807951 h 2608811"/>
                <a:gd name="connsiteX26" fmla="*/ 2545176 w 8543357"/>
                <a:gd name="connsiteY26" fmla="*/ 955106 h 2608811"/>
                <a:gd name="connsiteX27" fmla="*/ 2916554 w 8543357"/>
                <a:gd name="connsiteY27" fmla="*/ 955106 h 2608811"/>
                <a:gd name="connsiteX28" fmla="*/ 6483234 w 8543357"/>
                <a:gd name="connsiteY28" fmla="*/ 379721 h 2608811"/>
                <a:gd name="connsiteX29" fmla="*/ 6483234 w 8543357"/>
                <a:gd name="connsiteY29" fmla="*/ 955106 h 2608811"/>
                <a:gd name="connsiteX30" fmla="*/ 7169941 w 8543357"/>
                <a:gd name="connsiteY30" fmla="*/ 955106 h 2608811"/>
                <a:gd name="connsiteX31" fmla="*/ 7120887 w 8543357"/>
                <a:gd name="connsiteY31" fmla="*/ 674818 h 2608811"/>
                <a:gd name="connsiteX32" fmla="*/ 6653454 w 8543357"/>
                <a:gd name="connsiteY32" fmla="*/ 426535 h 2608811"/>
                <a:gd name="connsiteX33" fmla="*/ 4514208 w 8543357"/>
                <a:gd name="connsiteY33" fmla="*/ 213698 h 2608811"/>
                <a:gd name="connsiteX34" fmla="*/ 4374787 w 8543357"/>
                <a:gd name="connsiteY34" fmla="*/ 218539 h 2608811"/>
                <a:gd name="connsiteX35" fmla="*/ 4226908 w 8543357"/>
                <a:gd name="connsiteY35" fmla="*/ 226355 h 2608811"/>
                <a:gd name="connsiteX36" fmla="*/ 3034107 w 8543357"/>
                <a:gd name="connsiteY36" fmla="*/ 519233 h 2608811"/>
                <a:gd name="connsiteX37" fmla="*/ 3000641 w 8543357"/>
                <a:gd name="connsiteY37" fmla="*/ 538620 h 2608811"/>
                <a:gd name="connsiteX38" fmla="*/ 3000641 w 8543357"/>
                <a:gd name="connsiteY38" fmla="*/ 955106 h 2608811"/>
                <a:gd name="connsiteX39" fmla="*/ 4514208 w 8543357"/>
                <a:gd name="connsiteY39" fmla="*/ 955106 h 2608811"/>
                <a:gd name="connsiteX40" fmla="*/ 4761218 w 8543357"/>
                <a:gd name="connsiteY40" fmla="*/ 208991 h 2608811"/>
                <a:gd name="connsiteX41" fmla="*/ 4598295 w 8543357"/>
                <a:gd name="connsiteY41" fmla="*/ 211751 h 2608811"/>
                <a:gd name="connsiteX42" fmla="*/ 4598295 w 8543357"/>
                <a:gd name="connsiteY42" fmla="*/ 955106 h 2608811"/>
                <a:gd name="connsiteX43" fmla="*/ 6399147 w 8543357"/>
                <a:gd name="connsiteY43" fmla="*/ 955106 h 2608811"/>
                <a:gd name="connsiteX44" fmla="*/ 6399147 w 8543357"/>
                <a:gd name="connsiteY44" fmla="*/ 356596 h 2608811"/>
                <a:gd name="connsiteX45" fmla="*/ 6353426 w 8543357"/>
                <a:gd name="connsiteY45" fmla="*/ 344022 h 2608811"/>
                <a:gd name="connsiteX46" fmla="*/ 4761218 w 8543357"/>
                <a:gd name="connsiteY46" fmla="*/ 208991 h 2608811"/>
                <a:gd name="connsiteX47" fmla="*/ 4770242 w 8543357"/>
                <a:gd name="connsiteY47" fmla="*/ 2 h 2608811"/>
                <a:gd name="connsiteX48" fmla="*/ 7534317 w 8543357"/>
                <a:gd name="connsiteY48" fmla="*/ 681821 h 2608811"/>
                <a:gd name="connsiteX49" fmla="*/ 7688476 w 8543357"/>
                <a:gd name="connsiteY49" fmla="*/ 737879 h 2608811"/>
                <a:gd name="connsiteX50" fmla="*/ 8192996 w 8543357"/>
                <a:gd name="connsiteY50" fmla="*/ 737879 h 2608811"/>
                <a:gd name="connsiteX51" fmla="*/ 8305111 w 8543357"/>
                <a:gd name="connsiteY51" fmla="*/ 849994 h 2608811"/>
                <a:gd name="connsiteX52" fmla="*/ 8305111 w 8543357"/>
                <a:gd name="connsiteY52" fmla="*/ 1557727 h 2608811"/>
                <a:gd name="connsiteX53" fmla="*/ 8543357 w 8543357"/>
                <a:gd name="connsiteY53" fmla="*/ 1767944 h 2608811"/>
                <a:gd name="connsiteX54" fmla="*/ 8543357 w 8543357"/>
                <a:gd name="connsiteY54" fmla="*/ 2370565 h 2608811"/>
                <a:gd name="connsiteX55" fmla="*/ 7975776 w 8543357"/>
                <a:gd name="connsiteY55" fmla="*/ 2608811 h 2608811"/>
                <a:gd name="connsiteX56" fmla="*/ 7625415 w 8543357"/>
                <a:gd name="connsiteY56" fmla="*/ 2608811 h 2608811"/>
                <a:gd name="connsiteX57" fmla="*/ 6917682 w 8543357"/>
                <a:gd name="connsiteY57" fmla="*/ 1901078 h 2608811"/>
                <a:gd name="connsiteX58" fmla="*/ 6209949 w 8543357"/>
                <a:gd name="connsiteY58" fmla="*/ 2608811 h 2608811"/>
                <a:gd name="connsiteX59" fmla="*/ 2299928 w 8543357"/>
                <a:gd name="connsiteY59" fmla="*/ 2608811 h 2608811"/>
                <a:gd name="connsiteX60" fmla="*/ 2299928 w 8543357"/>
                <a:gd name="connsiteY60" fmla="*/ 2594796 h 2608811"/>
                <a:gd name="connsiteX61" fmla="*/ 1592193 w 8543357"/>
                <a:gd name="connsiteY61" fmla="*/ 1887063 h 2608811"/>
                <a:gd name="connsiteX62" fmla="*/ 884460 w 8543357"/>
                <a:gd name="connsiteY62" fmla="*/ 2594796 h 2608811"/>
                <a:gd name="connsiteX63" fmla="*/ 884460 w 8543357"/>
                <a:gd name="connsiteY63" fmla="*/ 2608811 h 2608811"/>
                <a:gd name="connsiteX64" fmla="*/ 225789 w 8543357"/>
                <a:gd name="connsiteY64" fmla="*/ 2608811 h 2608811"/>
                <a:gd name="connsiteX65" fmla="*/ 1558 w 8543357"/>
                <a:gd name="connsiteY65" fmla="*/ 2391583 h 2608811"/>
                <a:gd name="connsiteX66" fmla="*/ 1558 w 8543357"/>
                <a:gd name="connsiteY66" fmla="*/ 1774948 h 2608811"/>
                <a:gd name="connsiteX67" fmla="*/ 506078 w 8543357"/>
                <a:gd name="connsiteY67" fmla="*/ 1333496 h 2608811"/>
                <a:gd name="connsiteX68" fmla="*/ 1991609 w 8543357"/>
                <a:gd name="connsiteY68" fmla="*/ 990139 h 2608811"/>
                <a:gd name="connsiteX69" fmla="*/ 2306931 w 8543357"/>
                <a:gd name="connsiteY69" fmla="*/ 786933 h 2608811"/>
                <a:gd name="connsiteX70" fmla="*/ 4268952 w 8543357"/>
                <a:gd name="connsiteY70" fmla="*/ 2124 h 2608811"/>
                <a:gd name="connsiteX71" fmla="*/ 4770242 w 8543357"/>
                <a:gd name="connsiteY71" fmla="*/ 2 h 260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8543357" h="2608811">
                  <a:moveTo>
                    <a:pt x="64619" y="1683850"/>
                  </a:moveTo>
                  <a:cubicBezTo>
                    <a:pt x="64619" y="1732905"/>
                    <a:pt x="64619" y="1831006"/>
                    <a:pt x="64619" y="1922096"/>
                  </a:cubicBezTo>
                  <a:cubicBezTo>
                    <a:pt x="64619" y="1971150"/>
                    <a:pt x="99659" y="2006183"/>
                    <a:pt x="148706" y="2006183"/>
                  </a:cubicBezTo>
                  <a:lnTo>
                    <a:pt x="520093" y="2006183"/>
                  </a:lnTo>
                  <a:cubicBezTo>
                    <a:pt x="534100" y="2006183"/>
                    <a:pt x="548114" y="1999179"/>
                    <a:pt x="562136" y="1978154"/>
                  </a:cubicBezTo>
                  <a:lnTo>
                    <a:pt x="667241" y="1831006"/>
                  </a:lnTo>
                  <a:cubicBezTo>
                    <a:pt x="702281" y="1774948"/>
                    <a:pt x="681255" y="1683850"/>
                    <a:pt x="625197" y="1683850"/>
                  </a:cubicBezTo>
                  <a:cubicBezTo>
                    <a:pt x="625197" y="1683850"/>
                    <a:pt x="78634" y="1683850"/>
                    <a:pt x="64619" y="1683850"/>
                  </a:cubicBezTo>
                  <a:close/>
                  <a:moveTo>
                    <a:pt x="4556251" y="1270428"/>
                  </a:moveTo>
                  <a:cubicBezTo>
                    <a:pt x="4535226" y="1270428"/>
                    <a:pt x="4514208" y="1277439"/>
                    <a:pt x="4514208" y="1284443"/>
                  </a:cubicBezTo>
                  <a:lnTo>
                    <a:pt x="4514208" y="2195382"/>
                  </a:lnTo>
                  <a:cubicBezTo>
                    <a:pt x="4514208" y="2202385"/>
                    <a:pt x="4535226" y="2209396"/>
                    <a:pt x="4556251" y="2209396"/>
                  </a:cubicBezTo>
                  <a:cubicBezTo>
                    <a:pt x="4577269" y="2209396"/>
                    <a:pt x="4591291" y="2202385"/>
                    <a:pt x="4598295" y="2195382"/>
                  </a:cubicBezTo>
                  <a:lnTo>
                    <a:pt x="4598295" y="1284443"/>
                  </a:lnTo>
                  <a:cubicBezTo>
                    <a:pt x="4598295" y="1277439"/>
                    <a:pt x="4577269" y="1270428"/>
                    <a:pt x="4556251" y="1270428"/>
                  </a:cubicBezTo>
                  <a:close/>
                  <a:moveTo>
                    <a:pt x="8153579" y="1033056"/>
                  </a:moveTo>
                  <a:cubicBezTo>
                    <a:pt x="8115915" y="1025173"/>
                    <a:pt x="8070368" y="1035684"/>
                    <a:pt x="8038838" y="1067215"/>
                  </a:cubicBezTo>
                  <a:cubicBezTo>
                    <a:pt x="7912708" y="1179330"/>
                    <a:pt x="7863661" y="1291446"/>
                    <a:pt x="7814607" y="1417576"/>
                  </a:cubicBezTo>
                  <a:cubicBezTo>
                    <a:pt x="7786578" y="1487649"/>
                    <a:pt x="7835632" y="1557721"/>
                    <a:pt x="7912708" y="1557721"/>
                  </a:cubicBezTo>
                  <a:lnTo>
                    <a:pt x="8087884" y="1557721"/>
                  </a:lnTo>
                  <a:cubicBezTo>
                    <a:pt x="8178982" y="1564732"/>
                    <a:pt x="8221025" y="1487649"/>
                    <a:pt x="8221025" y="1403562"/>
                  </a:cubicBezTo>
                  <a:lnTo>
                    <a:pt x="8221025" y="1109258"/>
                  </a:lnTo>
                  <a:cubicBezTo>
                    <a:pt x="8221025" y="1067215"/>
                    <a:pt x="8191243" y="1040939"/>
                    <a:pt x="8153579" y="1033056"/>
                  </a:cubicBezTo>
                  <a:close/>
                  <a:moveTo>
                    <a:pt x="2916554" y="587330"/>
                  </a:moveTo>
                  <a:lnTo>
                    <a:pt x="2866084" y="616567"/>
                  </a:lnTo>
                  <a:cubicBezTo>
                    <a:pt x="2760209" y="682260"/>
                    <a:pt x="2666049" y="748390"/>
                    <a:pt x="2580210" y="807951"/>
                  </a:cubicBezTo>
                  <a:cubicBezTo>
                    <a:pt x="2545176" y="835980"/>
                    <a:pt x="2482107" y="955106"/>
                    <a:pt x="2545176" y="955106"/>
                  </a:cubicBezTo>
                  <a:lnTo>
                    <a:pt x="2916554" y="955106"/>
                  </a:lnTo>
                  <a:close/>
                  <a:moveTo>
                    <a:pt x="6483234" y="379721"/>
                  </a:moveTo>
                  <a:lnTo>
                    <a:pt x="6483234" y="955106"/>
                  </a:lnTo>
                  <a:lnTo>
                    <a:pt x="7169941" y="955106"/>
                  </a:lnTo>
                  <a:cubicBezTo>
                    <a:pt x="7254028" y="955106"/>
                    <a:pt x="7261031" y="800948"/>
                    <a:pt x="7120887" y="674818"/>
                  </a:cubicBezTo>
                  <a:cubicBezTo>
                    <a:pt x="7004065" y="571243"/>
                    <a:pt x="6841909" y="490023"/>
                    <a:pt x="6653454" y="426535"/>
                  </a:cubicBezTo>
                  <a:close/>
                  <a:moveTo>
                    <a:pt x="4514208" y="213698"/>
                  </a:moveTo>
                  <a:lnTo>
                    <a:pt x="4374787" y="218539"/>
                  </a:lnTo>
                  <a:cubicBezTo>
                    <a:pt x="4280968" y="222592"/>
                    <a:pt x="4226908" y="226355"/>
                    <a:pt x="4226908" y="226355"/>
                  </a:cubicBezTo>
                  <a:cubicBezTo>
                    <a:pt x="3710128" y="226355"/>
                    <a:pt x="3330204" y="360477"/>
                    <a:pt x="3034107" y="519233"/>
                  </a:cubicBezTo>
                  <a:lnTo>
                    <a:pt x="3000641" y="538620"/>
                  </a:lnTo>
                  <a:lnTo>
                    <a:pt x="3000641" y="955106"/>
                  </a:lnTo>
                  <a:lnTo>
                    <a:pt x="4514208" y="955106"/>
                  </a:lnTo>
                  <a:close/>
                  <a:moveTo>
                    <a:pt x="4761218" y="208991"/>
                  </a:moveTo>
                  <a:lnTo>
                    <a:pt x="4598295" y="211751"/>
                  </a:lnTo>
                  <a:lnTo>
                    <a:pt x="4598295" y="955106"/>
                  </a:lnTo>
                  <a:lnTo>
                    <a:pt x="6399147" y="955106"/>
                  </a:lnTo>
                  <a:lnTo>
                    <a:pt x="6399147" y="356596"/>
                  </a:lnTo>
                  <a:lnTo>
                    <a:pt x="6353426" y="344022"/>
                  </a:lnTo>
                  <a:cubicBezTo>
                    <a:pt x="5828439" y="226736"/>
                    <a:pt x="5198565" y="205816"/>
                    <a:pt x="4761218" y="208991"/>
                  </a:cubicBezTo>
                  <a:close/>
                  <a:moveTo>
                    <a:pt x="4770242" y="2"/>
                  </a:moveTo>
                  <a:cubicBezTo>
                    <a:pt x="5907985" y="-288"/>
                    <a:pt x="6823084" y="56427"/>
                    <a:pt x="7534317" y="681821"/>
                  </a:cubicBezTo>
                  <a:cubicBezTo>
                    <a:pt x="7576361" y="716861"/>
                    <a:pt x="7632418" y="737879"/>
                    <a:pt x="7688476" y="737879"/>
                  </a:cubicBezTo>
                  <a:lnTo>
                    <a:pt x="8192996" y="737879"/>
                  </a:lnTo>
                  <a:cubicBezTo>
                    <a:pt x="8256065" y="737879"/>
                    <a:pt x="8305111" y="786933"/>
                    <a:pt x="8305111" y="849994"/>
                  </a:cubicBezTo>
                  <a:lnTo>
                    <a:pt x="8305111" y="1557727"/>
                  </a:lnTo>
                  <a:cubicBezTo>
                    <a:pt x="8431241" y="1557727"/>
                    <a:pt x="8536353" y="1655829"/>
                    <a:pt x="8543357" y="1767944"/>
                  </a:cubicBezTo>
                  <a:lnTo>
                    <a:pt x="8543357" y="2370565"/>
                  </a:lnTo>
                  <a:lnTo>
                    <a:pt x="7975776" y="2608811"/>
                  </a:lnTo>
                  <a:lnTo>
                    <a:pt x="7625415" y="2608811"/>
                  </a:lnTo>
                  <a:cubicBezTo>
                    <a:pt x="7625415" y="2216406"/>
                    <a:pt x="7310086" y="1901078"/>
                    <a:pt x="6917682" y="1901078"/>
                  </a:cubicBezTo>
                  <a:cubicBezTo>
                    <a:pt x="6525277" y="1901078"/>
                    <a:pt x="6209949" y="2216406"/>
                    <a:pt x="6209949" y="2608811"/>
                  </a:cubicBezTo>
                  <a:lnTo>
                    <a:pt x="2299928" y="2608811"/>
                  </a:lnTo>
                  <a:cubicBezTo>
                    <a:pt x="2299928" y="2608811"/>
                    <a:pt x="2299928" y="2601800"/>
                    <a:pt x="2299928" y="2594796"/>
                  </a:cubicBezTo>
                  <a:cubicBezTo>
                    <a:pt x="2299928" y="2202392"/>
                    <a:pt x="1984598" y="1887063"/>
                    <a:pt x="1592193" y="1887063"/>
                  </a:cubicBezTo>
                  <a:cubicBezTo>
                    <a:pt x="1199789" y="1887063"/>
                    <a:pt x="884460" y="2202392"/>
                    <a:pt x="884460" y="2594796"/>
                  </a:cubicBezTo>
                  <a:cubicBezTo>
                    <a:pt x="884460" y="2594796"/>
                    <a:pt x="884460" y="2601800"/>
                    <a:pt x="884460" y="2608811"/>
                  </a:cubicBezTo>
                  <a:lnTo>
                    <a:pt x="225789" y="2608811"/>
                  </a:lnTo>
                  <a:cubicBezTo>
                    <a:pt x="106662" y="2608811"/>
                    <a:pt x="1558" y="2510710"/>
                    <a:pt x="1558" y="2391583"/>
                  </a:cubicBezTo>
                  <a:lnTo>
                    <a:pt x="1558" y="1774948"/>
                  </a:lnTo>
                  <a:cubicBezTo>
                    <a:pt x="1558" y="1774948"/>
                    <a:pt x="-54500" y="1480644"/>
                    <a:pt x="506078" y="1333496"/>
                  </a:cubicBezTo>
                  <a:cubicBezTo>
                    <a:pt x="912497" y="1228384"/>
                    <a:pt x="1592193" y="1095251"/>
                    <a:pt x="1991609" y="990139"/>
                  </a:cubicBezTo>
                  <a:cubicBezTo>
                    <a:pt x="2159782" y="948095"/>
                    <a:pt x="2215835" y="864009"/>
                    <a:pt x="2306931" y="786933"/>
                  </a:cubicBezTo>
                  <a:cubicBezTo>
                    <a:pt x="2573206" y="555691"/>
                    <a:pt x="3365024" y="9128"/>
                    <a:pt x="4268952" y="2124"/>
                  </a:cubicBezTo>
                  <a:cubicBezTo>
                    <a:pt x="4440629" y="1248"/>
                    <a:pt x="4607708" y="43"/>
                    <a:pt x="4770242" y="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AC0020-D0A1-424D-8D18-5E632B540762}"/>
                </a:ext>
              </a:extLst>
            </p:cNvPr>
            <p:cNvSpPr/>
            <p:nvPr/>
          </p:nvSpPr>
          <p:spPr>
            <a:xfrm>
              <a:off x="113572" y="3679475"/>
              <a:ext cx="2324346" cy="364054"/>
            </a:xfrm>
            <a:custGeom>
              <a:avLst/>
              <a:gdLst>
                <a:gd name="connsiteX0" fmla="*/ 2123188 w 2324346"/>
                <a:gd name="connsiteY0" fmla="*/ 127749 h 364054"/>
                <a:gd name="connsiteX1" fmla="*/ 2067056 w 2324346"/>
                <a:gd name="connsiteY1" fmla="*/ 183881 h 364054"/>
                <a:gd name="connsiteX2" fmla="*/ 2123188 w 2324346"/>
                <a:gd name="connsiteY2" fmla="*/ 240013 h 364054"/>
                <a:gd name="connsiteX3" fmla="*/ 2179320 w 2324346"/>
                <a:gd name="connsiteY3" fmla="*/ 183881 h 364054"/>
                <a:gd name="connsiteX4" fmla="*/ 2123188 w 2324346"/>
                <a:gd name="connsiteY4" fmla="*/ 127749 h 364054"/>
                <a:gd name="connsiteX5" fmla="*/ 1803836 w 2324346"/>
                <a:gd name="connsiteY5" fmla="*/ 127749 h 364054"/>
                <a:gd name="connsiteX6" fmla="*/ 1747704 w 2324346"/>
                <a:gd name="connsiteY6" fmla="*/ 183881 h 364054"/>
                <a:gd name="connsiteX7" fmla="*/ 1803836 w 2324346"/>
                <a:gd name="connsiteY7" fmla="*/ 240013 h 364054"/>
                <a:gd name="connsiteX8" fmla="*/ 1859968 w 2324346"/>
                <a:gd name="connsiteY8" fmla="*/ 183881 h 364054"/>
                <a:gd name="connsiteX9" fmla="*/ 1803836 w 2324346"/>
                <a:gd name="connsiteY9" fmla="*/ 127749 h 364054"/>
                <a:gd name="connsiteX10" fmla="*/ 1484484 w 2324346"/>
                <a:gd name="connsiteY10" fmla="*/ 127749 h 364054"/>
                <a:gd name="connsiteX11" fmla="*/ 1428352 w 2324346"/>
                <a:gd name="connsiteY11" fmla="*/ 183881 h 364054"/>
                <a:gd name="connsiteX12" fmla="*/ 1484484 w 2324346"/>
                <a:gd name="connsiteY12" fmla="*/ 240013 h 364054"/>
                <a:gd name="connsiteX13" fmla="*/ 1540616 w 2324346"/>
                <a:gd name="connsiteY13" fmla="*/ 183881 h 364054"/>
                <a:gd name="connsiteX14" fmla="*/ 1484484 w 2324346"/>
                <a:gd name="connsiteY14" fmla="*/ 127749 h 364054"/>
                <a:gd name="connsiteX15" fmla="*/ 1165131 w 2324346"/>
                <a:gd name="connsiteY15" fmla="*/ 127749 h 364054"/>
                <a:gd name="connsiteX16" fmla="*/ 1108999 w 2324346"/>
                <a:gd name="connsiteY16" fmla="*/ 183881 h 364054"/>
                <a:gd name="connsiteX17" fmla="*/ 1165131 w 2324346"/>
                <a:gd name="connsiteY17" fmla="*/ 240013 h 364054"/>
                <a:gd name="connsiteX18" fmla="*/ 1221263 w 2324346"/>
                <a:gd name="connsiteY18" fmla="*/ 183881 h 364054"/>
                <a:gd name="connsiteX19" fmla="*/ 1165131 w 2324346"/>
                <a:gd name="connsiteY19" fmla="*/ 127749 h 364054"/>
                <a:gd name="connsiteX20" fmla="*/ 845779 w 2324346"/>
                <a:gd name="connsiteY20" fmla="*/ 127749 h 364054"/>
                <a:gd name="connsiteX21" fmla="*/ 789647 w 2324346"/>
                <a:gd name="connsiteY21" fmla="*/ 183881 h 364054"/>
                <a:gd name="connsiteX22" fmla="*/ 845779 w 2324346"/>
                <a:gd name="connsiteY22" fmla="*/ 240013 h 364054"/>
                <a:gd name="connsiteX23" fmla="*/ 901911 w 2324346"/>
                <a:gd name="connsiteY23" fmla="*/ 183881 h 364054"/>
                <a:gd name="connsiteX24" fmla="*/ 845779 w 2324346"/>
                <a:gd name="connsiteY24" fmla="*/ 127749 h 364054"/>
                <a:gd name="connsiteX25" fmla="*/ 526427 w 2324346"/>
                <a:gd name="connsiteY25" fmla="*/ 127749 h 364054"/>
                <a:gd name="connsiteX26" fmla="*/ 470295 w 2324346"/>
                <a:gd name="connsiteY26" fmla="*/ 183881 h 364054"/>
                <a:gd name="connsiteX27" fmla="*/ 526427 w 2324346"/>
                <a:gd name="connsiteY27" fmla="*/ 240013 h 364054"/>
                <a:gd name="connsiteX28" fmla="*/ 582559 w 2324346"/>
                <a:gd name="connsiteY28" fmla="*/ 183881 h 364054"/>
                <a:gd name="connsiteX29" fmla="*/ 526427 w 2324346"/>
                <a:gd name="connsiteY29" fmla="*/ 127749 h 364054"/>
                <a:gd name="connsiteX30" fmla="*/ 207075 w 2324346"/>
                <a:gd name="connsiteY30" fmla="*/ 127749 h 364054"/>
                <a:gd name="connsiteX31" fmla="*/ 150943 w 2324346"/>
                <a:gd name="connsiteY31" fmla="*/ 183881 h 364054"/>
                <a:gd name="connsiteX32" fmla="*/ 207075 w 2324346"/>
                <a:gd name="connsiteY32" fmla="*/ 240013 h 364054"/>
                <a:gd name="connsiteX33" fmla="*/ 263207 w 2324346"/>
                <a:gd name="connsiteY33" fmla="*/ 183881 h 364054"/>
                <a:gd name="connsiteX34" fmla="*/ 207075 w 2324346"/>
                <a:gd name="connsiteY34" fmla="*/ 127749 h 364054"/>
                <a:gd name="connsiteX35" fmla="*/ 2123188 w 2324346"/>
                <a:gd name="connsiteY35" fmla="*/ 71617 h 364054"/>
                <a:gd name="connsiteX36" fmla="*/ 2235452 w 2324346"/>
                <a:gd name="connsiteY36" fmla="*/ 183881 h 364054"/>
                <a:gd name="connsiteX37" fmla="*/ 2123188 w 2324346"/>
                <a:gd name="connsiteY37" fmla="*/ 296145 h 364054"/>
                <a:gd name="connsiteX38" fmla="*/ 2010924 w 2324346"/>
                <a:gd name="connsiteY38" fmla="*/ 183881 h 364054"/>
                <a:gd name="connsiteX39" fmla="*/ 2123188 w 2324346"/>
                <a:gd name="connsiteY39" fmla="*/ 71617 h 364054"/>
                <a:gd name="connsiteX40" fmla="*/ 1803836 w 2324346"/>
                <a:gd name="connsiteY40" fmla="*/ 71617 h 364054"/>
                <a:gd name="connsiteX41" fmla="*/ 1916100 w 2324346"/>
                <a:gd name="connsiteY41" fmla="*/ 183881 h 364054"/>
                <a:gd name="connsiteX42" fmla="*/ 1803836 w 2324346"/>
                <a:gd name="connsiteY42" fmla="*/ 296145 h 364054"/>
                <a:gd name="connsiteX43" fmla="*/ 1691572 w 2324346"/>
                <a:gd name="connsiteY43" fmla="*/ 183881 h 364054"/>
                <a:gd name="connsiteX44" fmla="*/ 1803836 w 2324346"/>
                <a:gd name="connsiteY44" fmla="*/ 71617 h 364054"/>
                <a:gd name="connsiteX45" fmla="*/ 1484484 w 2324346"/>
                <a:gd name="connsiteY45" fmla="*/ 71617 h 364054"/>
                <a:gd name="connsiteX46" fmla="*/ 1596748 w 2324346"/>
                <a:gd name="connsiteY46" fmla="*/ 183881 h 364054"/>
                <a:gd name="connsiteX47" fmla="*/ 1484484 w 2324346"/>
                <a:gd name="connsiteY47" fmla="*/ 296145 h 364054"/>
                <a:gd name="connsiteX48" fmla="*/ 1372220 w 2324346"/>
                <a:gd name="connsiteY48" fmla="*/ 183881 h 364054"/>
                <a:gd name="connsiteX49" fmla="*/ 1484484 w 2324346"/>
                <a:gd name="connsiteY49" fmla="*/ 71617 h 364054"/>
                <a:gd name="connsiteX50" fmla="*/ 1165131 w 2324346"/>
                <a:gd name="connsiteY50" fmla="*/ 71617 h 364054"/>
                <a:gd name="connsiteX51" fmla="*/ 1277395 w 2324346"/>
                <a:gd name="connsiteY51" fmla="*/ 183881 h 364054"/>
                <a:gd name="connsiteX52" fmla="*/ 1165131 w 2324346"/>
                <a:gd name="connsiteY52" fmla="*/ 296145 h 364054"/>
                <a:gd name="connsiteX53" fmla="*/ 1052867 w 2324346"/>
                <a:gd name="connsiteY53" fmla="*/ 183881 h 364054"/>
                <a:gd name="connsiteX54" fmla="*/ 1165131 w 2324346"/>
                <a:gd name="connsiteY54" fmla="*/ 71617 h 364054"/>
                <a:gd name="connsiteX55" fmla="*/ 845779 w 2324346"/>
                <a:gd name="connsiteY55" fmla="*/ 71617 h 364054"/>
                <a:gd name="connsiteX56" fmla="*/ 958043 w 2324346"/>
                <a:gd name="connsiteY56" fmla="*/ 183881 h 364054"/>
                <a:gd name="connsiteX57" fmla="*/ 845779 w 2324346"/>
                <a:gd name="connsiteY57" fmla="*/ 296145 h 364054"/>
                <a:gd name="connsiteX58" fmla="*/ 733515 w 2324346"/>
                <a:gd name="connsiteY58" fmla="*/ 183881 h 364054"/>
                <a:gd name="connsiteX59" fmla="*/ 845779 w 2324346"/>
                <a:gd name="connsiteY59" fmla="*/ 71617 h 364054"/>
                <a:gd name="connsiteX60" fmla="*/ 526427 w 2324346"/>
                <a:gd name="connsiteY60" fmla="*/ 71617 h 364054"/>
                <a:gd name="connsiteX61" fmla="*/ 638691 w 2324346"/>
                <a:gd name="connsiteY61" fmla="*/ 183881 h 364054"/>
                <a:gd name="connsiteX62" fmla="*/ 526427 w 2324346"/>
                <a:gd name="connsiteY62" fmla="*/ 296145 h 364054"/>
                <a:gd name="connsiteX63" fmla="*/ 414163 w 2324346"/>
                <a:gd name="connsiteY63" fmla="*/ 183881 h 364054"/>
                <a:gd name="connsiteX64" fmla="*/ 526427 w 2324346"/>
                <a:gd name="connsiteY64" fmla="*/ 71617 h 364054"/>
                <a:gd name="connsiteX65" fmla="*/ 207075 w 2324346"/>
                <a:gd name="connsiteY65" fmla="*/ 71617 h 364054"/>
                <a:gd name="connsiteX66" fmla="*/ 319339 w 2324346"/>
                <a:gd name="connsiteY66" fmla="*/ 183881 h 364054"/>
                <a:gd name="connsiteX67" fmla="*/ 207075 w 2324346"/>
                <a:gd name="connsiteY67" fmla="*/ 296145 h 364054"/>
                <a:gd name="connsiteX68" fmla="*/ 94811 w 2324346"/>
                <a:gd name="connsiteY68" fmla="*/ 183881 h 364054"/>
                <a:gd name="connsiteX69" fmla="*/ 207075 w 2324346"/>
                <a:gd name="connsiteY69" fmla="*/ 71617 h 364054"/>
                <a:gd name="connsiteX70" fmla="*/ 182844 w 2324346"/>
                <a:gd name="connsiteY70" fmla="*/ 45713 h 364054"/>
                <a:gd name="connsiteX71" fmla="*/ 46530 w 2324346"/>
                <a:gd name="connsiteY71" fmla="*/ 182027 h 364054"/>
                <a:gd name="connsiteX72" fmla="*/ 182844 w 2324346"/>
                <a:gd name="connsiteY72" fmla="*/ 318341 h 364054"/>
                <a:gd name="connsiteX73" fmla="*/ 2141502 w 2324346"/>
                <a:gd name="connsiteY73" fmla="*/ 318341 h 364054"/>
                <a:gd name="connsiteX74" fmla="*/ 2277816 w 2324346"/>
                <a:gd name="connsiteY74" fmla="*/ 182027 h 364054"/>
                <a:gd name="connsiteX75" fmla="*/ 2141502 w 2324346"/>
                <a:gd name="connsiteY75" fmla="*/ 45713 h 364054"/>
                <a:gd name="connsiteX76" fmla="*/ 182027 w 2324346"/>
                <a:gd name="connsiteY76" fmla="*/ 0 h 364054"/>
                <a:gd name="connsiteX77" fmla="*/ 2142319 w 2324346"/>
                <a:gd name="connsiteY77" fmla="*/ 0 h 364054"/>
                <a:gd name="connsiteX78" fmla="*/ 2324346 w 2324346"/>
                <a:gd name="connsiteY78" fmla="*/ 182027 h 364054"/>
                <a:gd name="connsiteX79" fmla="*/ 2142319 w 2324346"/>
                <a:gd name="connsiteY79" fmla="*/ 364054 h 364054"/>
                <a:gd name="connsiteX80" fmla="*/ 182027 w 2324346"/>
                <a:gd name="connsiteY80" fmla="*/ 364054 h 364054"/>
                <a:gd name="connsiteX81" fmla="*/ 0 w 2324346"/>
                <a:gd name="connsiteY81" fmla="*/ 182027 h 364054"/>
                <a:gd name="connsiteX82" fmla="*/ 182027 w 2324346"/>
                <a:gd name="connsiteY82" fmla="*/ 0 h 36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2324346" h="364054">
                  <a:moveTo>
                    <a:pt x="2123188" y="127749"/>
                  </a:moveTo>
                  <a:cubicBezTo>
                    <a:pt x="2092187" y="127749"/>
                    <a:pt x="2067056" y="152880"/>
                    <a:pt x="2067056" y="183881"/>
                  </a:cubicBezTo>
                  <a:cubicBezTo>
                    <a:pt x="2067056" y="214882"/>
                    <a:pt x="2092187" y="240013"/>
                    <a:pt x="2123188" y="240013"/>
                  </a:cubicBezTo>
                  <a:cubicBezTo>
                    <a:pt x="2154189" y="240013"/>
                    <a:pt x="2179320" y="214882"/>
                    <a:pt x="2179320" y="183881"/>
                  </a:cubicBezTo>
                  <a:cubicBezTo>
                    <a:pt x="2179320" y="152880"/>
                    <a:pt x="2154189" y="127749"/>
                    <a:pt x="2123188" y="127749"/>
                  </a:cubicBezTo>
                  <a:close/>
                  <a:moveTo>
                    <a:pt x="1803836" y="127749"/>
                  </a:moveTo>
                  <a:cubicBezTo>
                    <a:pt x="1772835" y="127749"/>
                    <a:pt x="1747704" y="152880"/>
                    <a:pt x="1747704" y="183881"/>
                  </a:cubicBezTo>
                  <a:cubicBezTo>
                    <a:pt x="1747704" y="214882"/>
                    <a:pt x="1772835" y="240013"/>
                    <a:pt x="1803836" y="240013"/>
                  </a:cubicBezTo>
                  <a:cubicBezTo>
                    <a:pt x="1834837" y="240013"/>
                    <a:pt x="1859968" y="214882"/>
                    <a:pt x="1859968" y="183881"/>
                  </a:cubicBezTo>
                  <a:cubicBezTo>
                    <a:pt x="1859968" y="152880"/>
                    <a:pt x="1834837" y="127749"/>
                    <a:pt x="1803836" y="127749"/>
                  </a:cubicBezTo>
                  <a:close/>
                  <a:moveTo>
                    <a:pt x="1484484" y="127749"/>
                  </a:moveTo>
                  <a:cubicBezTo>
                    <a:pt x="1453483" y="127749"/>
                    <a:pt x="1428352" y="152880"/>
                    <a:pt x="1428352" y="183881"/>
                  </a:cubicBezTo>
                  <a:cubicBezTo>
                    <a:pt x="1428352" y="214882"/>
                    <a:pt x="1453483" y="240013"/>
                    <a:pt x="1484484" y="240013"/>
                  </a:cubicBezTo>
                  <a:cubicBezTo>
                    <a:pt x="1515485" y="240013"/>
                    <a:pt x="1540616" y="214882"/>
                    <a:pt x="1540616" y="183881"/>
                  </a:cubicBezTo>
                  <a:cubicBezTo>
                    <a:pt x="1540616" y="152880"/>
                    <a:pt x="1515485" y="127749"/>
                    <a:pt x="1484484" y="127749"/>
                  </a:cubicBezTo>
                  <a:close/>
                  <a:moveTo>
                    <a:pt x="1165131" y="127749"/>
                  </a:moveTo>
                  <a:cubicBezTo>
                    <a:pt x="1134130" y="127749"/>
                    <a:pt x="1108999" y="152880"/>
                    <a:pt x="1108999" y="183881"/>
                  </a:cubicBezTo>
                  <a:cubicBezTo>
                    <a:pt x="1108999" y="214882"/>
                    <a:pt x="1134130" y="240013"/>
                    <a:pt x="1165131" y="240013"/>
                  </a:cubicBezTo>
                  <a:cubicBezTo>
                    <a:pt x="1196132" y="240013"/>
                    <a:pt x="1221263" y="214882"/>
                    <a:pt x="1221263" y="183881"/>
                  </a:cubicBezTo>
                  <a:cubicBezTo>
                    <a:pt x="1221263" y="152880"/>
                    <a:pt x="1196132" y="127749"/>
                    <a:pt x="1165131" y="127749"/>
                  </a:cubicBezTo>
                  <a:close/>
                  <a:moveTo>
                    <a:pt x="845779" y="127749"/>
                  </a:moveTo>
                  <a:cubicBezTo>
                    <a:pt x="814778" y="127749"/>
                    <a:pt x="789647" y="152880"/>
                    <a:pt x="789647" y="183881"/>
                  </a:cubicBezTo>
                  <a:cubicBezTo>
                    <a:pt x="789647" y="214882"/>
                    <a:pt x="814778" y="240013"/>
                    <a:pt x="845779" y="240013"/>
                  </a:cubicBezTo>
                  <a:cubicBezTo>
                    <a:pt x="876780" y="240013"/>
                    <a:pt x="901911" y="214882"/>
                    <a:pt x="901911" y="183881"/>
                  </a:cubicBezTo>
                  <a:cubicBezTo>
                    <a:pt x="901911" y="152880"/>
                    <a:pt x="876780" y="127749"/>
                    <a:pt x="845779" y="127749"/>
                  </a:cubicBezTo>
                  <a:close/>
                  <a:moveTo>
                    <a:pt x="526427" y="127749"/>
                  </a:moveTo>
                  <a:cubicBezTo>
                    <a:pt x="495426" y="127749"/>
                    <a:pt x="470295" y="152880"/>
                    <a:pt x="470295" y="183881"/>
                  </a:cubicBezTo>
                  <a:cubicBezTo>
                    <a:pt x="470295" y="214882"/>
                    <a:pt x="495426" y="240013"/>
                    <a:pt x="526427" y="240013"/>
                  </a:cubicBezTo>
                  <a:cubicBezTo>
                    <a:pt x="557428" y="240013"/>
                    <a:pt x="582559" y="214882"/>
                    <a:pt x="582559" y="183881"/>
                  </a:cubicBezTo>
                  <a:cubicBezTo>
                    <a:pt x="582559" y="152880"/>
                    <a:pt x="557428" y="127749"/>
                    <a:pt x="526427" y="127749"/>
                  </a:cubicBezTo>
                  <a:close/>
                  <a:moveTo>
                    <a:pt x="207075" y="127749"/>
                  </a:moveTo>
                  <a:cubicBezTo>
                    <a:pt x="176074" y="127749"/>
                    <a:pt x="150943" y="152880"/>
                    <a:pt x="150943" y="183881"/>
                  </a:cubicBezTo>
                  <a:cubicBezTo>
                    <a:pt x="150943" y="214882"/>
                    <a:pt x="176074" y="240013"/>
                    <a:pt x="207075" y="240013"/>
                  </a:cubicBezTo>
                  <a:cubicBezTo>
                    <a:pt x="238076" y="240013"/>
                    <a:pt x="263207" y="214882"/>
                    <a:pt x="263207" y="183881"/>
                  </a:cubicBezTo>
                  <a:cubicBezTo>
                    <a:pt x="263207" y="152880"/>
                    <a:pt x="238076" y="127749"/>
                    <a:pt x="207075" y="127749"/>
                  </a:cubicBezTo>
                  <a:close/>
                  <a:moveTo>
                    <a:pt x="2123188" y="71617"/>
                  </a:moveTo>
                  <a:cubicBezTo>
                    <a:pt x="2185190" y="71617"/>
                    <a:pt x="2235452" y="121879"/>
                    <a:pt x="2235452" y="183881"/>
                  </a:cubicBezTo>
                  <a:cubicBezTo>
                    <a:pt x="2235452" y="245883"/>
                    <a:pt x="2185190" y="296145"/>
                    <a:pt x="2123188" y="296145"/>
                  </a:cubicBezTo>
                  <a:cubicBezTo>
                    <a:pt x="2061186" y="296145"/>
                    <a:pt x="2010924" y="245883"/>
                    <a:pt x="2010924" y="183881"/>
                  </a:cubicBezTo>
                  <a:cubicBezTo>
                    <a:pt x="2010924" y="121879"/>
                    <a:pt x="2061186" y="71617"/>
                    <a:pt x="2123188" y="71617"/>
                  </a:cubicBezTo>
                  <a:close/>
                  <a:moveTo>
                    <a:pt x="1803836" y="71617"/>
                  </a:moveTo>
                  <a:cubicBezTo>
                    <a:pt x="1865838" y="71617"/>
                    <a:pt x="1916100" y="121879"/>
                    <a:pt x="1916100" y="183881"/>
                  </a:cubicBezTo>
                  <a:cubicBezTo>
                    <a:pt x="1916100" y="245883"/>
                    <a:pt x="1865838" y="296145"/>
                    <a:pt x="1803836" y="296145"/>
                  </a:cubicBezTo>
                  <a:cubicBezTo>
                    <a:pt x="1741834" y="296145"/>
                    <a:pt x="1691572" y="245883"/>
                    <a:pt x="1691572" y="183881"/>
                  </a:cubicBezTo>
                  <a:cubicBezTo>
                    <a:pt x="1691572" y="121879"/>
                    <a:pt x="1741834" y="71617"/>
                    <a:pt x="1803836" y="71617"/>
                  </a:cubicBezTo>
                  <a:close/>
                  <a:moveTo>
                    <a:pt x="1484484" y="71617"/>
                  </a:moveTo>
                  <a:cubicBezTo>
                    <a:pt x="1546486" y="71617"/>
                    <a:pt x="1596748" y="121879"/>
                    <a:pt x="1596748" y="183881"/>
                  </a:cubicBezTo>
                  <a:cubicBezTo>
                    <a:pt x="1596748" y="245883"/>
                    <a:pt x="1546486" y="296145"/>
                    <a:pt x="1484484" y="296145"/>
                  </a:cubicBezTo>
                  <a:cubicBezTo>
                    <a:pt x="1422482" y="296145"/>
                    <a:pt x="1372220" y="245883"/>
                    <a:pt x="1372220" y="183881"/>
                  </a:cubicBezTo>
                  <a:cubicBezTo>
                    <a:pt x="1372220" y="121879"/>
                    <a:pt x="1422482" y="71617"/>
                    <a:pt x="1484484" y="71617"/>
                  </a:cubicBezTo>
                  <a:close/>
                  <a:moveTo>
                    <a:pt x="1165131" y="71617"/>
                  </a:moveTo>
                  <a:cubicBezTo>
                    <a:pt x="1227133" y="71617"/>
                    <a:pt x="1277395" y="121879"/>
                    <a:pt x="1277395" y="183881"/>
                  </a:cubicBezTo>
                  <a:cubicBezTo>
                    <a:pt x="1277395" y="245883"/>
                    <a:pt x="1227133" y="296145"/>
                    <a:pt x="1165131" y="296145"/>
                  </a:cubicBezTo>
                  <a:cubicBezTo>
                    <a:pt x="1103129" y="296145"/>
                    <a:pt x="1052867" y="245883"/>
                    <a:pt x="1052867" y="183881"/>
                  </a:cubicBezTo>
                  <a:cubicBezTo>
                    <a:pt x="1052867" y="121879"/>
                    <a:pt x="1103129" y="71617"/>
                    <a:pt x="1165131" y="71617"/>
                  </a:cubicBezTo>
                  <a:close/>
                  <a:moveTo>
                    <a:pt x="845779" y="71617"/>
                  </a:moveTo>
                  <a:cubicBezTo>
                    <a:pt x="907781" y="71617"/>
                    <a:pt x="958043" y="121879"/>
                    <a:pt x="958043" y="183881"/>
                  </a:cubicBezTo>
                  <a:cubicBezTo>
                    <a:pt x="958043" y="245883"/>
                    <a:pt x="907781" y="296145"/>
                    <a:pt x="845779" y="296145"/>
                  </a:cubicBezTo>
                  <a:cubicBezTo>
                    <a:pt x="783777" y="296145"/>
                    <a:pt x="733515" y="245883"/>
                    <a:pt x="733515" y="183881"/>
                  </a:cubicBezTo>
                  <a:cubicBezTo>
                    <a:pt x="733515" y="121879"/>
                    <a:pt x="783777" y="71617"/>
                    <a:pt x="845779" y="71617"/>
                  </a:cubicBezTo>
                  <a:close/>
                  <a:moveTo>
                    <a:pt x="526427" y="71617"/>
                  </a:moveTo>
                  <a:cubicBezTo>
                    <a:pt x="588429" y="71617"/>
                    <a:pt x="638691" y="121879"/>
                    <a:pt x="638691" y="183881"/>
                  </a:cubicBezTo>
                  <a:cubicBezTo>
                    <a:pt x="638691" y="245883"/>
                    <a:pt x="588429" y="296145"/>
                    <a:pt x="526427" y="296145"/>
                  </a:cubicBezTo>
                  <a:cubicBezTo>
                    <a:pt x="464425" y="296145"/>
                    <a:pt x="414163" y="245883"/>
                    <a:pt x="414163" y="183881"/>
                  </a:cubicBezTo>
                  <a:cubicBezTo>
                    <a:pt x="414163" y="121879"/>
                    <a:pt x="464425" y="71617"/>
                    <a:pt x="526427" y="71617"/>
                  </a:cubicBezTo>
                  <a:close/>
                  <a:moveTo>
                    <a:pt x="207075" y="71617"/>
                  </a:moveTo>
                  <a:cubicBezTo>
                    <a:pt x="269077" y="71617"/>
                    <a:pt x="319339" y="121879"/>
                    <a:pt x="319339" y="183881"/>
                  </a:cubicBezTo>
                  <a:cubicBezTo>
                    <a:pt x="319339" y="245883"/>
                    <a:pt x="269077" y="296145"/>
                    <a:pt x="207075" y="296145"/>
                  </a:cubicBezTo>
                  <a:cubicBezTo>
                    <a:pt x="145073" y="296145"/>
                    <a:pt x="94811" y="245883"/>
                    <a:pt x="94811" y="183881"/>
                  </a:cubicBezTo>
                  <a:cubicBezTo>
                    <a:pt x="94811" y="121879"/>
                    <a:pt x="145073" y="71617"/>
                    <a:pt x="207075" y="71617"/>
                  </a:cubicBezTo>
                  <a:close/>
                  <a:moveTo>
                    <a:pt x="182844" y="45713"/>
                  </a:moveTo>
                  <a:cubicBezTo>
                    <a:pt x="107560" y="45713"/>
                    <a:pt x="46530" y="106743"/>
                    <a:pt x="46530" y="182027"/>
                  </a:cubicBezTo>
                  <a:cubicBezTo>
                    <a:pt x="46530" y="257311"/>
                    <a:pt x="107560" y="318341"/>
                    <a:pt x="182844" y="318341"/>
                  </a:cubicBezTo>
                  <a:lnTo>
                    <a:pt x="2141502" y="318341"/>
                  </a:lnTo>
                  <a:cubicBezTo>
                    <a:pt x="2216786" y="318341"/>
                    <a:pt x="2277816" y="257311"/>
                    <a:pt x="2277816" y="182027"/>
                  </a:cubicBezTo>
                  <a:cubicBezTo>
                    <a:pt x="2277816" y="106743"/>
                    <a:pt x="2216786" y="45713"/>
                    <a:pt x="2141502" y="45713"/>
                  </a:cubicBezTo>
                  <a:close/>
                  <a:moveTo>
                    <a:pt x="182027" y="0"/>
                  </a:moveTo>
                  <a:lnTo>
                    <a:pt x="2142319" y="0"/>
                  </a:lnTo>
                  <a:cubicBezTo>
                    <a:pt x="2242850" y="0"/>
                    <a:pt x="2324346" y="81496"/>
                    <a:pt x="2324346" y="182027"/>
                  </a:cubicBezTo>
                  <a:cubicBezTo>
                    <a:pt x="2324346" y="282558"/>
                    <a:pt x="2242850" y="364054"/>
                    <a:pt x="2142319" y="364054"/>
                  </a:cubicBezTo>
                  <a:lnTo>
                    <a:pt x="182027" y="364054"/>
                  </a:lnTo>
                  <a:cubicBezTo>
                    <a:pt x="81496" y="364054"/>
                    <a:pt x="0" y="282558"/>
                    <a:pt x="0" y="182027"/>
                  </a:cubicBezTo>
                  <a:cubicBezTo>
                    <a:pt x="0" y="81496"/>
                    <a:pt x="81496" y="0"/>
                    <a:pt x="18202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27A028-A5A7-48BC-860F-68B626FBF2F5}"/>
              </a:ext>
            </a:extLst>
          </p:cNvPr>
          <p:cNvGrpSpPr/>
          <p:nvPr/>
        </p:nvGrpSpPr>
        <p:grpSpPr>
          <a:xfrm>
            <a:off x="9828550" y="2540828"/>
            <a:ext cx="633274" cy="412626"/>
            <a:chOff x="9418332" y="2951963"/>
            <a:chExt cx="1418527" cy="924278"/>
          </a:xfrm>
          <a:solidFill>
            <a:schemeClr val="bg1"/>
          </a:solidFill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FBAE044-8F15-44DF-864D-D6DC821D75C8}"/>
                </a:ext>
              </a:extLst>
            </p:cNvPr>
            <p:cNvGrpSpPr/>
            <p:nvPr/>
          </p:nvGrpSpPr>
          <p:grpSpPr>
            <a:xfrm>
              <a:off x="9418332" y="2965177"/>
              <a:ext cx="1377929" cy="911064"/>
              <a:chOff x="9418332" y="2965177"/>
              <a:chExt cx="1377929" cy="911064"/>
            </a:xfrm>
            <a:grpFill/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5054FE3-39D8-4D05-AFF1-B8647323BF55}"/>
                  </a:ext>
                </a:extLst>
              </p:cNvPr>
              <p:cNvGrpSpPr/>
              <p:nvPr/>
            </p:nvGrpSpPr>
            <p:grpSpPr>
              <a:xfrm>
                <a:off x="9418332" y="2965177"/>
                <a:ext cx="1377929" cy="911064"/>
                <a:chOff x="330241" y="1526834"/>
                <a:chExt cx="2145289" cy="1418430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2A5E10D9-2EE3-4B8E-88CF-467BE3722F07}"/>
                    </a:ext>
                  </a:extLst>
                </p:cNvPr>
                <p:cNvSpPr/>
                <p:nvPr/>
              </p:nvSpPr>
              <p:spPr>
                <a:xfrm rot="5400000">
                  <a:off x="607683" y="1387173"/>
                  <a:ext cx="1061847" cy="1341169"/>
                </a:xfrm>
                <a:custGeom>
                  <a:avLst/>
                  <a:gdLst>
                    <a:gd name="connsiteX0" fmla="*/ 855467 w 1318389"/>
                    <a:gd name="connsiteY0" fmla="*/ 1312844 h 1665195"/>
                    <a:gd name="connsiteX1" fmla="*/ 898407 w 1318389"/>
                    <a:gd name="connsiteY1" fmla="*/ 1355784 h 1665195"/>
                    <a:gd name="connsiteX2" fmla="*/ 941347 w 1318389"/>
                    <a:gd name="connsiteY2" fmla="*/ 1312844 h 1665195"/>
                    <a:gd name="connsiteX3" fmla="*/ 898407 w 1318389"/>
                    <a:gd name="connsiteY3" fmla="*/ 1269904 h 1665195"/>
                    <a:gd name="connsiteX4" fmla="*/ 855467 w 1318389"/>
                    <a:gd name="connsiteY4" fmla="*/ 1312844 h 1665195"/>
                    <a:gd name="connsiteX5" fmla="*/ 362769 w 1318389"/>
                    <a:gd name="connsiteY5" fmla="*/ 236590 h 1665195"/>
                    <a:gd name="connsiteX6" fmla="*/ 405229 w 1318389"/>
                    <a:gd name="connsiteY6" fmla="*/ 279050 h 1665195"/>
                    <a:gd name="connsiteX7" fmla="*/ 447689 w 1318389"/>
                    <a:gd name="connsiteY7" fmla="*/ 236590 h 1665195"/>
                    <a:gd name="connsiteX8" fmla="*/ 405229 w 1318389"/>
                    <a:gd name="connsiteY8" fmla="*/ 194130 h 1665195"/>
                    <a:gd name="connsiteX9" fmla="*/ 362769 w 1318389"/>
                    <a:gd name="connsiteY9" fmla="*/ 236590 h 1665195"/>
                    <a:gd name="connsiteX10" fmla="*/ 348187 w 1318389"/>
                    <a:gd name="connsiteY10" fmla="*/ 1312844 h 1665195"/>
                    <a:gd name="connsiteX11" fmla="*/ 391127 w 1318389"/>
                    <a:gd name="connsiteY11" fmla="*/ 1355784 h 1665195"/>
                    <a:gd name="connsiteX12" fmla="*/ 434066 w 1318389"/>
                    <a:gd name="connsiteY12" fmla="*/ 1312844 h 1665195"/>
                    <a:gd name="connsiteX13" fmla="*/ 391127 w 1318389"/>
                    <a:gd name="connsiteY13" fmla="*/ 1269904 h 1665195"/>
                    <a:gd name="connsiteX14" fmla="*/ 348187 w 1318389"/>
                    <a:gd name="connsiteY14" fmla="*/ 1312844 h 1665195"/>
                    <a:gd name="connsiteX15" fmla="*/ 81655 w 1318389"/>
                    <a:gd name="connsiteY15" fmla="*/ 873373 h 1665195"/>
                    <a:gd name="connsiteX16" fmla="*/ 124595 w 1318389"/>
                    <a:gd name="connsiteY16" fmla="*/ 916313 h 1665195"/>
                    <a:gd name="connsiteX17" fmla="*/ 167534 w 1318389"/>
                    <a:gd name="connsiteY17" fmla="*/ 873373 h 1665195"/>
                    <a:gd name="connsiteX18" fmla="*/ 124595 w 1318389"/>
                    <a:gd name="connsiteY18" fmla="*/ 830433 h 1665195"/>
                    <a:gd name="connsiteX19" fmla="*/ 81655 w 1318389"/>
                    <a:gd name="connsiteY19" fmla="*/ 873373 h 1665195"/>
                    <a:gd name="connsiteX20" fmla="*/ 898 w 1318389"/>
                    <a:gd name="connsiteY20" fmla="*/ 878256 h 1665195"/>
                    <a:gd name="connsiteX21" fmla="*/ 59313 w 1318389"/>
                    <a:gd name="connsiteY21" fmla="*/ 760898 h 1665195"/>
                    <a:gd name="connsiteX22" fmla="*/ 60023 w 1318389"/>
                    <a:gd name="connsiteY22" fmla="*/ 760660 h 1665195"/>
                    <a:gd name="connsiteX23" fmla="*/ 301509 w 1318389"/>
                    <a:gd name="connsiteY23" fmla="*/ 256655 h 1665195"/>
                    <a:gd name="connsiteX24" fmla="*/ 300401 w 1318389"/>
                    <a:gd name="connsiteY24" fmla="*/ 253678 h 1665195"/>
                    <a:gd name="connsiteX25" fmla="*/ 392815 w 1318389"/>
                    <a:gd name="connsiteY25" fmla="*/ 125792 h 1665195"/>
                    <a:gd name="connsiteX26" fmla="*/ 426561 w 1318389"/>
                    <a:gd name="connsiteY26" fmla="*/ 127298 h 1665195"/>
                    <a:gd name="connsiteX27" fmla="*/ 501833 w 1318389"/>
                    <a:gd name="connsiteY27" fmla="*/ 25203 h 1665195"/>
                    <a:gd name="connsiteX28" fmla="*/ 659591 w 1318389"/>
                    <a:gd name="connsiteY28" fmla="*/ 0 h 1665195"/>
                    <a:gd name="connsiteX29" fmla="*/ 767873 w 1318389"/>
                    <a:gd name="connsiteY29" fmla="*/ 94280 h 1665195"/>
                    <a:gd name="connsiteX30" fmla="*/ 773474 w 1318389"/>
                    <a:gd name="connsiteY30" fmla="*/ 129752 h 1665195"/>
                    <a:gd name="connsiteX31" fmla="*/ 750137 w 1318389"/>
                    <a:gd name="connsiteY31" fmla="*/ 133486 h 1665195"/>
                    <a:gd name="connsiteX32" fmla="*/ 643721 w 1318389"/>
                    <a:gd name="connsiteY32" fmla="*/ 50407 h 1665195"/>
                    <a:gd name="connsiteX33" fmla="*/ 528905 w 1318389"/>
                    <a:gd name="connsiteY33" fmla="*/ 68143 h 1665195"/>
                    <a:gd name="connsiteX34" fmla="*/ 477195 w 1318389"/>
                    <a:gd name="connsiteY34" fmla="*/ 147376 h 1665195"/>
                    <a:gd name="connsiteX35" fmla="*/ 504919 w 1318389"/>
                    <a:gd name="connsiteY35" fmla="*/ 176856 h 1665195"/>
                    <a:gd name="connsiteX36" fmla="*/ 520701 w 1318389"/>
                    <a:gd name="connsiteY36" fmla="*/ 218206 h 1665195"/>
                    <a:gd name="connsiteX37" fmla="*/ 520838 w 1318389"/>
                    <a:gd name="connsiteY37" fmla="*/ 251739 h 1665195"/>
                    <a:gd name="connsiteX38" fmla="*/ 512601 w 1318389"/>
                    <a:gd name="connsiteY38" fmla="*/ 279384 h 1665195"/>
                    <a:gd name="connsiteX39" fmla="*/ 572778 w 1318389"/>
                    <a:gd name="connsiteY39" fmla="*/ 326714 h 1665195"/>
                    <a:gd name="connsiteX40" fmla="*/ 687595 w 1318389"/>
                    <a:gd name="connsiteY40" fmla="*/ 308045 h 1665195"/>
                    <a:gd name="connsiteX41" fmla="*/ 763207 w 1318389"/>
                    <a:gd name="connsiteY41" fmla="*/ 196028 h 1665195"/>
                    <a:gd name="connsiteX42" fmla="*/ 785610 w 1318389"/>
                    <a:gd name="connsiteY42" fmla="*/ 192294 h 1665195"/>
                    <a:gd name="connsiteX43" fmla="*/ 791211 w 1318389"/>
                    <a:gd name="connsiteY43" fmla="*/ 227766 h 1665195"/>
                    <a:gd name="connsiteX44" fmla="*/ 718400 w 1318389"/>
                    <a:gd name="connsiteY44" fmla="*/ 350984 h 1665195"/>
                    <a:gd name="connsiteX45" fmla="*/ 560643 w 1318389"/>
                    <a:gd name="connsiteY45" fmla="*/ 376188 h 1665195"/>
                    <a:gd name="connsiteX46" fmla="*/ 481653 w 1318389"/>
                    <a:gd name="connsiteY46" fmla="*/ 320430 h 1665195"/>
                    <a:gd name="connsiteX47" fmla="*/ 469637 w 1318389"/>
                    <a:gd name="connsiteY47" fmla="*/ 330704 h 1665195"/>
                    <a:gd name="connsiteX48" fmla="*/ 462283 w 1318389"/>
                    <a:gd name="connsiteY48" fmla="*/ 333441 h 1665195"/>
                    <a:gd name="connsiteX49" fmla="*/ 252808 w 1318389"/>
                    <a:gd name="connsiteY49" fmla="*/ 858867 h 1665195"/>
                    <a:gd name="connsiteX50" fmla="*/ 444434 w 1318389"/>
                    <a:gd name="connsiteY50" fmla="*/ 1190772 h 1665195"/>
                    <a:gd name="connsiteX51" fmla="*/ 801245 w 1318389"/>
                    <a:gd name="connsiteY51" fmla="*/ 1187463 h 1665195"/>
                    <a:gd name="connsiteX52" fmla="*/ 801245 w 1318389"/>
                    <a:gd name="connsiteY52" fmla="*/ 1116815 h 1665195"/>
                    <a:gd name="connsiteX53" fmla="*/ 890858 w 1318389"/>
                    <a:gd name="connsiteY53" fmla="*/ 1027202 h 1665195"/>
                    <a:gd name="connsiteX54" fmla="*/ 1200123 w 1318389"/>
                    <a:gd name="connsiteY54" fmla="*/ 1027202 h 1665195"/>
                    <a:gd name="connsiteX55" fmla="*/ 1205949 w 1318389"/>
                    <a:gd name="connsiteY55" fmla="*/ 998361 h 1665195"/>
                    <a:gd name="connsiteX56" fmla="*/ 1288518 w 1318389"/>
                    <a:gd name="connsiteY56" fmla="*/ 943622 h 1665195"/>
                    <a:gd name="connsiteX57" fmla="*/ 1318389 w 1318389"/>
                    <a:gd name="connsiteY57" fmla="*/ 974426 h 1665195"/>
                    <a:gd name="connsiteX58" fmla="*/ 1318389 w 1318389"/>
                    <a:gd name="connsiteY58" fmla="*/ 1635324 h 1665195"/>
                    <a:gd name="connsiteX59" fmla="*/ 1288518 w 1318389"/>
                    <a:gd name="connsiteY59" fmla="*/ 1665195 h 1665195"/>
                    <a:gd name="connsiteX60" fmla="*/ 1205949 w 1318389"/>
                    <a:gd name="connsiteY60" fmla="*/ 1610455 h 1665195"/>
                    <a:gd name="connsiteX61" fmla="*/ 1203531 w 1318389"/>
                    <a:gd name="connsiteY61" fmla="*/ 1598487 h 1665195"/>
                    <a:gd name="connsiteX62" fmla="*/ 890858 w 1318389"/>
                    <a:gd name="connsiteY62" fmla="*/ 1598487 h 1665195"/>
                    <a:gd name="connsiteX63" fmla="*/ 801245 w 1318389"/>
                    <a:gd name="connsiteY63" fmla="*/ 1508873 h 1665195"/>
                    <a:gd name="connsiteX64" fmla="*/ 801245 w 1318389"/>
                    <a:gd name="connsiteY64" fmla="*/ 1426032 h 1665195"/>
                    <a:gd name="connsiteX65" fmla="*/ 379661 w 1318389"/>
                    <a:gd name="connsiteY65" fmla="*/ 1429942 h 1665195"/>
                    <a:gd name="connsiteX66" fmla="*/ 294951 w 1318389"/>
                    <a:gd name="connsiteY66" fmla="*/ 1395390 h 1665195"/>
                    <a:gd name="connsiteX67" fmla="*/ 270560 w 1318389"/>
                    <a:gd name="connsiteY67" fmla="*/ 1359849 h 1665195"/>
                    <a:gd name="connsiteX68" fmla="*/ 263688 w 1318389"/>
                    <a:gd name="connsiteY68" fmla="*/ 1352058 h 1665195"/>
                    <a:gd name="connsiteX69" fmla="*/ 15908 w 1318389"/>
                    <a:gd name="connsiteY69" fmla="*/ 922891 h 1665195"/>
                    <a:gd name="connsiteX70" fmla="*/ 898 w 1318389"/>
                    <a:gd name="connsiteY70" fmla="*/ 878256 h 1665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1318389" h="1665195">
                      <a:moveTo>
                        <a:pt x="855467" y="1312844"/>
                      </a:moveTo>
                      <a:cubicBezTo>
                        <a:pt x="855467" y="1336181"/>
                        <a:pt x="875070" y="1355784"/>
                        <a:pt x="898407" y="1355784"/>
                      </a:cubicBezTo>
                      <a:cubicBezTo>
                        <a:pt x="921743" y="1355784"/>
                        <a:pt x="941347" y="1336181"/>
                        <a:pt x="941347" y="1312844"/>
                      </a:cubicBezTo>
                      <a:cubicBezTo>
                        <a:pt x="941347" y="1289508"/>
                        <a:pt x="921743" y="1269904"/>
                        <a:pt x="898407" y="1269904"/>
                      </a:cubicBezTo>
                      <a:cubicBezTo>
                        <a:pt x="875070" y="1269904"/>
                        <a:pt x="855467" y="1289508"/>
                        <a:pt x="855467" y="1312844"/>
                      </a:cubicBezTo>
                      <a:close/>
                      <a:moveTo>
                        <a:pt x="362769" y="236590"/>
                      </a:moveTo>
                      <a:cubicBezTo>
                        <a:pt x="362769" y="260040"/>
                        <a:pt x="381779" y="279050"/>
                        <a:pt x="405229" y="279050"/>
                      </a:cubicBezTo>
                      <a:cubicBezTo>
                        <a:pt x="428679" y="279050"/>
                        <a:pt x="447689" y="260040"/>
                        <a:pt x="447689" y="236590"/>
                      </a:cubicBezTo>
                      <a:cubicBezTo>
                        <a:pt x="447689" y="213140"/>
                        <a:pt x="428679" y="194130"/>
                        <a:pt x="405229" y="194130"/>
                      </a:cubicBezTo>
                      <a:cubicBezTo>
                        <a:pt x="381779" y="194130"/>
                        <a:pt x="362769" y="213140"/>
                        <a:pt x="362769" y="236590"/>
                      </a:cubicBezTo>
                      <a:close/>
                      <a:moveTo>
                        <a:pt x="348187" y="1312844"/>
                      </a:moveTo>
                      <a:cubicBezTo>
                        <a:pt x="348187" y="1336181"/>
                        <a:pt x="367790" y="1355784"/>
                        <a:pt x="391127" y="1355784"/>
                      </a:cubicBezTo>
                      <a:cubicBezTo>
                        <a:pt x="414463" y="1355784"/>
                        <a:pt x="434066" y="1336181"/>
                        <a:pt x="434066" y="1312844"/>
                      </a:cubicBezTo>
                      <a:cubicBezTo>
                        <a:pt x="434066" y="1289508"/>
                        <a:pt x="414463" y="1269904"/>
                        <a:pt x="391127" y="1269904"/>
                      </a:cubicBezTo>
                      <a:cubicBezTo>
                        <a:pt x="367790" y="1269904"/>
                        <a:pt x="348187" y="1289508"/>
                        <a:pt x="348187" y="1312844"/>
                      </a:cubicBezTo>
                      <a:close/>
                      <a:moveTo>
                        <a:pt x="81655" y="873373"/>
                      </a:moveTo>
                      <a:cubicBezTo>
                        <a:pt x="81655" y="896710"/>
                        <a:pt x="101258" y="916313"/>
                        <a:pt x="124595" y="916313"/>
                      </a:cubicBezTo>
                      <a:cubicBezTo>
                        <a:pt x="147931" y="916313"/>
                        <a:pt x="167534" y="896710"/>
                        <a:pt x="167534" y="873373"/>
                      </a:cubicBezTo>
                      <a:cubicBezTo>
                        <a:pt x="167534" y="850037"/>
                        <a:pt x="147931" y="830433"/>
                        <a:pt x="124595" y="830433"/>
                      </a:cubicBezTo>
                      <a:cubicBezTo>
                        <a:pt x="101258" y="830433"/>
                        <a:pt x="81655" y="850037"/>
                        <a:pt x="81655" y="873373"/>
                      </a:cubicBezTo>
                      <a:close/>
                      <a:moveTo>
                        <a:pt x="898" y="878256"/>
                      </a:moveTo>
                      <a:cubicBezTo>
                        <a:pt x="-4792" y="832394"/>
                        <a:pt x="16774" y="785458"/>
                        <a:pt x="59313" y="760898"/>
                      </a:cubicBezTo>
                      <a:lnTo>
                        <a:pt x="60023" y="760660"/>
                      </a:lnTo>
                      <a:lnTo>
                        <a:pt x="301509" y="256655"/>
                      </a:lnTo>
                      <a:lnTo>
                        <a:pt x="300401" y="253678"/>
                      </a:lnTo>
                      <a:cubicBezTo>
                        <a:pt x="291067" y="193002"/>
                        <a:pt x="332139" y="135127"/>
                        <a:pt x="392815" y="125792"/>
                      </a:cubicBezTo>
                      <a:lnTo>
                        <a:pt x="426561" y="127298"/>
                      </a:lnTo>
                      <a:lnTo>
                        <a:pt x="501833" y="25203"/>
                      </a:lnTo>
                      <a:lnTo>
                        <a:pt x="659591" y="0"/>
                      </a:lnTo>
                      <a:lnTo>
                        <a:pt x="767873" y="94280"/>
                      </a:lnTo>
                      <a:lnTo>
                        <a:pt x="773474" y="129752"/>
                      </a:lnTo>
                      <a:lnTo>
                        <a:pt x="750137" y="133486"/>
                      </a:lnTo>
                      <a:lnTo>
                        <a:pt x="643721" y="50407"/>
                      </a:lnTo>
                      <a:lnTo>
                        <a:pt x="528905" y="68143"/>
                      </a:lnTo>
                      <a:lnTo>
                        <a:pt x="477195" y="147376"/>
                      </a:lnTo>
                      <a:lnTo>
                        <a:pt x="504919" y="176856"/>
                      </a:lnTo>
                      <a:cubicBezTo>
                        <a:pt x="512650" y="189093"/>
                        <a:pt x="518134" y="203037"/>
                        <a:pt x="520701" y="218206"/>
                      </a:cubicBezTo>
                      <a:cubicBezTo>
                        <a:pt x="522451" y="229583"/>
                        <a:pt x="522429" y="240861"/>
                        <a:pt x="520838" y="251739"/>
                      </a:cubicBezTo>
                      <a:lnTo>
                        <a:pt x="512601" y="279384"/>
                      </a:lnTo>
                      <a:lnTo>
                        <a:pt x="572778" y="326714"/>
                      </a:lnTo>
                      <a:lnTo>
                        <a:pt x="687595" y="308045"/>
                      </a:lnTo>
                      <a:lnTo>
                        <a:pt x="763207" y="196028"/>
                      </a:lnTo>
                      <a:lnTo>
                        <a:pt x="785610" y="192294"/>
                      </a:lnTo>
                      <a:lnTo>
                        <a:pt x="791211" y="227766"/>
                      </a:lnTo>
                      <a:lnTo>
                        <a:pt x="718400" y="350984"/>
                      </a:lnTo>
                      <a:lnTo>
                        <a:pt x="560643" y="376188"/>
                      </a:lnTo>
                      <a:lnTo>
                        <a:pt x="481653" y="320430"/>
                      </a:lnTo>
                      <a:lnTo>
                        <a:pt x="469637" y="330704"/>
                      </a:lnTo>
                      <a:lnTo>
                        <a:pt x="462283" y="333441"/>
                      </a:lnTo>
                      <a:lnTo>
                        <a:pt x="252808" y="858867"/>
                      </a:lnTo>
                      <a:lnTo>
                        <a:pt x="444434" y="1190772"/>
                      </a:lnTo>
                      <a:lnTo>
                        <a:pt x="801245" y="1187463"/>
                      </a:lnTo>
                      <a:lnTo>
                        <a:pt x="801245" y="1116815"/>
                      </a:lnTo>
                      <a:cubicBezTo>
                        <a:pt x="801245" y="1067341"/>
                        <a:pt x="841384" y="1027202"/>
                        <a:pt x="890858" y="1027202"/>
                      </a:cubicBezTo>
                      <a:lnTo>
                        <a:pt x="1200123" y="1027202"/>
                      </a:lnTo>
                      <a:lnTo>
                        <a:pt x="1205949" y="998361"/>
                      </a:lnTo>
                      <a:cubicBezTo>
                        <a:pt x="1219557" y="966200"/>
                        <a:pt x="1251412" y="943622"/>
                        <a:pt x="1288518" y="943622"/>
                      </a:cubicBezTo>
                      <a:cubicBezTo>
                        <a:pt x="1305320" y="944554"/>
                        <a:pt x="1318389" y="957623"/>
                        <a:pt x="1318389" y="974426"/>
                      </a:cubicBezTo>
                      <a:lnTo>
                        <a:pt x="1318389" y="1635324"/>
                      </a:lnTo>
                      <a:cubicBezTo>
                        <a:pt x="1318389" y="1652126"/>
                        <a:pt x="1305320" y="1665195"/>
                        <a:pt x="1288518" y="1665195"/>
                      </a:cubicBezTo>
                      <a:cubicBezTo>
                        <a:pt x="1251412" y="1665195"/>
                        <a:pt x="1219557" y="1642617"/>
                        <a:pt x="1205949" y="1610455"/>
                      </a:cubicBezTo>
                      <a:lnTo>
                        <a:pt x="1203531" y="1598487"/>
                      </a:lnTo>
                      <a:lnTo>
                        <a:pt x="890858" y="1598487"/>
                      </a:lnTo>
                      <a:cubicBezTo>
                        <a:pt x="841384" y="1598487"/>
                        <a:pt x="801245" y="1558348"/>
                        <a:pt x="801245" y="1508873"/>
                      </a:cubicBezTo>
                      <a:lnTo>
                        <a:pt x="801245" y="1426032"/>
                      </a:lnTo>
                      <a:lnTo>
                        <a:pt x="379661" y="1429942"/>
                      </a:lnTo>
                      <a:cubicBezTo>
                        <a:pt x="346553" y="1429924"/>
                        <a:pt x="316655" y="1416756"/>
                        <a:pt x="294951" y="1395390"/>
                      </a:cubicBezTo>
                      <a:lnTo>
                        <a:pt x="270560" y="1359849"/>
                      </a:lnTo>
                      <a:lnTo>
                        <a:pt x="263688" y="1352058"/>
                      </a:lnTo>
                      <a:lnTo>
                        <a:pt x="15908" y="922891"/>
                      </a:lnTo>
                      <a:cubicBezTo>
                        <a:pt x="7721" y="908711"/>
                        <a:pt x="2795" y="893543"/>
                        <a:pt x="898" y="87825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DC253B9F-0583-4FF7-BF59-77142D0A1251}"/>
                    </a:ext>
                  </a:extLst>
                </p:cNvPr>
                <p:cNvSpPr/>
                <p:nvPr/>
              </p:nvSpPr>
              <p:spPr>
                <a:xfrm>
                  <a:off x="330241" y="2609254"/>
                  <a:ext cx="2145289" cy="336010"/>
                </a:xfrm>
                <a:custGeom>
                  <a:avLst/>
                  <a:gdLst>
                    <a:gd name="connsiteX0" fmla="*/ 2123188 w 2324346"/>
                    <a:gd name="connsiteY0" fmla="*/ 127749 h 364054"/>
                    <a:gd name="connsiteX1" fmla="*/ 2067056 w 2324346"/>
                    <a:gd name="connsiteY1" fmla="*/ 183881 h 364054"/>
                    <a:gd name="connsiteX2" fmla="*/ 2123188 w 2324346"/>
                    <a:gd name="connsiteY2" fmla="*/ 240013 h 364054"/>
                    <a:gd name="connsiteX3" fmla="*/ 2179320 w 2324346"/>
                    <a:gd name="connsiteY3" fmla="*/ 183881 h 364054"/>
                    <a:gd name="connsiteX4" fmla="*/ 2123188 w 2324346"/>
                    <a:gd name="connsiteY4" fmla="*/ 127749 h 364054"/>
                    <a:gd name="connsiteX5" fmla="*/ 1803836 w 2324346"/>
                    <a:gd name="connsiteY5" fmla="*/ 127749 h 364054"/>
                    <a:gd name="connsiteX6" fmla="*/ 1747704 w 2324346"/>
                    <a:gd name="connsiteY6" fmla="*/ 183881 h 364054"/>
                    <a:gd name="connsiteX7" fmla="*/ 1803836 w 2324346"/>
                    <a:gd name="connsiteY7" fmla="*/ 240013 h 364054"/>
                    <a:gd name="connsiteX8" fmla="*/ 1859968 w 2324346"/>
                    <a:gd name="connsiteY8" fmla="*/ 183881 h 364054"/>
                    <a:gd name="connsiteX9" fmla="*/ 1803836 w 2324346"/>
                    <a:gd name="connsiteY9" fmla="*/ 127749 h 364054"/>
                    <a:gd name="connsiteX10" fmla="*/ 1484484 w 2324346"/>
                    <a:gd name="connsiteY10" fmla="*/ 127749 h 364054"/>
                    <a:gd name="connsiteX11" fmla="*/ 1428352 w 2324346"/>
                    <a:gd name="connsiteY11" fmla="*/ 183881 h 364054"/>
                    <a:gd name="connsiteX12" fmla="*/ 1484484 w 2324346"/>
                    <a:gd name="connsiteY12" fmla="*/ 240013 h 364054"/>
                    <a:gd name="connsiteX13" fmla="*/ 1540616 w 2324346"/>
                    <a:gd name="connsiteY13" fmla="*/ 183881 h 364054"/>
                    <a:gd name="connsiteX14" fmla="*/ 1484484 w 2324346"/>
                    <a:gd name="connsiteY14" fmla="*/ 127749 h 364054"/>
                    <a:gd name="connsiteX15" fmla="*/ 1165131 w 2324346"/>
                    <a:gd name="connsiteY15" fmla="*/ 127749 h 364054"/>
                    <a:gd name="connsiteX16" fmla="*/ 1108999 w 2324346"/>
                    <a:gd name="connsiteY16" fmla="*/ 183881 h 364054"/>
                    <a:gd name="connsiteX17" fmla="*/ 1165131 w 2324346"/>
                    <a:gd name="connsiteY17" fmla="*/ 240013 h 364054"/>
                    <a:gd name="connsiteX18" fmla="*/ 1221263 w 2324346"/>
                    <a:gd name="connsiteY18" fmla="*/ 183881 h 364054"/>
                    <a:gd name="connsiteX19" fmla="*/ 1165131 w 2324346"/>
                    <a:gd name="connsiteY19" fmla="*/ 127749 h 364054"/>
                    <a:gd name="connsiteX20" fmla="*/ 845779 w 2324346"/>
                    <a:gd name="connsiteY20" fmla="*/ 127749 h 364054"/>
                    <a:gd name="connsiteX21" fmla="*/ 789647 w 2324346"/>
                    <a:gd name="connsiteY21" fmla="*/ 183881 h 364054"/>
                    <a:gd name="connsiteX22" fmla="*/ 845779 w 2324346"/>
                    <a:gd name="connsiteY22" fmla="*/ 240013 h 364054"/>
                    <a:gd name="connsiteX23" fmla="*/ 901911 w 2324346"/>
                    <a:gd name="connsiteY23" fmla="*/ 183881 h 364054"/>
                    <a:gd name="connsiteX24" fmla="*/ 845779 w 2324346"/>
                    <a:gd name="connsiteY24" fmla="*/ 127749 h 364054"/>
                    <a:gd name="connsiteX25" fmla="*/ 526427 w 2324346"/>
                    <a:gd name="connsiteY25" fmla="*/ 127749 h 364054"/>
                    <a:gd name="connsiteX26" fmla="*/ 470295 w 2324346"/>
                    <a:gd name="connsiteY26" fmla="*/ 183881 h 364054"/>
                    <a:gd name="connsiteX27" fmla="*/ 526427 w 2324346"/>
                    <a:gd name="connsiteY27" fmla="*/ 240013 h 364054"/>
                    <a:gd name="connsiteX28" fmla="*/ 582559 w 2324346"/>
                    <a:gd name="connsiteY28" fmla="*/ 183881 h 364054"/>
                    <a:gd name="connsiteX29" fmla="*/ 526427 w 2324346"/>
                    <a:gd name="connsiteY29" fmla="*/ 127749 h 364054"/>
                    <a:gd name="connsiteX30" fmla="*/ 207075 w 2324346"/>
                    <a:gd name="connsiteY30" fmla="*/ 127749 h 364054"/>
                    <a:gd name="connsiteX31" fmla="*/ 150943 w 2324346"/>
                    <a:gd name="connsiteY31" fmla="*/ 183881 h 364054"/>
                    <a:gd name="connsiteX32" fmla="*/ 207075 w 2324346"/>
                    <a:gd name="connsiteY32" fmla="*/ 240013 h 364054"/>
                    <a:gd name="connsiteX33" fmla="*/ 263207 w 2324346"/>
                    <a:gd name="connsiteY33" fmla="*/ 183881 h 364054"/>
                    <a:gd name="connsiteX34" fmla="*/ 207075 w 2324346"/>
                    <a:gd name="connsiteY34" fmla="*/ 127749 h 364054"/>
                    <a:gd name="connsiteX35" fmla="*/ 2123188 w 2324346"/>
                    <a:gd name="connsiteY35" fmla="*/ 71617 h 364054"/>
                    <a:gd name="connsiteX36" fmla="*/ 2235452 w 2324346"/>
                    <a:gd name="connsiteY36" fmla="*/ 183881 h 364054"/>
                    <a:gd name="connsiteX37" fmla="*/ 2123188 w 2324346"/>
                    <a:gd name="connsiteY37" fmla="*/ 296145 h 364054"/>
                    <a:gd name="connsiteX38" fmla="*/ 2010924 w 2324346"/>
                    <a:gd name="connsiteY38" fmla="*/ 183881 h 364054"/>
                    <a:gd name="connsiteX39" fmla="*/ 2123188 w 2324346"/>
                    <a:gd name="connsiteY39" fmla="*/ 71617 h 364054"/>
                    <a:gd name="connsiteX40" fmla="*/ 1803836 w 2324346"/>
                    <a:gd name="connsiteY40" fmla="*/ 71617 h 364054"/>
                    <a:gd name="connsiteX41" fmla="*/ 1916100 w 2324346"/>
                    <a:gd name="connsiteY41" fmla="*/ 183881 h 364054"/>
                    <a:gd name="connsiteX42" fmla="*/ 1803836 w 2324346"/>
                    <a:gd name="connsiteY42" fmla="*/ 296145 h 364054"/>
                    <a:gd name="connsiteX43" fmla="*/ 1691572 w 2324346"/>
                    <a:gd name="connsiteY43" fmla="*/ 183881 h 364054"/>
                    <a:gd name="connsiteX44" fmla="*/ 1803836 w 2324346"/>
                    <a:gd name="connsiteY44" fmla="*/ 71617 h 364054"/>
                    <a:gd name="connsiteX45" fmla="*/ 1484484 w 2324346"/>
                    <a:gd name="connsiteY45" fmla="*/ 71617 h 364054"/>
                    <a:gd name="connsiteX46" fmla="*/ 1596748 w 2324346"/>
                    <a:gd name="connsiteY46" fmla="*/ 183881 h 364054"/>
                    <a:gd name="connsiteX47" fmla="*/ 1484484 w 2324346"/>
                    <a:gd name="connsiteY47" fmla="*/ 296145 h 364054"/>
                    <a:gd name="connsiteX48" fmla="*/ 1372220 w 2324346"/>
                    <a:gd name="connsiteY48" fmla="*/ 183881 h 364054"/>
                    <a:gd name="connsiteX49" fmla="*/ 1484484 w 2324346"/>
                    <a:gd name="connsiteY49" fmla="*/ 71617 h 364054"/>
                    <a:gd name="connsiteX50" fmla="*/ 1165131 w 2324346"/>
                    <a:gd name="connsiteY50" fmla="*/ 71617 h 364054"/>
                    <a:gd name="connsiteX51" fmla="*/ 1277395 w 2324346"/>
                    <a:gd name="connsiteY51" fmla="*/ 183881 h 364054"/>
                    <a:gd name="connsiteX52" fmla="*/ 1165131 w 2324346"/>
                    <a:gd name="connsiteY52" fmla="*/ 296145 h 364054"/>
                    <a:gd name="connsiteX53" fmla="*/ 1052867 w 2324346"/>
                    <a:gd name="connsiteY53" fmla="*/ 183881 h 364054"/>
                    <a:gd name="connsiteX54" fmla="*/ 1165131 w 2324346"/>
                    <a:gd name="connsiteY54" fmla="*/ 71617 h 364054"/>
                    <a:gd name="connsiteX55" fmla="*/ 845779 w 2324346"/>
                    <a:gd name="connsiteY55" fmla="*/ 71617 h 364054"/>
                    <a:gd name="connsiteX56" fmla="*/ 958043 w 2324346"/>
                    <a:gd name="connsiteY56" fmla="*/ 183881 h 364054"/>
                    <a:gd name="connsiteX57" fmla="*/ 845779 w 2324346"/>
                    <a:gd name="connsiteY57" fmla="*/ 296145 h 364054"/>
                    <a:gd name="connsiteX58" fmla="*/ 733515 w 2324346"/>
                    <a:gd name="connsiteY58" fmla="*/ 183881 h 364054"/>
                    <a:gd name="connsiteX59" fmla="*/ 845779 w 2324346"/>
                    <a:gd name="connsiteY59" fmla="*/ 71617 h 364054"/>
                    <a:gd name="connsiteX60" fmla="*/ 526427 w 2324346"/>
                    <a:gd name="connsiteY60" fmla="*/ 71617 h 364054"/>
                    <a:gd name="connsiteX61" fmla="*/ 638691 w 2324346"/>
                    <a:gd name="connsiteY61" fmla="*/ 183881 h 364054"/>
                    <a:gd name="connsiteX62" fmla="*/ 526427 w 2324346"/>
                    <a:gd name="connsiteY62" fmla="*/ 296145 h 364054"/>
                    <a:gd name="connsiteX63" fmla="*/ 414163 w 2324346"/>
                    <a:gd name="connsiteY63" fmla="*/ 183881 h 364054"/>
                    <a:gd name="connsiteX64" fmla="*/ 526427 w 2324346"/>
                    <a:gd name="connsiteY64" fmla="*/ 71617 h 364054"/>
                    <a:gd name="connsiteX65" fmla="*/ 207075 w 2324346"/>
                    <a:gd name="connsiteY65" fmla="*/ 71617 h 364054"/>
                    <a:gd name="connsiteX66" fmla="*/ 319339 w 2324346"/>
                    <a:gd name="connsiteY66" fmla="*/ 183881 h 364054"/>
                    <a:gd name="connsiteX67" fmla="*/ 207075 w 2324346"/>
                    <a:gd name="connsiteY67" fmla="*/ 296145 h 364054"/>
                    <a:gd name="connsiteX68" fmla="*/ 94811 w 2324346"/>
                    <a:gd name="connsiteY68" fmla="*/ 183881 h 364054"/>
                    <a:gd name="connsiteX69" fmla="*/ 207075 w 2324346"/>
                    <a:gd name="connsiteY69" fmla="*/ 71617 h 364054"/>
                    <a:gd name="connsiteX70" fmla="*/ 182844 w 2324346"/>
                    <a:gd name="connsiteY70" fmla="*/ 45713 h 364054"/>
                    <a:gd name="connsiteX71" fmla="*/ 46530 w 2324346"/>
                    <a:gd name="connsiteY71" fmla="*/ 182027 h 364054"/>
                    <a:gd name="connsiteX72" fmla="*/ 182844 w 2324346"/>
                    <a:gd name="connsiteY72" fmla="*/ 318341 h 364054"/>
                    <a:gd name="connsiteX73" fmla="*/ 2141502 w 2324346"/>
                    <a:gd name="connsiteY73" fmla="*/ 318341 h 364054"/>
                    <a:gd name="connsiteX74" fmla="*/ 2277816 w 2324346"/>
                    <a:gd name="connsiteY74" fmla="*/ 182027 h 364054"/>
                    <a:gd name="connsiteX75" fmla="*/ 2141502 w 2324346"/>
                    <a:gd name="connsiteY75" fmla="*/ 45713 h 364054"/>
                    <a:gd name="connsiteX76" fmla="*/ 182027 w 2324346"/>
                    <a:gd name="connsiteY76" fmla="*/ 0 h 364054"/>
                    <a:gd name="connsiteX77" fmla="*/ 2142319 w 2324346"/>
                    <a:gd name="connsiteY77" fmla="*/ 0 h 364054"/>
                    <a:gd name="connsiteX78" fmla="*/ 2324346 w 2324346"/>
                    <a:gd name="connsiteY78" fmla="*/ 182027 h 364054"/>
                    <a:gd name="connsiteX79" fmla="*/ 2142319 w 2324346"/>
                    <a:gd name="connsiteY79" fmla="*/ 364054 h 364054"/>
                    <a:gd name="connsiteX80" fmla="*/ 182027 w 2324346"/>
                    <a:gd name="connsiteY80" fmla="*/ 364054 h 364054"/>
                    <a:gd name="connsiteX81" fmla="*/ 0 w 2324346"/>
                    <a:gd name="connsiteY81" fmla="*/ 182027 h 364054"/>
                    <a:gd name="connsiteX82" fmla="*/ 182027 w 2324346"/>
                    <a:gd name="connsiteY82" fmla="*/ 0 h 36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</a:cxnLst>
                  <a:rect l="l" t="t" r="r" b="b"/>
                  <a:pathLst>
                    <a:path w="2324346" h="364054">
                      <a:moveTo>
                        <a:pt x="2123188" y="127749"/>
                      </a:moveTo>
                      <a:cubicBezTo>
                        <a:pt x="2092187" y="127749"/>
                        <a:pt x="2067056" y="152880"/>
                        <a:pt x="2067056" y="183881"/>
                      </a:cubicBezTo>
                      <a:cubicBezTo>
                        <a:pt x="2067056" y="214882"/>
                        <a:pt x="2092187" y="240013"/>
                        <a:pt x="2123188" y="240013"/>
                      </a:cubicBezTo>
                      <a:cubicBezTo>
                        <a:pt x="2154189" y="240013"/>
                        <a:pt x="2179320" y="214882"/>
                        <a:pt x="2179320" y="183881"/>
                      </a:cubicBezTo>
                      <a:cubicBezTo>
                        <a:pt x="2179320" y="152880"/>
                        <a:pt x="2154189" y="127749"/>
                        <a:pt x="2123188" y="127749"/>
                      </a:cubicBezTo>
                      <a:close/>
                      <a:moveTo>
                        <a:pt x="1803836" y="127749"/>
                      </a:moveTo>
                      <a:cubicBezTo>
                        <a:pt x="1772835" y="127749"/>
                        <a:pt x="1747704" y="152880"/>
                        <a:pt x="1747704" y="183881"/>
                      </a:cubicBezTo>
                      <a:cubicBezTo>
                        <a:pt x="1747704" y="214882"/>
                        <a:pt x="1772835" y="240013"/>
                        <a:pt x="1803836" y="240013"/>
                      </a:cubicBezTo>
                      <a:cubicBezTo>
                        <a:pt x="1834837" y="240013"/>
                        <a:pt x="1859968" y="214882"/>
                        <a:pt x="1859968" y="183881"/>
                      </a:cubicBezTo>
                      <a:cubicBezTo>
                        <a:pt x="1859968" y="152880"/>
                        <a:pt x="1834837" y="127749"/>
                        <a:pt x="1803836" y="127749"/>
                      </a:cubicBezTo>
                      <a:close/>
                      <a:moveTo>
                        <a:pt x="1484484" y="127749"/>
                      </a:moveTo>
                      <a:cubicBezTo>
                        <a:pt x="1453483" y="127749"/>
                        <a:pt x="1428352" y="152880"/>
                        <a:pt x="1428352" y="183881"/>
                      </a:cubicBezTo>
                      <a:cubicBezTo>
                        <a:pt x="1428352" y="214882"/>
                        <a:pt x="1453483" y="240013"/>
                        <a:pt x="1484484" y="240013"/>
                      </a:cubicBezTo>
                      <a:cubicBezTo>
                        <a:pt x="1515485" y="240013"/>
                        <a:pt x="1540616" y="214882"/>
                        <a:pt x="1540616" y="183881"/>
                      </a:cubicBezTo>
                      <a:cubicBezTo>
                        <a:pt x="1540616" y="152880"/>
                        <a:pt x="1515485" y="127749"/>
                        <a:pt x="1484484" y="127749"/>
                      </a:cubicBezTo>
                      <a:close/>
                      <a:moveTo>
                        <a:pt x="1165131" y="127749"/>
                      </a:moveTo>
                      <a:cubicBezTo>
                        <a:pt x="1134130" y="127749"/>
                        <a:pt x="1108999" y="152880"/>
                        <a:pt x="1108999" y="183881"/>
                      </a:cubicBezTo>
                      <a:cubicBezTo>
                        <a:pt x="1108999" y="214882"/>
                        <a:pt x="1134130" y="240013"/>
                        <a:pt x="1165131" y="240013"/>
                      </a:cubicBezTo>
                      <a:cubicBezTo>
                        <a:pt x="1196132" y="240013"/>
                        <a:pt x="1221263" y="214882"/>
                        <a:pt x="1221263" y="183881"/>
                      </a:cubicBezTo>
                      <a:cubicBezTo>
                        <a:pt x="1221263" y="152880"/>
                        <a:pt x="1196132" y="127749"/>
                        <a:pt x="1165131" y="127749"/>
                      </a:cubicBezTo>
                      <a:close/>
                      <a:moveTo>
                        <a:pt x="845779" y="127749"/>
                      </a:moveTo>
                      <a:cubicBezTo>
                        <a:pt x="814778" y="127749"/>
                        <a:pt x="789647" y="152880"/>
                        <a:pt x="789647" y="183881"/>
                      </a:cubicBezTo>
                      <a:cubicBezTo>
                        <a:pt x="789647" y="214882"/>
                        <a:pt x="814778" y="240013"/>
                        <a:pt x="845779" y="240013"/>
                      </a:cubicBezTo>
                      <a:cubicBezTo>
                        <a:pt x="876780" y="240013"/>
                        <a:pt x="901911" y="214882"/>
                        <a:pt x="901911" y="183881"/>
                      </a:cubicBezTo>
                      <a:cubicBezTo>
                        <a:pt x="901911" y="152880"/>
                        <a:pt x="876780" y="127749"/>
                        <a:pt x="845779" y="127749"/>
                      </a:cubicBezTo>
                      <a:close/>
                      <a:moveTo>
                        <a:pt x="526427" y="127749"/>
                      </a:moveTo>
                      <a:cubicBezTo>
                        <a:pt x="495426" y="127749"/>
                        <a:pt x="470295" y="152880"/>
                        <a:pt x="470295" y="183881"/>
                      </a:cubicBezTo>
                      <a:cubicBezTo>
                        <a:pt x="470295" y="214882"/>
                        <a:pt x="495426" y="240013"/>
                        <a:pt x="526427" y="240013"/>
                      </a:cubicBezTo>
                      <a:cubicBezTo>
                        <a:pt x="557428" y="240013"/>
                        <a:pt x="582559" y="214882"/>
                        <a:pt x="582559" y="183881"/>
                      </a:cubicBezTo>
                      <a:cubicBezTo>
                        <a:pt x="582559" y="152880"/>
                        <a:pt x="557428" y="127749"/>
                        <a:pt x="526427" y="127749"/>
                      </a:cubicBezTo>
                      <a:close/>
                      <a:moveTo>
                        <a:pt x="207075" y="127749"/>
                      </a:moveTo>
                      <a:cubicBezTo>
                        <a:pt x="176074" y="127749"/>
                        <a:pt x="150943" y="152880"/>
                        <a:pt x="150943" y="183881"/>
                      </a:cubicBezTo>
                      <a:cubicBezTo>
                        <a:pt x="150943" y="214882"/>
                        <a:pt x="176074" y="240013"/>
                        <a:pt x="207075" y="240013"/>
                      </a:cubicBezTo>
                      <a:cubicBezTo>
                        <a:pt x="238076" y="240013"/>
                        <a:pt x="263207" y="214882"/>
                        <a:pt x="263207" y="183881"/>
                      </a:cubicBezTo>
                      <a:cubicBezTo>
                        <a:pt x="263207" y="152880"/>
                        <a:pt x="238076" y="127749"/>
                        <a:pt x="207075" y="127749"/>
                      </a:cubicBezTo>
                      <a:close/>
                      <a:moveTo>
                        <a:pt x="2123188" y="71617"/>
                      </a:moveTo>
                      <a:cubicBezTo>
                        <a:pt x="2185190" y="71617"/>
                        <a:pt x="2235452" y="121879"/>
                        <a:pt x="2235452" y="183881"/>
                      </a:cubicBezTo>
                      <a:cubicBezTo>
                        <a:pt x="2235452" y="245883"/>
                        <a:pt x="2185190" y="296145"/>
                        <a:pt x="2123188" y="296145"/>
                      </a:cubicBezTo>
                      <a:cubicBezTo>
                        <a:pt x="2061186" y="296145"/>
                        <a:pt x="2010924" y="245883"/>
                        <a:pt x="2010924" y="183881"/>
                      </a:cubicBezTo>
                      <a:cubicBezTo>
                        <a:pt x="2010924" y="121879"/>
                        <a:pt x="2061186" y="71617"/>
                        <a:pt x="2123188" y="71617"/>
                      </a:cubicBezTo>
                      <a:close/>
                      <a:moveTo>
                        <a:pt x="1803836" y="71617"/>
                      </a:moveTo>
                      <a:cubicBezTo>
                        <a:pt x="1865838" y="71617"/>
                        <a:pt x="1916100" y="121879"/>
                        <a:pt x="1916100" y="183881"/>
                      </a:cubicBezTo>
                      <a:cubicBezTo>
                        <a:pt x="1916100" y="245883"/>
                        <a:pt x="1865838" y="296145"/>
                        <a:pt x="1803836" y="296145"/>
                      </a:cubicBezTo>
                      <a:cubicBezTo>
                        <a:pt x="1741834" y="296145"/>
                        <a:pt x="1691572" y="245883"/>
                        <a:pt x="1691572" y="183881"/>
                      </a:cubicBezTo>
                      <a:cubicBezTo>
                        <a:pt x="1691572" y="121879"/>
                        <a:pt x="1741834" y="71617"/>
                        <a:pt x="1803836" y="71617"/>
                      </a:cubicBezTo>
                      <a:close/>
                      <a:moveTo>
                        <a:pt x="1484484" y="71617"/>
                      </a:moveTo>
                      <a:cubicBezTo>
                        <a:pt x="1546486" y="71617"/>
                        <a:pt x="1596748" y="121879"/>
                        <a:pt x="1596748" y="183881"/>
                      </a:cubicBezTo>
                      <a:cubicBezTo>
                        <a:pt x="1596748" y="245883"/>
                        <a:pt x="1546486" y="296145"/>
                        <a:pt x="1484484" y="296145"/>
                      </a:cubicBezTo>
                      <a:cubicBezTo>
                        <a:pt x="1422482" y="296145"/>
                        <a:pt x="1372220" y="245883"/>
                        <a:pt x="1372220" y="183881"/>
                      </a:cubicBezTo>
                      <a:cubicBezTo>
                        <a:pt x="1372220" y="121879"/>
                        <a:pt x="1422482" y="71617"/>
                        <a:pt x="1484484" y="71617"/>
                      </a:cubicBezTo>
                      <a:close/>
                      <a:moveTo>
                        <a:pt x="1165131" y="71617"/>
                      </a:moveTo>
                      <a:cubicBezTo>
                        <a:pt x="1227133" y="71617"/>
                        <a:pt x="1277395" y="121879"/>
                        <a:pt x="1277395" y="183881"/>
                      </a:cubicBezTo>
                      <a:cubicBezTo>
                        <a:pt x="1277395" y="245883"/>
                        <a:pt x="1227133" y="296145"/>
                        <a:pt x="1165131" y="296145"/>
                      </a:cubicBezTo>
                      <a:cubicBezTo>
                        <a:pt x="1103129" y="296145"/>
                        <a:pt x="1052867" y="245883"/>
                        <a:pt x="1052867" y="183881"/>
                      </a:cubicBezTo>
                      <a:cubicBezTo>
                        <a:pt x="1052867" y="121879"/>
                        <a:pt x="1103129" y="71617"/>
                        <a:pt x="1165131" y="71617"/>
                      </a:cubicBezTo>
                      <a:close/>
                      <a:moveTo>
                        <a:pt x="845779" y="71617"/>
                      </a:moveTo>
                      <a:cubicBezTo>
                        <a:pt x="907781" y="71617"/>
                        <a:pt x="958043" y="121879"/>
                        <a:pt x="958043" y="183881"/>
                      </a:cubicBezTo>
                      <a:cubicBezTo>
                        <a:pt x="958043" y="245883"/>
                        <a:pt x="907781" y="296145"/>
                        <a:pt x="845779" y="296145"/>
                      </a:cubicBezTo>
                      <a:cubicBezTo>
                        <a:pt x="783777" y="296145"/>
                        <a:pt x="733515" y="245883"/>
                        <a:pt x="733515" y="183881"/>
                      </a:cubicBezTo>
                      <a:cubicBezTo>
                        <a:pt x="733515" y="121879"/>
                        <a:pt x="783777" y="71617"/>
                        <a:pt x="845779" y="71617"/>
                      </a:cubicBezTo>
                      <a:close/>
                      <a:moveTo>
                        <a:pt x="526427" y="71617"/>
                      </a:moveTo>
                      <a:cubicBezTo>
                        <a:pt x="588429" y="71617"/>
                        <a:pt x="638691" y="121879"/>
                        <a:pt x="638691" y="183881"/>
                      </a:cubicBezTo>
                      <a:cubicBezTo>
                        <a:pt x="638691" y="245883"/>
                        <a:pt x="588429" y="296145"/>
                        <a:pt x="526427" y="296145"/>
                      </a:cubicBezTo>
                      <a:cubicBezTo>
                        <a:pt x="464425" y="296145"/>
                        <a:pt x="414163" y="245883"/>
                        <a:pt x="414163" y="183881"/>
                      </a:cubicBezTo>
                      <a:cubicBezTo>
                        <a:pt x="414163" y="121879"/>
                        <a:pt x="464425" y="71617"/>
                        <a:pt x="526427" y="71617"/>
                      </a:cubicBezTo>
                      <a:close/>
                      <a:moveTo>
                        <a:pt x="207075" y="71617"/>
                      </a:moveTo>
                      <a:cubicBezTo>
                        <a:pt x="269077" y="71617"/>
                        <a:pt x="319339" y="121879"/>
                        <a:pt x="319339" y="183881"/>
                      </a:cubicBezTo>
                      <a:cubicBezTo>
                        <a:pt x="319339" y="245883"/>
                        <a:pt x="269077" y="296145"/>
                        <a:pt x="207075" y="296145"/>
                      </a:cubicBezTo>
                      <a:cubicBezTo>
                        <a:pt x="145073" y="296145"/>
                        <a:pt x="94811" y="245883"/>
                        <a:pt x="94811" y="183881"/>
                      </a:cubicBezTo>
                      <a:cubicBezTo>
                        <a:pt x="94811" y="121879"/>
                        <a:pt x="145073" y="71617"/>
                        <a:pt x="207075" y="71617"/>
                      </a:cubicBezTo>
                      <a:close/>
                      <a:moveTo>
                        <a:pt x="182844" y="45713"/>
                      </a:moveTo>
                      <a:cubicBezTo>
                        <a:pt x="107560" y="45713"/>
                        <a:pt x="46530" y="106743"/>
                        <a:pt x="46530" y="182027"/>
                      </a:cubicBezTo>
                      <a:cubicBezTo>
                        <a:pt x="46530" y="257311"/>
                        <a:pt x="107560" y="318341"/>
                        <a:pt x="182844" y="318341"/>
                      </a:cubicBezTo>
                      <a:lnTo>
                        <a:pt x="2141502" y="318341"/>
                      </a:lnTo>
                      <a:cubicBezTo>
                        <a:pt x="2216786" y="318341"/>
                        <a:pt x="2277816" y="257311"/>
                        <a:pt x="2277816" y="182027"/>
                      </a:cubicBezTo>
                      <a:cubicBezTo>
                        <a:pt x="2277816" y="106743"/>
                        <a:pt x="2216786" y="45713"/>
                        <a:pt x="2141502" y="45713"/>
                      </a:cubicBezTo>
                      <a:close/>
                      <a:moveTo>
                        <a:pt x="182027" y="0"/>
                      </a:moveTo>
                      <a:lnTo>
                        <a:pt x="2142319" y="0"/>
                      </a:lnTo>
                      <a:cubicBezTo>
                        <a:pt x="2242850" y="0"/>
                        <a:pt x="2324346" y="81496"/>
                        <a:pt x="2324346" y="182027"/>
                      </a:cubicBezTo>
                      <a:cubicBezTo>
                        <a:pt x="2324346" y="282558"/>
                        <a:pt x="2242850" y="364054"/>
                        <a:pt x="2142319" y="364054"/>
                      </a:cubicBezTo>
                      <a:lnTo>
                        <a:pt x="182027" y="364054"/>
                      </a:lnTo>
                      <a:cubicBezTo>
                        <a:pt x="81496" y="364054"/>
                        <a:pt x="0" y="282558"/>
                        <a:pt x="0" y="182027"/>
                      </a:cubicBezTo>
                      <a:cubicBezTo>
                        <a:pt x="0" y="81496"/>
                        <a:pt x="81496" y="0"/>
                        <a:pt x="182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E3BD2B1-46D9-420B-AA0B-445BF475938A}"/>
                  </a:ext>
                </a:extLst>
              </p:cNvPr>
              <p:cNvSpPr/>
              <p:nvPr/>
            </p:nvSpPr>
            <p:spPr>
              <a:xfrm>
                <a:off x="9962318" y="3429000"/>
                <a:ext cx="204563" cy="204563"/>
              </a:xfrm>
              <a:custGeom>
                <a:avLst/>
                <a:gdLst>
                  <a:gd name="connsiteX0" fmla="*/ 1208165 w 3598783"/>
                  <a:gd name="connsiteY0" fmla="*/ 120597 h 3598783"/>
                  <a:gd name="connsiteX1" fmla="*/ 1208165 w 3598783"/>
                  <a:gd name="connsiteY1" fmla="*/ 1303057 h 3598783"/>
                  <a:gd name="connsiteX2" fmla="*/ 2390625 w 3598783"/>
                  <a:gd name="connsiteY2" fmla="*/ 1303057 h 3598783"/>
                  <a:gd name="connsiteX3" fmla="*/ 2390625 w 3598783"/>
                  <a:gd name="connsiteY3" fmla="*/ 120597 h 3598783"/>
                  <a:gd name="connsiteX4" fmla="*/ 0 w 3598783"/>
                  <a:gd name="connsiteY4" fmla="*/ 0 h 3598783"/>
                  <a:gd name="connsiteX5" fmla="*/ 3598783 w 3598783"/>
                  <a:gd name="connsiteY5" fmla="*/ 0 h 3598783"/>
                  <a:gd name="connsiteX6" fmla="*/ 3598783 w 3598783"/>
                  <a:gd name="connsiteY6" fmla="*/ 3598783 h 3598783"/>
                  <a:gd name="connsiteX7" fmla="*/ 0 w 3598783"/>
                  <a:gd name="connsiteY7" fmla="*/ 3598783 h 3598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8783" h="3598783">
                    <a:moveTo>
                      <a:pt x="1208165" y="120597"/>
                    </a:moveTo>
                    <a:lnTo>
                      <a:pt x="1208165" y="1303057"/>
                    </a:lnTo>
                    <a:lnTo>
                      <a:pt x="2390625" y="1303057"/>
                    </a:lnTo>
                    <a:lnTo>
                      <a:pt x="2390625" y="120597"/>
                    </a:lnTo>
                    <a:close/>
                    <a:moveTo>
                      <a:pt x="0" y="0"/>
                    </a:moveTo>
                    <a:lnTo>
                      <a:pt x="3598783" y="0"/>
                    </a:lnTo>
                    <a:lnTo>
                      <a:pt x="3598783" y="3598783"/>
                    </a:lnTo>
                    <a:lnTo>
                      <a:pt x="0" y="3598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B3BD19E-323C-4D29-A325-CFF0D735907E}"/>
                  </a:ext>
                </a:extLst>
              </p:cNvPr>
              <p:cNvSpPr/>
              <p:nvPr/>
            </p:nvSpPr>
            <p:spPr>
              <a:xfrm>
                <a:off x="10221429" y="3429000"/>
                <a:ext cx="204563" cy="204563"/>
              </a:xfrm>
              <a:custGeom>
                <a:avLst/>
                <a:gdLst>
                  <a:gd name="connsiteX0" fmla="*/ 1208165 w 3598783"/>
                  <a:gd name="connsiteY0" fmla="*/ 120597 h 3598783"/>
                  <a:gd name="connsiteX1" fmla="*/ 1208165 w 3598783"/>
                  <a:gd name="connsiteY1" fmla="*/ 1303057 h 3598783"/>
                  <a:gd name="connsiteX2" fmla="*/ 2390625 w 3598783"/>
                  <a:gd name="connsiteY2" fmla="*/ 1303057 h 3598783"/>
                  <a:gd name="connsiteX3" fmla="*/ 2390625 w 3598783"/>
                  <a:gd name="connsiteY3" fmla="*/ 120597 h 3598783"/>
                  <a:gd name="connsiteX4" fmla="*/ 0 w 3598783"/>
                  <a:gd name="connsiteY4" fmla="*/ 0 h 3598783"/>
                  <a:gd name="connsiteX5" fmla="*/ 3598783 w 3598783"/>
                  <a:gd name="connsiteY5" fmla="*/ 0 h 3598783"/>
                  <a:gd name="connsiteX6" fmla="*/ 3598783 w 3598783"/>
                  <a:gd name="connsiteY6" fmla="*/ 3598783 h 3598783"/>
                  <a:gd name="connsiteX7" fmla="*/ 0 w 3598783"/>
                  <a:gd name="connsiteY7" fmla="*/ 3598783 h 3598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8783" h="3598783">
                    <a:moveTo>
                      <a:pt x="1208165" y="120597"/>
                    </a:moveTo>
                    <a:lnTo>
                      <a:pt x="1208165" y="1303057"/>
                    </a:lnTo>
                    <a:lnTo>
                      <a:pt x="2390625" y="1303057"/>
                    </a:lnTo>
                    <a:lnTo>
                      <a:pt x="2390625" y="120597"/>
                    </a:lnTo>
                    <a:close/>
                    <a:moveTo>
                      <a:pt x="0" y="0"/>
                    </a:moveTo>
                    <a:lnTo>
                      <a:pt x="3598783" y="0"/>
                    </a:lnTo>
                    <a:lnTo>
                      <a:pt x="3598783" y="3598783"/>
                    </a:lnTo>
                    <a:lnTo>
                      <a:pt x="0" y="3598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3CDC5E6-83DE-4091-A3E2-15C39C74B9BA}"/>
                  </a:ext>
                </a:extLst>
              </p:cNvPr>
              <p:cNvSpPr/>
              <p:nvPr/>
            </p:nvSpPr>
            <p:spPr>
              <a:xfrm>
                <a:off x="10480540" y="3429000"/>
                <a:ext cx="204563" cy="204563"/>
              </a:xfrm>
              <a:custGeom>
                <a:avLst/>
                <a:gdLst>
                  <a:gd name="connsiteX0" fmla="*/ 1208165 w 3598783"/>
                  <a:gd name="connsiteY0" fmla="*/ 120597 h 3598783"/>
                  <a:gd name="connsiteX1" fmla="*/ 1208165 w 3598783"/>
                  <a:gd name="connsiteY1" fmla="*/ 1303057 h 3598783"/>
                  <a:gd name="connsiteX2" fmla="*/ 2390625 w 3598783"/>
                  <a:gd name="connsiteY2" fmla="*/ 1303057 h 3598783"/>
                  <a:gd name="connsiteX3" fmla="*/ 2390625 w 3598783"/>
                  <a:gd name="connsiteY3" fmla="*/ 120597 h 3598783"/>
                  <a:gd name="connsiteX4" fmla="*/ 0 w 3598783"/>
                  <a:gd name="connsiteY4" fmla="*/ 0 h 3598783"/>
                  <a:gd name="connsiteX5" fmla="*/ 3598783 w 3598783"/>
                  <a:gd name="connsiteY5" fmla="*/ 0 h 3598783"/>
                  <a:gd name="connsiteX6" fmla="*/ 3598783 w 3598783"/>
                  <a:gd name="connsiteY6" fmla="*/ 3598783 h 3598783"/>
                  <a:gd name="connsiteX7" fmla="*/ 0 w 3598783"/>
                  <a:gd name="connsiteY7" fmla="*/ 3598783 h 3598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8783" h="3598783">
                    <a:moveTo>
                      <a:pt x="1208165" y="120597"/>
                    </a:moveTo>
                    <a:lnTo>
                      <a:pt x="1208165" y="1303057"/>
                    </a:lnTo>
                    <a:lnTo>
                      <a:pt x="2390625" y="1303057"/>
                    </a:lnTo>
                    <a:lnTo>
                      <a:pt x="2390625" y="120597"/>
                    </a:lnTo>
                    <a:close/>
                    <a:moveTo>
                      <a:pt x="0" y="0"/>
                    </a:moveTo>
                    <a:lnTo>
                      <a:pt x="3598783" y="0"/>
                    </a:lnTo>
                    <a:lnTo>
                      <a:pt x="3598783" y="3598783"/>
                    </a:lnTo>
                    <a:lnTo>
                      <a:pt x="0" y="3598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E348773-1D07-4BB7-8A51-C0D97D2E3E19}"/>
                </a:ext>
              </a:extLst>
            </p:cNvPr>
            <p:cNvSpPr/>
            <p:nvPr/>
          </p:nvSpPr>
          <p:spPr>
            <a:xfrm>
              <a:off x="10331070" y="2951963"/>
              <a:ext cx="505789" cy="372334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724B8E1-69A3-498D-931C-ECA3E32110A0}"/>
              </a:ext>
            </a:extLst>
          </p:cNvPr>
          <p:cNvSpPr/>
          <p:nvPr/>
        </p:nvSpPr>
        <p:spPr>
          <a:xfrm>
            <a:off x="4382362" y="4097482"/>
            <a:ext cx="669577" cy="257830"/>
          </a:xfrm>
          <a:custGeom>
            <a:avLst/>
            <a:gdLst>
              <a:gd name="connsiteX0" fmla="*/ 6928458 w 8543357"/>
              <a:gd name="connsiteY0" fmla="*/ 2439007 h 3289735"/>
              <a:gd name="connsiteX1" fmla="*/ 7109999 w 8543357"/>
              <a:gd name="connsiteY1" fmla="*/ 2620548 h 3289735"/>
              <a:gd name="connsiteX2" fmla="*/ 6928458 w 8543357"/>
              <a:gd name="connsiteY2" fmla="*/ 2802089 h 3289735"/>
              <a:gd name="connsiteX3" fmla="*/ 6746917 w 8543357"/>
              <a:gd name="connsiteY3" fmla="*/ 2620548 h 3289735"/>
              <a:gd name="connsiteX4" fmla="*/ 6928458 w 8543357"/>
              <a:gd name="connsiteY4" fmla="*/ 2439007 h 3289735"/>
              <a:gd name="connsiteX5" fmla="*/ 1585190 w 8543357"/>
              <a:gd name="connsiteY5" fmla="*/ 2416754 h 3289735"/>
              <a:gd name="connsiteX6" fmla="*/ 1766731 w 8543357"/>
              <a:gd name="connsiteY6" fmla="*/ 2598295 h 3289735"/>
              <a:gd name="connsiteX7" fmla="*/ 1585190 w 8543357"/>
              <a:gd name="connsiteY7" fmla="*/ 2779836 h 3289735"/>
              <a:gd name="connsiteX8" fmla="*/ 1403649 w 8543357"/>
              <a:gd name="connsiteY8" fmla="*/ 2598295 h 3289735"/>
              <a:gd name="connsiteX9" fmla="*/ 1585190 w 8543357"/>
              <a:gd name="connsiteY9" fmla="*/ 2416754 h 3289735"/>
              <a:gd name="connsiteX10" fmla="*/ 6925340 w 8543357"/>
              <a:gd name="connsiteY10" fmla="*/ 2293671 h 3289735"/>
              <a:gd name="connsiteX11" fmla="*/ 6697422 w 8543357"/>
              <a:gd name="connsiteY11" fmla="*/ 2388080 h 3289735"/>
              <a:gd name="connsiteX12" fmla="*/ 6697415 w 8543357"/>
              <a:gd name="connsiteY12" fmla="*/ 2843921 h 3289735"/>
              <a:gd name="connsiteX13" fmla="*/ 7153263 w 8543357"/>
              <a:gd name="connsiteY13" fmla="*/ 2843921 h 3289735"/>
              <a:gd name="connsiteX14" fmla="*/ 7153263 w 8543357"/>
              <a:gd name="connsiteY14" fmla="*/ 2388080 h 3289735"/>
              <a:gd name="connsiteX15" fmla="*/ 6925340 w 8543357"/>
              <a:gd name="connsiteY15" fmla="*/ 2293671 h 3289735"/>
              <a:gd name="connsiteX16" fmla="*/ 1582072 w 8543357"/>
              <a:gd name="connsiteY16" fmla="*/ 2271418 h 3289735"/>
              <a:gd name="connsiteX17" fmla="*/ 1354154 w 8543357"/>
              <a:gd name="connsiteY17" fmla="*/ 2365827 h 3289735"/>
              <a:gd name="connsiteX18" fmla="*/ 1354147 w 8543357"/>
              <a:gd name="connsiteY18" fmla="*/ 2821668 h 3289735"/>
              <a:gd name="connsiteX19" fmla="*/ 1809995 w 8543357"/>
              <a:gd name="connsiteY19" fmla="*/ 2821668 h 3289735"/>
              <a:gd name="connsiteX20" fmla="*/ 1809995 w 8543357"/>
              <a:gd name="connsiteY20" fmla="*/ 2365827 h 3289735"/>
              <a:gd name="connsiteX21" fmla="*/ 1582072 w 8543357"/>
              <a:gd name="connsiteY21" fmla="*/ 2271418 h 3289735"/>
              <a:gd name="connsiteX22" fmla="*/ 6928457 w 8543357"/>
              <a:gd name="connsiteY22" fmla="*/ 1951359 h 3289735"/>
              <a:gd name="connsiteX23" fmla="*/ 7601151 w 8543357"/>
              <a:gd name="connsiteY23" fmla="*/ 2624052 h 3289735"/>
              <a:gd name="connsiteX24" fmla="*/ 7601151 w 8543357"/>
              <a:gd name="connsiteY24" fmla="*/ 2638067 h 3289735"/>
              <a:gd name="connsiteX25" fmla="*/ 6928457 w 8543357"/>
              <a:gd name="connsiteY25" fmla="*/ 3289735 h 3289735"/>
              <a:gd name="connsiteX26" fmla="*/ 6255764 w 8543357"/>
              <a:gd name="connsiteY26" fmla="*/ 2638067 h 3289735"/>
              <a:gd name="connsiteX27" fmla="*/ 6255764 w 8543357"/>
              <a:gd name="connsiteY27" fmla="*/ 2624052 h 3289735"/>
              <a:gd name="connsiteX28" fmla="*/ 6928457 w 8543357"/>
              <a:gd name="connsiteY28" fmla="*/ 1951359 h 3289735"/>
              <a:gd name="connsiteX29" fmla="*/ 1585189 w 8543357"/>
              <a:gd name="connsiteY29" fmla="*/ 1929106 h 3289735"/>
              <a:gd name="connsiteX30" fmla="*/ 2257883 w 8543357"/>
              <a:gd name="connsiteY30" fmla="*/ 2601799 h 3289735"/>
              <a:gd name="connsiteX31" fmla="*/ 2257883 w 8543357"/>
              <a:gd name="connsiteY31" fmla="*/ 2615814 h 3289735"/>
              <a:gd name="connsiteX32" fmla="*/ 1585189 w 8543357"/>
              <a:gd name="connsiteY32" fmla="*/ 3267482 h 3289735"/>
              <a:gd name="connsiteX33" fmla="*/ 912496 w 8543357"/>
              <a:gd name="connsiteY33" fmla="*/ 2615814 h 3289735"/>
              <a:gd name="connsiteX34" fmla="*/ 912496 w 8543357"/>
              <a:gd name="connsiteY34" fmla="*/ 2601799 h 3289735"/>
              <a:gd name="connsiteX35" fmla="*/ 1585189 w 8543357"/>
              <a:gd name="connsiteY35" fmla="*/ 1929106 h 3289735"/>
              <a:gd name="connsiteX36" fmla="*/ 64619 w 8543357"/>
              <a:gd name="connsiteY36" fmla="*/ 1683850 h 3289735"/>
              <a:gd name="connsiteX37" fmla="*/ 64619 w 8543357"/>
              <a:gd name="connsiteY37" fmla="*/ 1922096 h 3289735"/>
              <a:gd name="connsiteX38" fmla="*/ 148706 w 8543357"/>
              <a:gd name="connsiteY38" fmla="*/ 2006183 h 3289735"/>
              <a:gd name="connsiteX39" fmla="*/ 520093 w 8543357"/>
              <a:gd name="connsiteY39" fmla="*/ 2006183 h 3289735"/>
              <a:gd name="connsiteX40" fmla="*/ 562136 w 8543357"/>
              <a:gd name="connsiteY40" fmla="*/ 1978154 h 3289735"/>
              <a:gd name="connsiteX41" fmla="*/ 667241 w 8543357"/>
              <a:gd name="connsiteY41" fmla="*/ 1831006 h 3289735"/>
              <a:gd name="connsiteX42" fmla="*/ 625197 w 8543357"/>
              <a:gd name="connsiteY42" fmla="*/ 1683850 h 3289735"/>
              <a:gd name="connsiteX43" fmla="*/ 64619 w 8543357"/>
              <a:gd name="connsiteY43" fmla="*/ 1683850 h 3289735"/>
              <a:gd name="connsiteX44" fmla="*/ 4556251 w 8543357"/>
              <a:gd name="connsiteY44" fmla="*/ 1270428 h 3289735"/>
              <a:gd name="connsiteX45" fmla="*/ 4514208 w 8543357"/>
              <a:gd name="connsiteY45" fmla="*/ 1284443 h 3289735"/>
              <a:gd name="connsiteX46" fmla="*/ 4514208 w 8543357"/>
              <a:gd name="connsiteY46" fmla="*/ 2195382 h 3289735"/>
              <a:gd name="connsiteX47" fmla="*/ 4556251 w 8543357"/>
              <a:gd name="connsiteY47" fmla="*/ 2209396 h 3289735"/>
              <a:gd name="connsiteX48" fmla="*/ 4598295 w 8543357"/>
              <a:gd name="connsiteY48" fmla="*/ 2195382 h 3289735"/>
              <a:gd name="connsiteX49" fmla="*/ 4598295 w 8543357"/>
              <a:gd name="connsiteY49" fmla="*/ 1284443 h 3289735"/>
              <a:gd name="connsiteX50" fmla="*/ 4556251 w 8543357"/>
              <a:gd name="connsiteY50" fmla="*/ 1270428 h 3289735"/>
              <a:gd name="connsiteX51" fmla="*/ 8153579 w 8543357"/>
              <a:gd name="connsiteY51" fmla="*/ 1033056 h 3289735"/>
              <a:gd name="connsiteX52" fmla="*/ 8038838 w 8543357"/>
              <a:gd name="connsiteY52" fmla="*/ 1067215 h 3289735"/>
              <a:gd name="connsiteX53" fmla="*/ 7814607 w 8543357"/>
              <a:gd name="connsiteY53" fmla="*/ 1417576 h 3289735"/>
              <a:gd name="connsiteX54" fmla="*/ 7912708 w 8543357"/>
              <a:gd name="connsiteY54" fmla="*/ 1557721 h 3289735"/>
              <a:gd name="connsiteX55" fmla="*/ 8087884 w 8543357"/>
              <a:gd name="connsiteY55" fmla="*/ 1557721 h 3289735"/>
              <a:gd name="connsiteX56" fmla="*/ 8221025 w 8543357"/>
              <a:gd name="connsiteY56" fmla="*/ 1403562 h 3289735"/>
              <a:gd name="connsiteX57" fmla="*/ 8221025 w 8543357"/>
              <a:gd name="connsiteY57" fmla="*/ 1109258 h 3289735"/>
              <a:gd name="connsiteX58" fmla="*/ 8153579 w 8543357"/>
              <a:gd name="connsiteY58" fmla="*/ 1033056 h 3289735"/>
              <a:gd name="connsiteX59" fmla="*/ 2916554 w 8543357"/>
              <a:gd name="connsiteY59" fmla="*/ 587330 h 3289735"/>
              <a:gd name="connsiteX60" fmla="*/ 2866084 w 8543357"/>
              <a:gd name="connsiteY60" fmla="*/ 616567 h 3289735"/>
              <a:gd name="connsiteX61" fmla="*/ 2580210 w 8543357"/>
              <a:gd name="connsiteY61" fmla="*/ 807951 h 3289735"/>
              <a:gd name="connsiteX62" fmla="*/ 2545176 w 8543357"/>
              <a:gd name="connsiteY62" fmla="*/ 955106 h 3289735"/>
              <a:gd name="connsiteX63" fmla="*/ 2916554 w 8543357"/>
              <a:gd name="connsiteY63" fmla="*/ 955106 h 3289735"/>
              <a:gd name="connsiteX64" fmla="*/ 6483234 w 8543357"/>
              <a:gd name="connsiteY64" fmla="*/ 379721 h 3289735"/>
              <a:gd name="connsiteX65" fmla="*/ 6483234 w 8543357"/>
              <a:gd name="connsiteY65" fmla="*/ 955106 h 3289735"/>
              <a:gd name="connsiteX66" fmla="*/ 7169941 w 8543357"/>
              <a:gd name="connsiteY66" fmla="*/ 955106 h 3289735"/>
              <a:gd name="connsiteX67" fmla="*/ 7120887 w 8543357"/>
              <a:gd name="connsiteY67" fmla="*/ 674818 h 3289735"/>
              <a:gd name="connsiteX68" fmla="*/ 6653454 w 8543357"/>
              <a:gd name="connsiteY68" fmla="*/ 426535 h 3289735"/>
              <a:gd name="connsiteX69" fmla="*/ 4514208 w 8543357"/>
              <a:gd name="connsiteY69" fmla="*/ 213698 h 3289735"/>
              <a:gd name="connsiteX70" fmla="*/ 4374787 w 8543357"/>
              <a:gd name="connsiteY70" fmla="*/ 218539 h 3289735"/>
              <a:gd name="connsiteX71" fmla="*/ 4226908 w 8543357"/>
              <a:gd name="connsiteY71" fmla="*/ 226355 h 3289735"/>
              <a:gd name="connsiteX72" fmla="*/ 3034107 w 8543357"/>
              <a:gd name="connsiteY72" fmla="*/ 519233 h 3289735"/>
              <a:gd name="connsiteX73" fmla="*/ 3000641 w 8543357"/>
              <a:gd name="connsiteY73" fmla="*/ 538620 h 3289735"/>
              <a:gd name="connsiteX74" fmla="*/ 3000641 w 8543357"/>
              <a:gd name="connsiteY74" fmla="*/ 955106 h 3289735"/>
              <a:gd name="connsiteX75" fmla="*/ 4514208 w 8543357"/>
              <a:gd name="connsiteY75" fmla="*/ 955106 h 3289735"/>
              <a:gd name="connsiteX76" fmla="*/ 4761218 w 8543357"/>
              <a:gd name="connsiteY76" fmla="*/ 208991 h 3289735"/>
              <a:gd name="connsiteX77" fmla="*/ 4598295 w 8543357"/>
              <a:gd name="connsiteY77" fmla="*/ 211751 h 3289735"/>
              <a:gd name="connsiteX78" fmla="*/ 4598295 w 8543357"/>
              <a:gd name="connsiteY78" fmla="*/ 955106 h 3289735"/>
              <a:gd name="connsiteX79" fmla="*/ 6399147 w 8543357"/>
              <a:gd name="connsiteY79" fmla="*/ 955106 h 3289735"/>
              <a:gd name="connsiteX80" fmla="*/ 6399147 w 8543357"/>
              <a:gd name="connsiteY80" fmla="*/ 356596 h 3289735"/>
              <a:gd name="connsiteX81" fmla="*/ 6353426 w 8543357"/>
              <a:gd name="connsiteY81" fmla="*/ 344022 h 3289735"/>
              <a:gd name="connsiteX82" fmla="*/ 4761218 w 8543357"/>
              <a:gd name="connsiteY82" fmla="*/ 208991 h 3289735"/>
              <a:gd name="connsiteX83" fmla="*/ 4770242 w 8543357"/>
              <a:gd name="connsiteY83" fmla="*/ 2 h 3289735"/>
              <a:gd name="connsiteX84" fmla="*/ 7534317 w 8543357"/>
              <a:gd name="connsiteY84" fmla="*/ 681821 h 3289735"/>
              <a:gd name="connsiteX85" fmla="*/ 7688476 w 8543357"/>
              <a:gd name="connsiteY85" fmla="*/ 737879 h 3289735"/>
              <a:gd name="connsiteX86" fmla="*/ 8192996 w 8543357"/>
              <a:gd name="connsiteY86" fmla="*/ 737879 h 3289735"/>
              <a:gd name="connsiteX87" fmla="*/ 8305111 w 8543357"/>
              <a:gd name="connsiteY87" fmla="*/ 849994 h 3289735"/>
              <a:gd name="connsiteX88" fmla="*/ 8305111 w 8543357"/>
              <a:gd name="connsiteY88" fmla="*/ 1557727 h 3289735"/>
              <a:gd name="connsiteX89" fmla="*/ 8543357 w 8543357"/>
              <a:gd name="connsiteY89" fmla="*/ 1767944 h 3289735"/>
              <a:gd name="connsiteX90" fmla="*/ 8543357 w 8543357"/>
              <a:gd name="connsiteY90" fmla="*/ 2370565 h 3289735"/>
              <a:gd name="connsiteX91" fmla="*/ 7975776 w 8543357"/>
              <a:gd name="connsiteY91" fmla="*/ 2608811 h 3289735"/>
              <a:gd name="connsiteX92" fmla="*/ 7625415 w 8543357"/>
              <a:gd name="connsiteY92" fmla="*/ 2608811 h 3289735"/>
              <a:gd name="connsiteX93" fmla="*/ 6917682 w 8543357"/>
              <a:gd name="connsiteY93" fmla="*/ 1901078 h 3289735"/>
              <a:gd name="connsiteX94" fmla="*/ 6209949 w 8543357"/>
              <a:gd name="connsiteY94" fmla="*/ 2608811 h 3289735"/>
              <a:gd name="connsiteX95" fmla="*/ 2299928 w 8543357"/>
              <a:gd name="connsiteY95" fmla="*/ 2608811 h 3289735"/>
              <a:gd name="connsiteX96" fmla="*/ 2299928 w 8543357"/>
              <a:gd name="connsiteY96" fmla="*/ 2594796 h 3289735"/>
              <a:gd name="connsiteX97" fmla="*/ 1592193 w 8543357"/>
              <a:gd name="connsiteY97" fmla="*/ 1887063 h 3289735"/>
              <a:gd name="connsiteX98" fmla="*/ 884460 w 8543357"/>
              <a:gd name="connsiteY98" fmla="*/ 2594796 h 3289735"/>
              <a:gd name="connsiteX99" fmla="*/ 884460 w 8543357"/>
              <a:gd name="connsiteY99" fmla="*/ 2608811 h 3289735"/>
              <a:gd name="connsiteX100" fmla="*/ 225789 w 8543357"/>
              <a:gd name="connsiteY100" fmla="*/ 2608811 h 3289735"/>
              <a:gd name="connsiteX101" fmla="*/ 1558 w 8543357"/>
              <a:gd name="connsiteY101" fmla="*/ 2391583 h 3289735"/>
              <a:gd name="connsiteX102" fmla="*/ 1558 w 8543357"/>
              <a:gd name="connsiteY102" fmla="*/ 1774948 h 3289735"/>
              <a:gd name="connsiteX103" fmla="*/ 506078 w 8543357"/>
              <a:gd name="connsiteY103" fmla="*/ 1333496 h 3289735"/>
              <a:gd name="connsiteX104" fmla="*/ 1991609 w 8543357"/>
              <a:gd name="connsiteY104" fmla="*/ 990139 h 3289735"/>
              <a:gd name="connsiteX105" fmla="*/ 2306931 w 8543357"/>
              <a:gd name="connsiteY105" fmla="*/ 786933 h 3289735"/>
              <a:gd name="connsiteX106" fmla="*/ 4268952 w 8543357"/>
              <a:gd name="connsiteY106" fmla="*/ 2124 h 3289735"/>
              <a:gd name="connsiteX107" fmla="*/ 4770242 w 8543357"/>
              <a:gd name="connsiteY107" fmla="*/ 2 h 328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8543357" h="3289735">
                <a:moveTo>
                  <a:pt x="6928458" y="2439007"/>
                </a:moveTo>
                <a:cubicBezTo>
                  <a:pt x="7028720" y="2439007"/>
                  <a:pt x="7109999" y="2520286"/>
                  <a:pt x="7109999" y="2620548"/>
                </a:cubicBezTo>
                <a:cubicBezTo>
                  <a:pt x="7109999" y="2720810"/>
                  <a:pt x="7028720" y="2802089"/>
                  <a:pt x="6928458" y="2802089"/>
                </a:cubicBezTo>
                <a:cubicBezTo>
                  <a:pt x="6828196" y="2802089"/>
                  <a:pt x="6746917" y="2720810"/>
                  <a:pt x="6746917" y="2620548"/>
                </a:cubicBezTo>
                <a:cubicBezTo>
                  <a:pt x="6746917" y="2520286"/>
                  <a:pt x="6828196" y="2439007"/>
                  <a:pt x="6928458" y="2439007"/>
                </a:cubicBezTo>
                <a:close/>
                <a:moveTo>
                  <a:pt x="1585190" y="2416754"/>
                </a:moveTo>
                <a:cubicBezTo>
                  <a:pt x="1685452" y="2416754"/>
                  <a:pt x="1766731" y="2498033"/>
                  <a:pt x="1766731" y="2598295"/>
                </a:cubicBezTo>
                <a:cubicBezTo>
                  <a:pt x="1766731" y="2698557"/>
                  <a:pt x="1685452" y="2779836"/>
                  <a:pt x="1585190" y="2779836"/>
                </a:cubicBezTo>
                <a:cubicBezTo>
                  <a:pt x="1484928" y="2779836"/>
                  <a:pt x="1403649" y="2698557"/>
                  <a:pt x="1403649" y="2598295"/>
                </a:cubicBezTo>
                <a:cubicBezTo>
                  <a:pt x="1403649" y="2498033"/>
                  <a:pt x="1484928" y="2416754"/>
                  <a:pt x="1585190" y="2416754"/>
                </a:cubicBezTo>
                <a:close/>
                <a:moveTo>
                  <a:pt x="6925340" y="2293671"/>
                </a:moveTo>
                <a:cubicBezTo>
                  <a:pt x="6842849" y="2293671"/>
                  <a:pt x="6760359" y="2325141"/>
                  <a:pt x="6697422" y="2388080"/>
                </a:cubicBezTo>
                <a:cubicBezTo>
                  <a:pt x="6571542" y="2513953"/>
                  <a:pt x="6571542" y="2718042"/>
                  <a:pt x="6697415" y="2843921"/>
                </a:cubicBezTo>
                <a:cubicBezTo>
                  <a:pt x="6823295" y="2969801"/>
                  <a:pt x="7027383" y="2969794"/>
                  <a:pt x="7153263" y="2843921"/>
                </a:cubicBezTo>
                <a:cubicBezTo>
                  <a:pt x="7279136" y="2718042"/>
                  <a:pt x="7279136" y="2513953"/>
                  <a:pt x="7153263" y="2388080"/>
                </a:cubicBezTo>
                <a:cubicBezTo>
                  <a:pt x="7090323" y="2325141"/>
                  <a:pt x="7007831" y="2293671"/>
                  <a:pt x="6925340" y="2293671"/>
                </a:cubicBezTo>
                <a:close/>
                <a:moveTo>
                  <a:pt x="1582072" y="2271418"/>
                </a:moveTo>
                <a:cubicBezTo>
                  <a:pt x="1499581" y="2271418"/>
                  <a:pt x="1417091" y="2302888"/>
                  <a:pt x="1354154" y="2365827"/>
                </a:cubicBezTo>
                <a:cubicBezTo>
                  <a:pt x="1228274" y="2491700"/>
                  <a:pt x="1228274" y="2695789"/>
                  <a:pt x="1354147" y="2821668"/>
                </a:cubicBezTo>
                <a:cubicBezTo>
                  <a:pt x="1480027" y="2947548"/>
                  <a:pt x="1684115" y="2947541"/>
                  <a:pt x="1809995" y="2821668"/>
                </a:cubicBezTo>
                <a:cubicBezTo>
                  <a:pt x="1935868" y="2695789"/>
                  <a:pt x="1935868" y="2491700"/>
                  <a:pt x="1809995" y="2365827"/>
                </a:cubicBezTo>
                <a:cubicBezTo>
                  <a:pt x="1747055" y="2302888"/>
                  <a:pt x="1664563" y="2271418"/>
                  <a:pt x="1582072" y="2271418"/>
                </a:cubicBezTo>
                <a:close/>
                <a:moveTo>
                  <a:pt x="6928457" y="1951359"/>
                </a:moveTo>
                <a:cubicBezTo>
                  <a:pt x="7292833" y="1951359"/>
                  <a:pt x="7594140" y="2252666"/>
                  <a:pt x="7601151" y="2624052"/>
                </a:cubicBezTo>
                <a:cubicBezTo>
                  <a:pt x="7601151" y="2624052"/>
                  <a:pt x="7601151" y="2631056"/>
                  <a:pt x="7601151" y="2638067"/>
                </a:cubicBezTo>
                <a:cubicBezTo>
                  <a:pt x="7587136" y="2995431"/>
                  <a:pt x="7292833" y="3289735"/>
                  <a:pt x="6928457" y="3289735"/>
                </a:cubicBezTo>
                <a:cubicBezTo>
                  <a:pt x="6564082" y="3289735"/>
                  <a:pt x="6262768" y="3002442"/>
                  <a:pt x="6255764" y="2638067"/>
                </a:cubicBezTo>
                <a:cubicBezTo>
                  <a:pt x="6255764" y="2638067"/>
                  <a:pt x="6255764" y="2631056"/>
                  <a:pt x="6255764" y="2624052"/>
                </a:cubicBezTo>
                <a:cubicBezTo>
                  <a:pt x="6255764" y="2252666"/>
                  <a:pt x="6557071" y="1951359"/>
                  <a:pt x="6928457" y="1951359"/>
                </a:cubicBezTo>
                <a:close/>
                <a:moveTo>
                  <a:pt x="1585189" y="1929106"/>
                </a:moveTo>
                <a:cubicBezTo>
                  <a:pt x="1949565" y="1929106"/>
                  <a:pt x="2250872" y="2230413"/>
                  <a:pt x="2257883" y="2601799"/>
                </a:cubicBezTo>
                <a:cubicBezTo>
                  <a:pt x="2257883" y="2601799"/>
                  <a:pt x="2257883" y="2608803"/>
                  <a:pt x="2257883" y="2615814"/>
                </a:cubicBezTo>
                <a:cubicBezTo>
                  <a:pt x="2243868" y="2973178"/>
                  <a:pt x="1949565" y="3267482"/>
                  <a:pt x="1585189" y="3267482"/>
                </a:cubicBezTo>
                <a:cubicBezTo>
                  <a:pt x="1220814" y="3267482"/>
                  <a:pt x="919500" y="2980189"/>
                  <a:pt x="912496" y="2615814"/>
                </a:cubicBezTo>
                <a:cubicBezTo>
                  <a:pt x="912496" y="2615814"/>
                  <a:pt x="912496" y="2608803"/>
                  <a:pt x="912496" y="2601799"/>
                </a:cubicBezTo>
                <a:cubicBezTo>
                  <a:pt x="912496" y="2230413"/>
                  <a:pt x="1213803" y="1929106"/>
                  <a:pt x="1585189" y="1929106"/>
                </a:cubicBezTo>
                <a:close/>
                <a:moveTo>
                  <a:pt x="64619" y="1683850"/>
                </a:moveTo>
                <a:cubicBezTo>
                  <a:pt x="64619" y="1732905"/>
                  <a:pt x="64619" y="1831006"/>
                  <a:pt x="64619" y="1922096"/>
                </a:cubicBezTo>
                <a:cubicBezTo>
                  <a:pt x="64619" y="1971150"/>
                  <a:pt x="99659" y="2006183"/>
                  <a:pt x="148706" y="2006183"/>
                </a:cubicBezTo>
                <a:lnTo>
                  <a:pt x="520093" y="2006183"/>
                </a:lnTo>
                <a:cubicBezTo>
                  <a:pt x="534100" y="2006183"/>
                  <a:pt x="548114" y="1999179"/>
                  <a:pt x="562136" y="1978154"/>
                </a:cubicBezTo>
                <a:lnTo>
                  <a:pt x="667241" y="1831006"/>
                </a:lnTo>
                <a:cubicBezTo>
                  <a:pt x="702281" y="1774948"/>
                  <a:pt x="681255" y="1683850"/>
                  <a:pt x="625197" y="1683850"/>
                </a:cubicBezTo>
                <a:cubicBezTo>
                  <a:pt x="625197" y="1683850"/>
                  <a:pt x="78634" y="1683850"/>
                  <a:pt x="64619" y="1683850"/>
                </a:cubicBezTo>
                <a:close/>
                <a:moveTo>
                  <a:pt x="4556251" y="1270428"/>
                </a:moveTo>
                <a:cubicBezTo>
                  <a:pt x="4535226" y="1270428"/>
                  <a:pt x="4514208" y="1277439"/>
                  <a:pt x="4514208" y="1284443"/>
                </a:cubicBezTo>
                <a:lnTo>
                  <a:pt x="4514208" y="2195382"/>
                </a:lnTo>
                <a:cubicBezTo>
                  <a:pt x="4514208" y="2202385"/>
                  <a:pt x="4535226" y="2209396"/>
                  <a:pt x="4556251" y="2209396"/>
                </a:cubicBezTo>
                <a:cubicBezTo>
                  <a:pt x="4577269" y="2209396"/>
                  <a:pt x="4591291" y="2202385"/>
                  <a:pt x="4598295" y="2195382"/>
                </a:cubicBezTo>
                <a:lnTo>
                  <a:pt x="4598295" y="1284443"/>
                </a:lnTo>
                <a:cubicBezTo>
                  <a:pt x="4598295" y="1277439"/>
                  <a:pt x="4577269" y="1270428"/>
                  <a:pt x="4556251" y="1270428"/>
                </a:cubicBezTo>
                <a:close/>
                <a:moveTo>
                  <a:pt x="8153579" y="1033056"/>
                </a:moveTo>
                <a:cubicBezTo>
                  <a:pt x="8115915" y="1025173"/>
                  <a:pt x="8070368" y="1035684"/>
                  <a:pt x="8038838" y="1067215"/>
                </a:cubicBezTo>
                <a:cubicBezTo>
                  <a:pt x="7912708" y="1179330"/>
                  <a:pt x="7863661" y="1291446"/>
                  <a:pt x="7814607" y="1417576"/>
                </a:cubicBezTo>
                <a:cubicBezTo>
                  <a:pt x="7786578" y="1487649"/>
                  <a:pt x="7835632" y="1557721"/>
                  <a:pt x="7912708" y="1557721"/>
                </a:cubicBezTo>
                <a:lnTo>
                  <a:pt x="8087884" y="1557721"/>
                </a:lnTo>
                <a:cubicBezTo>
                  <a:pt x="8178982" y="1564732"/>
                  <a:pt x="8221025" y="1487649"/>
                  <a:pt x="8221025" y="1403562"/>
                </a:cubicBezTo>
                <a:lnTo>
                  <a:pt x="8221025" y="1109258"/>
                </a:lnTo>
                <a:cubicBezTo>
                  <a:pt x="8221025" y="1067215"/>
                  <a:pt x="8191243" y="1040939"/>
                  <a:pt x="8153579" y="1033056"/>
                </a:cubicBezTo>
                <a:close/>
                <a:moveTo>
                  <a:pt x="2916554" y="587330"/>
                </a:moveTo>
                <a:lnTo>
                  <a:pt x="2866084" y="616567"/>
                </a:lnTo>
                <a:cubicBezTo>
                  <a:pt x="2760209" y="682260"/>
                  <a:pt x="2666049" y="748390"/>
                  <a:pt x="2580210" y="807951"/>
                </a:cubicBezTo>
                <a:cubicBezTo>
                  <a:pt x="2545176" y="835980"/>
                  <a:pt x="2482107" y="955106"/>
                  <a:pt x="2545176" y="955106"/>
                </a:cubicBezTo>
                <a:lnTo>
                  <a:pt x="2916554" y="955106"/>
                </a:lnTo>
                <a:close/>
                <a:moveTo>
                  <a:pt x="6483234" y="379721"/>
                </a:moveTo>
                <a:lnTo>
                  <a:pt x="6483234" y="955106"/>
                </a:lnTo>
                <a:lnTo>
                  <a:pt x="7169941" y="955106"/>
                </a:lnTo>
                <a:cubicBezTo>
                  <a:pt x="7254028" y="955106"/>
                  <a:pt x="7261031" y="800948"/>
                  <a:pt x="7120887" y="674818"/>
                </a:cubicBezTo>
                <a:cubicBezTo>
                  <a:pt x="7004065" y="571243"/>
                  <a:pt x="6841909" y="490023"/>
                  <a:pt x="6653454" y="426535"/>
                </a:cubicBezTo>
                <a:close/>
                <a:moveTo>
                  <a:pt x="4514208" y="213698"/>
                </a:moveTo>
                <a:lnTo>
                  <a:pt x="4374787" y="218539"/>
                </a:lnTo>
                <a:cubicBezTo>
                  <a:pt x="4280968" y="222592"/>
                  <a:pt x="4226908" y="226355"/>
                  <a:pt x="4226908" y="226355"/>
                </a:cubicBezTo>
                <a:cubicBezTo>
                  <a:pt x="3710128" y="226355"/>
                  <a:pt x="3330204" y="360477"/>
                  <a:pt x="3034107" y="519233"/>
                </a:cubicBezTo>
                <a:lnTo>
                  <a:pt x="3000641" y="538620"/>
                </a:lnTo>
                <a:lnTo>
                  <a:pt x="3000641" y="955106"/>
                </a:lnTo>
                <a:lnTo>
                  <a:pt x="4514208" y="955106"/>
                </a:lnTo>
                <a:close/>
                <a:moveTo>
                  <a:pt x="4761218" y="208991"/>
                </a:moveTo>
                <a:lnTo>
                  <a:pt x="4598295" y="211751"/>
                </a:lnTo>
                <a:lnTo>
                  <a:pt x="4598295" y="955106"/>
                </a:lnTo>
                <a:lnTo>
                  <a:pt x="6399147" y="955106"/>
                </a:lnTo>
                <a:lnTo>
                  <a:pt x="6399147" y="356596"/>
                </a:lnTo>
                <a:lnTo>
                  <a:pt x="6353426" y="344022"/>
                </a:lnTo>
                <a:cubicBezTo>
                  <a:pt x="5828439" y="226736"/>
                  <a:pt x="5198565" y="205816"/>
                  <a:pt x="4761218" y="208991"/>
                </a:cubicBezTo>
                <a:close/>
                <a:moveTo>
                  <a:pt x="4770242" y="2"/>
                </a:moveTo>
                <a:cubicBezTo>
                  <a:pt x="5907985" y="-288"/>
                  <a:pt x="6823084" y="56427"/>
                  <a:pt x="7534317" y="681821"/>
                </a:cubicBezTo>
                <a:cubicBezTo>
                  <a:pt x="7576361" y="716861"/>
                  <a:pt x="7632418" y="737879"/>
                  <a:pt x="7688476" y="737879"/>
                </a:cubicBezTo>
                <a:lnTo>
                  <a:pt x="8192996" y="737879"/>
                </a:lnTo>
                <a:cubicBezTo>
                  <a:pt x="8256065" y="737879"/>
                  <a:pt x="8305111" y="786933"/>
                  <a:pt x="8305111" y="849994"/>
                </a:cubicBezTo>
                <a:lnTo>
                  <a:pt x="8305111" y="1557727"/>
                </a:lnTo>
                <a:cubicBezTo>
                  <a:pt x="8431241" y="1557727"/>
                  <a:pt x="8536353" y="1655829"/>
                  <a:pt x="8543357" y="1767944"/>
                </a:cubicBezTo>
                <a:lnTo>
                  <a:pt x="8543357" y="2370565"/>
                </a:lnTo>
                <a:lnTo>
                  <a:pt x="7975776" y="2608811"/>
                </a:lnTo>
                <a:lnTo>
                  <a:pt x="7625415" y="2608811"/>
                </a:lnTo>
                <a:cubicBezTo>
                  <a:pt x="7625415" y="2216406"/>
                  <a:pt x="7310086" y="1901078"/>
                  <a:pt x="6917682" y="1901078"/>
                </a:cubicBezTo>
                <a:cubicBezTo>
                  <a:pt x="6525277" y="1901078"/>
                  <a:pt x="6209949" y="2216406"/>
                  <a:pt x="6209949" y="2608811"/>
                </a:cubicBezTo>
                <a:lnTo>
                  <a:pt x="2299928" y="2608811"/>
                </a:lnTo>
                <a:cubicBezTo>
                  <a:pt x="2299928" y="2608811"/>
                  <a:pt x="2299928" y="2601800"/>
                  <a:pt x="2299928" y="2594796"/>
                </a:cubicBezTo>
                <a:cubicBezTo>
                  <a:pt x="2299928" y="2202392"/>
                  <a:pt x="1984598" y="1887063"/>
                  <a:pt x="1592193" y="1887063"/>
                </a:cubicBezTo>
                <a:cubicBezTo>
                  <a:pt x="1199789" y="1887063"/>
                  <a:pt x="884460" y="2202392"/>
                  <a:pt x="884460" y="2594796"/>
                </a:cubicBezTo>
                <a:cubicBezTo>
                  <a:pt x="884460" y="2594796"/>
                  <a:pt x="884460" y="2601800"/>
                  <a:pt x="884460" y="2608811"/>
                </a:cubicBezTo>
                <a:lnTo>
                  <a:pt x="225789" y="2608811"/>
                </a:lnTo>
                <a:cubicBezTo>
                  <a:pt x="106662" y="2608811"/>
                  <a:pt x="1558" y="2510710"/>
                  <a:pt x="1558" y="2391583"/>
                </a:cubicBezTo>
                <a:lnTo>
                  <a:pt x="1558" y="1774948"/>
                </a:lnTo>
                <a:cubicBezTo>
                  <a:pt x="1558" y="1774948"/>
                  <a:pt x="-54500" y="1480644"/>
                  <a:pt x="506078" y="1333496"/>
                </a:cubicBezTo>
                <a:cubicBezTo>
                  <a:pt x="912497" y="1228384"/>
                  <a:pt x="1592193" y="1095251"/>
                  <a:pt x="1991609" y="990139"/>
                </a:cubicBezTo>
                <a:cubicBezTo>
                  <a:pt x="2159782" y="948095"/>
                  <a:pt x="2215835" y="864009"/>
                  <a:pt x="2306931" y="786933"/>
                </a:cubicBezTo>
                <a:cubicBezTo>
                  <a:pt x="2573206" y="555691"/>
                  <a:pt x="3365024" y="9128"/>
                  <a:pt x="4268952" y="2124"/>
                </a:cubicBezTo>
                <a:cubicBezTo>
                  <a:pt x="4440629" y="1248"/>
                  <a:pt x="4607708" y="43"/>
                  <a:pt x="4770242" y="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14C4C0-D6CC-4AE0-8E66-3370D127C93C}"/>
              </a:ext>
            </a:extLst>
          </p:cNvPr>
          <p:cNvGrpSpPr/>
          <p:nvPr/>
        </p:nvGrpSpPr>
        <p:grpSpPr>
          <a:xfrm>
            <a:off x="1838485" y="4671795"/>
            <a:ext cx="409525" cy="488788"/>
            <a:chOff x="3570" y="619306"/>
            <a:chExt cx="4703649" cy="5614032"/>
          </a:xfrm>
          <a:solidFill>
            <a:schemeClr val="bg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A94AB85-0B14-4124-9E13-5EBCE1CCDD33}"/>
                </a:ext>
              </a:extLst>
            </p:cNvPr>
            <p:cNvSpPr/>
            <p:nvPr/>
          </p:nvSpPr>
          <p:spPr>
            <a:xfrm>
              <a:off x="3570" y="619306"/>
              <a:ext cx="4703649" cy="4864305"/>
            </a:xfrm>
            <a:custGeom>
              <a:avLst/>
              <a:gdLst>
                <a:gd name="connsiteX0" fmla="*/ 1807379 w 4703648"/>
                <a:gd name="connsiteY0" fmla="*/ 4869660 h 4864304"/>
                <a:gd name="connsiteX1" fmla="*/ 2182243 w 4703648"/>
                <a:gd name="connsiteY1" fmla="*/ 4869660 h 4864304"/>
                <a:gd name="connsiteX2" fmla="*/ 2181351 w 4703648"/>
                <a:gd name="connsiteY2" fmla="*/ 4868768 h 4864304"/>
                <a:gd name="connsiteX3" fmla="*/ 2580313 w 4703648"/>
                <a:gd name="connsiteY3" fmla="*/ 4868768 h 4864304"/>
                <a:gd name="connsiteX4" fmla="*/ 2579420 w 4703648"/>
                <a:gd name="connsiteY4" fmla="*/ 4869660 h 4864304"/>
                <a:gd name="connsiteX5" fmla="*/ 2957854 w 4703648"/>
                <a:gd name="connsiteY5" fmla="*/ 4869660 h 4864304"/>
                <a:gd name="connsiteX6" fmla="*/ 3435359 w 4703648"/>
                <a:gd name="connsiteY6" fmla="*/ 4869660 h 4864304"/>
                <a:gd name="connsiteX7" fmla="*/ 3435359 w 4703648"/>
                <a:gd name="connsiteY7" fmla="*/ 4869660 h 4864304"/>
                <a:gd name="connsiteX8" fmla="*/ 3812901 w 4703648"/>
                <a:gd name="connsiteY8" fmla="*/ 4869660 h 4864304"/>
                <a:gd name="connsiteX9" fmla="*/ 3810223 w 4703648"/>
                <a:gd name="connsiteY9" fmla="*/ 4867875 h 4864304"/>
                <a:gd name="connsiteX10" fmla="*/ 3835214 w 4703648"/>
                <a:gd name="connsiteY10" fmla="*/ 4867875 h 4864304"/>
                <a:gd name="connsiteX11" fmla="*/ 4419823 w 4703648"/>
                <a:gd name="connsiteY11" fmla="*/ 4867875 h 4864304"/>
                <a:gd name="connsiteX12" fmla="*/ 4451955 w 4703648"/>
                <a:gd name="connsiteY12" fmla="*/ 4833067 h 4864304"/>
                <a:gd name="connsiteX13" fmla="*/ 4451955 w 4703648"/>
                <a:gd name="connsiteY13" fmla="*/ 4750953 h 4864304"/>
                <a:gd name="connsiteX14" fmla="*/ 4471590 w 4703648"/>
                <a:gd name="connsiteY14" fmla="*/ 4729532 h 4864304"/>
                <a:gd name="connsiteX15" fmla="*/ 4606363 w 4703648"/>
                <a:gd name="connsiteY15" fmla="*/ 4729532 h 4864304"/>
                <a:gd name="connsiteX16" fmla="*/ 4625999 w 4703648"/>
                <a:gd name="connsiteY16" fmla="*/ 4752739 h 4864304"/>
                <a:gd name="connsiteX17" fmla="*/ 4625999 w 4703648"/>
                <a:gd name="connsiteY17" fmla="*/ 4845562 h 4864304"/>
                <a:gd name="connsiteX18" fmla="*/ 4645634 w 4703648"/>
                <a:gd name="connsiteY18" fmla="*/ 4867875 h 4864304"/>
                <a:gd name="connsiteX19" fmla="*/ 4677765 w 4703648"/>
                <a:gd name="connsiteY19" fmla="*/ 4865198 h 4864304"/>
                <a:gd name="connsiteX20" fmla="*/ 4705434 w 4703648"/>
                <a:gd name="connsiteY20" fmla="*/ 4829496 h 4864304"/>
                <a:gd name="connsiteX21" fmla="*/ 4705434 w 4703648"/>
                <a:gd name="connsiteY21" fmla="*/ 4498367 h 4864304"/>
                <a:gd name="connsiteX22" fmla="*/ 4673303 w 4703648"/>
                <a:gd name="connsiteY22" fmla="*/ 4462665 h 4864304"/>
                <a:gd name="connsiteX23" fmla="*/ 4625999 w 4703648"/>
                <a:gd name="connsiteY23" fmla="*/ 4509077 h 4864304"/>
                <a:gd name="connsiteX24" fmla="*/ 4625999 w 4703648"/>
                <a:gd name="connsiteY24" fmla="*/ 4566199 h 4864304"/>
                <a:gd name="connsiteX25" fmla="*/ 4608148 w 4703648"/>
                <a:gd name="connsiteY25" fmla="*/ 4585835 h 4864304"/>
                <a:gd name="connsiteX26" fmla="*/ 4471590 w 4703648"/>
                <a:gd name="connsiteY26" fmla="*/ 4585835 h 4864304"/>
                <a:gd name="connsiteX27" fmla="*/ 4452847 w 4703648"/>
                <a:gd name="connsiteY27" fmla="*/ 4559951 h 4864304"/>
                <a:gd name="connsiteX28" fmla="*/ 4452847 w 4703648"/>
                <a:gd name="connsiteY28" fmla="*/ 4235070 h 4864304"/>
                <a:gd name="connsiteX29" fmla="*/ 4452847 w 4703648"/>
                <a:gd name="connsiteY29" fmla="*/ 3799513 h 4864304"/>
                <a:gd name="connsiteX30" fmla="*/ 4480516 w 4703648"/>
                <a:gd name="connsiteY30" fmla="*/ 3769167 h 4864304"/>
                <a:gd name="connsiteX31" fmla="*/ 4559059 w 4703648"/>
                <a:gd name="connsiteY31" fmla="*/ 3769167 h 4864304"/>
                <a:gd name="connsiteX32" fmla="*/ 4582264 w 4703648"/>
                <a:gd name="connsiteY32" fmla="*/ 3745069 h 4864304"/>
                <a:gd name="connsiteX33" fmla="*/ 4582264 w 4703648"/>
                <a:gd name="connsiteY33" fmla="*/ 3645998 h 4864304"/>
                <a:gd name="connsiteX34" fmla="*/ 4564414 w 4703648"/>
                <a:gd name="connsiteY34" fmla="*/ 3626362 h 4864304"/>
                <a:gd name="connsiteX35" fmla="*/ 4218111 w 4703648"/>
                <a:gd name="connsiteY35" fmla="*/ 3626362 h 4864304"/>
                <a:gd name="connsiteX36" fmla="*/ 4200260 w 4703648"/>
                <a:gd name="connsiteY36" fmla="*/ 3645998 h 4864304"/>
                <a:gd name="connsiteX37" fmla="*/ 4200260 w 4703648"/>
                <a:gd name="connsiteY37" fmla="*/ 3747746 h 4864304"/>
                <a:gd name="connsiteX38" fmla="*/ 4219004 w 4703648"/>
                <a:gd name="connsiteY38" fmla="*/ 3769167 h 4864304"/>
                <a:gd name="connsiteX39" fmla="*/ 4301116 w 4703648"/>
                <a:gd name="connsiteY39" fmla="*/ 3769167 h 4864304"/>
                <a:gd name="connsiteX40" fmla="*/ 4325215 w 4703648"/>
                <a:gd name="connsiteY40" fmla="*/ 3794158 h 4864304"/>
                <a:gd name="connsiteX41" fmla="*/ 4325215 w 4703648"/>
                <a:gd name="connsiteY41" fmla="*/ 4437674 h 4864304"/>
                <a:gd name="connsiteX42" fmla="*/ 4302009 w 4703648"/>
                <a:gd name="connsiteY42" fmla="*/ 4461773 h 4864304"/>
                <a:gd name="connsiteX43" fmla="*/ 4007473 w 4703648"/>
                <a:gd name="connsiteY43" fmla="*/ 4461773 h 4864304"/>
                <a:gd name="connsiteX44" fmla="*/ 3984267 w 4703648"/>
                <a:gd name="connsiteY44" fmla="*/ 4435889 h 4864304"/>
                <a:gd name="connsiteX45" fmla="*/ 3984267 w 4703648"/>
                <a:gd name="connsiteY45" fmla="*/ 3730788 h 4864304"/>
                <a:gd name="connsiteX46" fmla="*/ 4005688 w 4703648"/>
                <a:gd name="connsiteY46" fmla="*/ 3706690 h 4864304"/>
                <a:gd name="connsiteX47" fmla="*/ 4040497 w 4703648"/>
                <a:gd name="connsiteY47" fmla="*/ 3669203 h 4864304"/>
                <a:gd name="connsiteX48" fmla="*/ 4040497 w 4703648"/>
                <a:gd name="connsiteY48" fmla="*/ 3651353 h 4864304"/>
                <a:gd name="connsiteX49" fmla="*/ 4016398 w 4703648"/>
                <a:gd name="connsiteY49" fmla="*/ 3626362 h 4864304"/>
                <a:gd name="connsiteX50" fmla="*/ 3877163 w 4703648"/>
                <a:gd name="connsiteY50" fmla="*/ 3627254 h 4864304"/>
                <a:gd name="connsiteX51" fmla="*/ 3851280 w 4703648"/>
                <a:gd name="connsiteY51" fmla="*/ 3599586 h 4864304"/>
                <a:gd name="connsiteX52" fmla="*/ 3851280 w 4703648"/>
                <a:gd name="connsiteY52" fmla="*/ 2976598 h 4864304"/>
                <a:gd name="connsiteX53" fmla="*/ 3877163 w 4703648"/>
                <a:gd name="connsiteY53" fmla="*/ 2948929 h 4864304"/>
                <a:gd name="connsiteX54" fmla="*/ 4201153 w 4703648"/>
                <a:gd name="connsiteY54" fmla="*/ 2948929 h 4864304"/>
                <a:gd name="connsiteX55" fmla="*/ 4229714 w 4703648"/>
                <a:gd name="connsiteY55" fmla="*/ 2918583 h 4864304"/>
                <a:gd name="connsiteX56" fmla="*/ 4229714 w 4703648"/>
                <a:gd name="connsiteY56" fmla="*/ 2764175 h 4864304"/>
                <a:gd name="connsiteX57" fmla="*/ 4207400 w 4703648"/>
                <a:gd name="connsiteY57" fmla="*/ 2738291 h 4864304"/>
                <a:gd name="connsiteX58" fmla="*/ 3682591 w 4703648"/>
                <a:gd name="connsiteY58" fmla="*/ 2738291 h 4864304"/>
                <a:gd name="connsiteX59" fmla="*/ 3660278 w 4703648"/>
                <a:gd name="connsiteY59" fmla="*/ 2768637 h 4864304"/>
                <a:gd name="connsiteX60" fmla="*/ 3660278 w 4703648"/>
                <a:gd name="connsiteY60" fmla="*/ 3593338 h 4864304"/>
                <a:gd name="connsiteX61" fmla="*/ 3629039 w 4703648"/>
                <a:gd name="connsiteY61" fmla="*/ 3628147 h 4864304"/>
                <a:gd name="connsiteX62" fmla="*/ 3139931 w 4703648"/>
                <a:gd name="connsiteY62" fmla="*/ 3628147 h 4864304"/>
                <a:gd name="connsiteX63" fmla="*/ 3111370 w 4703648"/>
                <a:gd name="connsiteY63" fmla="*/ 3596016 h 4864304"/>
                <a:gd name="connsiteX64" fmla="*/ 3111370 w 4703648"/>
                <a:gd name="connsiteY64" fmla="*/ 3388055 h 4864304"/>
                <a:gd name="connsiteX65" fmla="*/ 2964995 w 4703648"/>
                <a:gd name="connsiteY65" fmla="*/ 3180095 h 4864304"/>
                <a:gd name="connsiteX66" fmla="*/ 2735614 w 4703648"/>
                <a:gd name="connsiteY66" fmla="*/ 3290769 h 4864304"/>
                <a:gd name="connsiteX67" fmla="*/ 2717763 w 4703648"/>
                <a:gd name="connsiteY67" fmla="*/ 3373775 h 4864304"/>
                <a:gd name="connsiteX68" fmla="*/ 2717763 w 4703648"/>
                <a:gd name="connsiteY68" fmla="*/ 3599586 h 4864304"/>
                <a:gd name="connsiteX69" fmla="*/ 2691879 w 4703648"/>
                <a:gd name="connsiteY69" fmla="*/ 3628147 h 4864304"/>
                <a:gd name="connsiteX70" fmla="*/ 2210804 w 4703648"/>
                <a:gd name="connsiteY70" fmla="*/ 3628147 h 4864304"/>
                <a:gd name="connsiteX71" fmla="*/ 2185813 w 4703648"/>
                <a:gd name="connsiteY71" fmla="*/ 3600478 h 4864304"/>
                <a:gd name="connsiteX72" fmla="*/ 2185813 w 4703648"/>
                <a:gd name="connsiteY72" fmla="*/ 3238110 h 4864304"/>
                <a:gd name="connsiteX73" fmla="*/ 2159037 w 4703648"/>
                <a:gd name="connsiteY73" fmla="*/ 3208656 h 4864304"/>
                <a:gd name="connsiteX74" fmla="*/ 2090312 w 4703648"/>
                <a:gd name="connsiteY74" fmla="*/ 3208656 h 4864304"/>
                <a:gd name="connsiteX75" fmla="*/ 2055503 w 4703648"/>
                <a:gd name="connsiteY75" fmla="*/ 3186343 h 4864304"/>
                <a:gd name="connsiteX76" fmla="*/ 1867179 w 4703648"/>
                <a:gd name="connsiteY76" fmla="*/ 3035505 h 4864304"/>
                <a:gd name="connsiteX77" fmla="*/ 1574428 w 4703648"/>
                <a:gd name="connsiteY77" fmla="*/ 3180988 h 4864304"/>
                <a:gd name="connsiteX78" fmla="*/ 1530694 w 4703648"/>
                <a:gd name="connsiteY78" fmla="*/ 3208656 h 4864304"/>
                <a:gd name="connsiteX79" fmla="*/ 1466432 w 4703648"/>
                <a:gd name="connsiteY79" fmla="*/ 3207764 h 4864304"/>
                <a:gd name="connsiteX80" fmla="*/ 1442333 w 4703648"/>
                <a:gd name="connsiteY80" fmla="*/ 3234540 h 4864304"/>
                <a:gd name="connsiteX81" fmla="*/ 1442333 w 4703648"/>
                <a:gd name="connsiteY81" fmla="*/ 3592446 h 4864304"/>
                <a:gd name="connsiteX82" fmla="*/ 1410202 w 4703648"/>
                <a:gd name="connsiteY82" fmla="*/ 3628147 h 4864304"/>
                <a:gd name="connsiteX83" fmla="*/ 896996 w 4703648"/>
                <a:gd name="connsiteY83" fmla="*/ 3628147 h 4864304"/>
                <a:gd name="connsiteX84" fmla="*/ 866650 w 4703648"/>
                <a:gd name="connsiteY84" fmla="*/ 3594231 h 4864304"/>
                <a:gd name="connsiteX85" fmla="*/ 866650 w 4703648"/>
                <a:gd name="connsiteY85" fmla="*/ 2811479 h 4864304"/>
                <a:gd name="connsiteX86" fmla="*/ 888963 w 4703648"/>
                <a:gd name="connsiteY86" fmla="*/ 2765067 h 4864304"/>
                <a:gd name="connsiteX87" fmla="*/ 1052296 w 4703648"/>
                <a:gd name="connsiteY87" fmla="*/ 2533009 h 4864304"/>
                <a:gd name="connsiteX88" fmla="*/ 1084428 w 4703648"/>
                <a:gd name="connsiteY88" fmla="*/ 2514266 h 4864304"/>
                <a:gd name="connsiteX89" fmla="*/ 1626195 w 4703648"/>
                <a:gd name="connsiteY89" fmla="*/ 2335759 h 4864304"/>
                <a:gd name="connsiteX90" fmla="*/ 1661896 w 4703648"/>
                <a:gd name="connsiteY90" fmla="*/ 2328619 h 4864304"/>
                <a:gd name="connsiteX91" fmla="*/ 2166178 w 4703648"/>
                <a:gd name="connsiteY91" fmla="*/ 2163500 h 4864304"/>
                <a:gd name="connsiteX92" fmla="*/ 2235795 w 4703648"/>
                <a:gd name="connsiteY92" fmla="*/ 2050148 h 4864304"/>
                <a:gd name="connsiteX93" fmla="*/ 2269711 w 4703648"/>
                <a:gd name="connsiteY93" fmla="*/ 2033190 h 4864304"/>
                <a:gd name="connsiteX94" fmla="*/ 2782918 w 4703648"/>
                <a:gd name="connsiteY94" fmla="*/ 1864502 h 4864304"/>
                <a:gd name="connsiteX95" fmla="*/ 2871279 w 4703648"/>
                <a:gd name="connsiteY95" fmla="*/ 1685102 h 4864304"/>
                <a:gd name="connsiteX96" fmla="*/ 2892699 w 4703648"/>
                <a:gd name="connsiteY96" fmla="*/ 1659219 h 4864304"/>
                <a:gd name="connsiteX97" fmla="*/ 3074776 w 4703648"/>
                <a:gd name="connsiteY97" fmla="*/ 1551222 h 4864304"/>
                <a:gd name="connsiteX98" fmla="*/ 3338966 w 4703648"/>
                <a:gd name="connsiteY98" fmla="*/ 1097816 h 4864304"/>
                <a:gd name="connsiteX99" fmla="*/ 3070313 w 4703648"/>
                <a:gd name="connsiteY99" fmla="*/ 545338 h 4864304"/>
                <a:gd name="connsiteX100" fmla="*/ 3038182 w 4703648"/>
                <a:gd name="connsiteY100" fmla="*/ 511421 h 4864304"/>
                <a:gd name="connsiteX101" fmla="*/ 2519621 w 4703648"/>
                <a:gd name="connsiteY101" fmla="*/ 8925 h 4864304"/>
                <a:gd name="connsiteX102" fmla="*/ 2467854 w 4703648"/>
                <a:gd name="connsiteY102" fmla="*/ 0 h 4864304"/>
                <a:gd name="connsiteX103" fmla="*/ 2347362 w 4703648"/>
                <a:gd name="connsiteY103" fmla="*/ 0 h 4864304"/>
                <a:gd name="connsiteX104" fmla="*/ 2221515 w 4703648"/>
                <a:gd name="connsiteY104" fmla="*/ 27669 h 4864304"/>
                <a:gd name="connsiteX105" fmla="*/ 1876997 w 4703648"/>
                <a:gd name="connsiteY105" fmla="*/ 315064 h 4864304"/>
                <a:gd name="connsiteX106" fmla="*/ 1747580 w 4703648"/>
                <a:gd name="connsiteY106" fmla="*/ 705101 h 4864304"/>
                <a:gd name="connsiteX107" fmla="*/ 1761860 w 4703648"/>
                <a:gd name="connsiteY107" fmla="*/ 944300 h 4864304"/>
                <a:gd name="connsiteX108" fmla="*/ 1750257 w 4703648"/>
                <a:gd name="connsiteY108" fmla="*/ 996067 h 4864304"/>
                <a:gd name="connsiteX109" fmla="*/ 1601204 w 4703648"/>
                <a:gd name="connsiteY109" fmla="*/ 1380749 h 4864304"/>
                <a:gd name="connsiteX110" fmla="*/ 1620840 w 4703648"/>
                <a:gd name="connsiteY110" fmla="*/ 1661004 h 4864304"/>
                <a:gd name="connsiteX111" fmla="*/ 1603882 w 4703648"/>
                <a:gd name="connsiteY111" fmla="*/ 1683317 h 4864304"/>
                <a:gd name="connsiteX112" fmla="*/ 1468217 w 4703648"/>
                <a:gd name="connsiteY112" fmla="*/ 1707416 h 4864304"/>
                <a:gd name="connsiteX113" fmla="*/ 1158508 w 4703648"/>
                <a:gd name="connsiteY113" fmla="*/ 1953755 h 4864304"/>
                <a:gd name="connsiteX114" fmla="*/ 1131732 w 4703648"/>
                <a:gd name="connsiteY114" fmla="*/ 1977853 h 4864304"/>
                <a:gd name="connsiteX115" fmla="*/ 815775 w 4703648"/>
                <a:gd name="connsiteY115" fmla="*/ 2411624 h 4864304"/>
                <a:gd name="connsiteX116" fmla="*/ 794354 w 4703648"/>
                <a:gd name="connsiteY116" fmla="*/ 2444648 h 4864304"/>
                <a:gd name="connsiteX117" fmla="*/ 498033 w 4703648"/>
                <a:gd name="connsiteY117" fmla="*/ 2781133 h 4864304"/>
                <a:gd name="connsiteX118" fmla="*/ 488216 w 4703648"/>
                <a:gd name="connsiteY118" fmla="*/ 2830222 h 4864304"/>
                <a:gd name="connsiteX119" fmla="*/ 488216 w 4703648"/>
                <a:gd name="connsiteY119" fmla="*/ 3592446 h 4864304"/>
                <a:gd name="connsiteX120" fmla="*/ 456977 w 4703648"/>
                <a:gd name="connsiteY120" fmla="*/ 3626362 h 4864304"/>
                <a:gd name="connsiteX121" fmla="*/ 280255 w 4703648"/>
                <a:gd name="connsiteY121" fmla="*/ 3626362 h 4864304"/>
                <a:gd name="connsiteX122" fmla="*/ 248124 w 4703648"/>
                <a:gd name="connsiteY122" fmla="*/ 3661171 h 4864304"/>
                <a:gd name="connsiteX123" fmla="*/ 248124 w 4703648"/>
                <a:gd name="connsiteY123" fmla="*/ 4542993 h 4864304"/>
                <a:gd name="connsiteX124" fmla="*/ 208853 w 4703648"/>
                <a:gd name="connsiteY124" fmla="*/ 4585835 h 4864304"/>
                <a:gd name="connsiteX125" fmla="*/ 99964 w 4703648"/>
                <a:gd name="connsiteY125" fmla="*/ 4585835 h 4864304"/>
                <a:gd name="connsiteX126" fmla="*/ 77650 w 4703648"/>
                <a:gd name="connsiteY126" fmla="*/ 4561736 h 4864304"/>
                <a:gd name="connsiteX127" fmla="*/ 77650 w 4703648"/>
                <a:gd name="connsiteY127" fmla="*/ 4482301 h 4864304"/>
                <a:gd name="connsiteX128" fmla="*/ 58907 w 4703648"/>
                <a:gd name="connsiteY128" fmla="*/ 4461773 h 4864304"/>
                <a:gd name="connsiteX129" fmla="*/ 0 w 4703648"/>
                <a:gd name="connsiteY129" fmla="*/ 4481408 h 4864304"/>
                <a:gd name="connsiteX130" fmla="*/ 0 w 4703648"/>
                <a:gd name="connsiteY130" fmla="*/ 4843777 h 4864304"/>
                <a:gd name="connsiteX131" fmla="*/ 68725 w 4703648"/>
                <a:gd name="connsiteY131" fmla="*/ 4866090 h 4864304"/>
                <a:gd name="connsiteX132" fmla="*/ 77650 w 4703648"/>
                <a:gd name="connsiteY132" fmla="*/ 4846455 h 4864304"/>
                <a:gd name="connsiteX133" fmla="*/ 77650 w 4703648"/>
                <a:gd name="connsiteY133" fmla="*/ 4755416 h 4864304"/>
                <a:gd name="connsiteX134" fmla="*/ 99964 w 4703648"/>
                <a:gd name="connsiteY134" fmla="*/ 4728640 h 4864304"/>
                <a:gd name="connsiteX135" fmla="*/ 226703 w 4703648"/>
                <a:gd name="connsiteY135" fmla="*/ 4728640 h 4864304"/>
                <a:gd name="connsiteX136" fmla="*/ 248124 w 4703648"/>
                <a:gd name="connsiteY136" fmla="*/ 4751846 h 4864304"/>
                <a:gd name="connsiteX137" fmla="*/ 248124 w 4703648"/>
                <a:gd name="connsiteY137" fmla="*/ 4829496 h 4864304"/>
                <a:gd name="connsiteX138" fmla="*/ 281148 w 4703648"/>
                <a:gd name="connsiteY138" fmla="*/ 4866090 h 4864304"/>
                <a:gd name="connsiteX139" fmla="*/ 691713 w 4703648"/>
                <a:gd name="connsiteY139" fmla="*/ 4865198 h 4864304"/>
                <a:gd name="connsiteX140" fmla="*/ 989819 w 4703648"/>
                <a:gd name="connsiteY140" fmla="*/ 4865198 h 4864304"/>
                <a:gd name="connsiteX141" fmla="*/ 1014810 w 4703648"/>
                <a:gd name="connsiteY141" fmla="*/ 4866983 h 4864304"/>
                <a:gd name="connsiteX142" fmla="*/ 1013025 w 4703648"/>
                <a:gd name="connsiteY142" fmla="*/ 4867875 h 4864304"/>
                <a:gd name="connsiteX143" fmla="*/ 1322734 w 4703648"/>
                <a:gd name="connsiteY143" fmla="*/ 4867875 h 4864304"/>
                <a:gd name="connsiteX144" fmla="*/ 1807379 w 4703648"/>
                <a:gd name="connsiteY144" fmla="*/ 4867875 h 486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4703648" h="4864304">
                  <a:moveTo>
                    <a:pt x="1807379" y="4869660"/>
                  </a:moveTo>
                  <a:lnTo>
                    <a:pt x="2182243" y="4869660"/>
                  </a:lnTo>
                  <a:cubicBezTo>
                    <a:pt x="2182243" y="4869660"/>
                    <a:pt x="2181351" y="4868768"/>
                    <a:pt x="2181351" y="4868768"/>
                  </a:cubicBezTo>
                  <a:cubicBezTo>
                    <a:pt x="2341114" y="4868768"/>
                    <a:pt x="2418764" y="4868768"/>
                    <a:pt x="2580313" y="4868768"/>
                  </a:cubicBezTo>
                  <a:cubicBezTo>
                    <a:pt x="2580313" y="4868768"/>
                    <a:pt x="2579420" y="4869660"/>
                    <a:pt x="2579420" y="4869660"/>
                  </a:cubicBezTo>
                  <a:lnTo>
                    <a:pt x="2957854" y="4869660"/>
                  </a:lnTo>
                  <a:cubicBezTo>
                    <a:pt x="2997126" y="4866983"/>
                    <a:pt x="3413939" y="4866983"/>
                    <a:pt x="3435359" y="4869660"/>
                  </a:cubicBezTo>
                  <a:cubicBezTo>
                    <a:pt x="3435359" y="4869660"/>
                    <a:pt x="3435359" y="4869660"/>
                    <a:pt x="3435359" y="4869660"/>
                  </a:cubicBezTo>
                  <a:lnTo>
                    <a:pt x="3812901" y="4869660"/>
                  </a:lnTo>
                  <a:cubicBezTo>
                    <a:pt x="3812008" y="4868768"/>
                    <a:pt x="3811116" y="4867875"/>
                    <a:pt x="3810223" y="4867875"/>
                  </a:cubicBezTo>
                  <a:cubicBezTo>
                    <a:pt x="3821826" y="4867875"/>
                    <a:pt x="3828966" y="4867875"/>
                    <a:pt x="3835214" y="4867875"/>
                  </a:cubicBezTo>
                  <a:cubicBezTo>
                    <a:pt x="4080661" y="4867875"/>
                    <a:pt x="4174377" y="4867875"/>
                    <a:pt x="4419823" y="4867875"/>
                  </a:cubicBezTo>
                  <a:cubicBezTo>
                    <a:pt x="4451955" y="4867875"/>
                    <a:pt x="4451955" y="4867875"/>
                    <a:pt x="4451955" y="4833067"/>
                  </a:cubicBezTo>
                  <a:cubicBezTo>
                    <a:pt x="4451955" y="4805398"/>
                    <a:pt x="4451955" y="4778622"/>
                    <a:pt x="4451955" y="4750953"/>
                  </a:cubicBezTo>
                  <a:cubicBezTo>
                    <a:pt x="4451955" y="4735780"/>
                    <a:pt x="4457310" y="4729532"/>
                    <a:pt x="4471590" y="4729532"/>
                  </a:cubicBezTo>
                  <a:cubicBezTo>
                    <a:pt x="4516217" y="4729532"/>
                    <a:pt x="4561736" y="4730425"/>
                    <a:pt x="4606363" y="4729532"/>
                  </a:cubicBezTo>
                  <a:cubicBezTo>
                    <a:pt x="4621536" y="4729532"/>
                    <a:pt x="4625999" y="4736673"/>
                    <a:pt x="4625999" y="4752739"/>
                  </a:cubicBezTo>
                  <a:cubicBezTo>
                    <a:pt x="4625106" y="4783977"/>
                    <a:pt x="4625999" y="4814323"/>
                    <a:pt x="4625999" y="4845562"/>
                  </a:cubicBezTo>
                  <a:cubicBezTo>
                    <a:pt x="4625999" y="4861628"/>
                    <a:pt x="4631354" y="4868768"/>
                    <a:pt x="4645634" y="4867875"/>
                  </a:cubicBezTo>
                  <a:cubicBezTo>
                    <a:pt x="4656344" y="4866983"/>
                    <a:pt x="4667055" y="4867875"/>
                    <a:pt x="4677765" y="4865198"/>
                  </a:cubicBezTo>
                  <a:cubicBezTo>
                    <a:pt x="4694724" y="4861628"/>
                    <a:pt x="4705434" y="4849132"/>
                    <a:pt x="4705434" y="4829496"/>
                  </a:cubicBezTo>
                  <a:cubicBezTo>
                    <a:pt x="4705434" y="4718823"/>
                    <a:pt x="4705434" y="4608148"/>
                    <a:pt x="4705434" y="4498367"/>
                  </a:cubicBezTo>
                  <a:cubicBezTo>
                    <a:pt x="4705434" y="4477838"/>
                    <a:pt x="4692939" y="4465343"/>
                    <a:pt x="4673303" y="4462665"/>
                  </a:cubicBezTo>
                  <a:cubicBezTo>
                    <a:pt x="4627784" y="4457310"/>
                    <a:pt x="4625999" y="4458203"/>
                    <a:pt x="4625999" y="4509077"/>
                  </a:cubicBezTo>
                  <a:cubicBezTo>
                    <a:pt x="4625999" y="4527820"/>
                    <a:pt x="4625999" y="4547456"/>
                    <a:pt x="4625999" y="4566199"/>
                  </a:cubicBezTo>
                  <a:cubicBezTo>
                    <a:pt x="4625999" y="4580480"/>
                    <a:pt x="4620643" y="4586727"/>
                    <a:pt x="4608148" y="4585835"/>
                  </a:cubicBezTo>
                  <a:cubicBezTo>
                    <a:pt x="4562629" y="4585835"/>
                    <a:pt x="4517109" y="4584943"/>
                    <a:pt x="4471590" y="4585835"/>
                  </a:cubicBezTo>
                  <a:cubicBezTo>
                    <a:pt x="4453740" y="4585835"/>
                    <a:pt x="4452847" y="4574232"/>
                    <a:pt x="4452847" y="4559951"/>
                  </a:cubicBezTo>
                  <a:cubicBezTo>
                    <a:pt x="4452847" y="4451955"/>
                    <a:pt x="4452847" y="4343066"/>
                    <a:pt x="4452847" y="4235070"/>
                  </a:cubicBezTo>
                  <a:cubicBezTo>
                    <a:pt x="4452847" y="4089586"/>
                    <a:pt x="4452847" y="3944996"/>
                    <a:pt x="4452847" y="3799513"/>
                  </a:cubicBezTo>
                  <a:cubicBezTo>
                    <a:pt x="4452847" y="3770952"/>
                    <a:pt x="4453740" y="3770060"/>
                    <a:pt x="4480516" y="3769167"/>
                  </a:cubicBezTo>
                  <a:cubicBezTo>
                    <a:pt x="4506399" y="3769167"/>
                    <a:pt x="4533175" y="3768274"/>
                    <a:pt x="4559059" y="3769167"/>
                  </a:cubicBezTo>
                  <a:cubicBezTo>
                    <a:pt x="4574232" y="3769167"/>
                    <a:pt x="4582264" y="3763812"/>
                    <a:pt x="4582264" y="3745069"/>
                  </a:cubicBezTo>
                  <a:cubicBezTo>
                    <a:pt x="4581372" y="3712045"/>
                    <a:pt x="4581372" y="3679021"/>
                    <a:pt x="4582264" y="3645998"/>
                  </a:cubicBezTo>
                  <a:cubicBezTo>
                    <a:pt x="4582264" y="3631717"/>
                    <a:pt x="4576909" y="3626362"/>
                    <a:pt x="4564414" y="3626362"/>
                  </a:cubicBezTo>
                  <a:cubicBezTo>
                    <a:pt x="4449277" y="3626362"/>
                    <a:pt x="4334140" y="3626362"/>
                    <a:pt x="4218111" y="3626362"/>
                  </a:cubicBezTo>
                  <a:cubicBezTo>
                    <a:pt x="4204723" y="3626362"/>
                    <a:pt x="4200260" y="3632610"/>
                    <a:pt x="4200260" y="3645998"/>
                  </a:cubicBezTo>
                  <a:cubicBezTo>
                    <a:pt x="4200260" y="3679914"/>
                    <a:pt x="4201153" y="3713830"/>
                    <a:pt x="4200260" y="3747746"/>
                  </a:cubicBezTo>
                  <a:cubicBezTo>
                    <a:pt x="4200260" y="3762919"/>
                    <a:pt x="4205616" y="3769167"/>
                    <a:pt x="4219004" y="3769167"/>
                  </a:cubicBezTo>
                  <a:cubicBezTo>
                    <a:pt x="4246672" y="3769167"/>
                    <a:pt x="4274340" y="3770060"/>
                    <a:pt x="4301116" y="3769167"/>
                  </a:cubicBezTo>
                  <a:cubicBezTo>
                    <a:pt x="4318075" y="3768274"/>
                    <a:pt x="4325215" y="3774522"/>
                    <a:pt x="4325215" y="3794158"/>
                  </a:cubicBezTo>
                  <a:cubicBezTo>
                    <a:pt x="4324322" y="4008366"/>
                    <a:pt x="4325215" y="4222574"/>
                    <a:pt x="4325215" y="4437674"/>
                  </a:cubicBezTo>
                  <a:cubicBezTo>
                    <a:pt x="4325215" y="4456418"/>
                    <a:pt x="4318075" y="4461773"/>
                    <a:pt x="4302009" y="4461773"/>
                  </a:cubicBezTo>
                  <a:cubicBezTo>
                    <a:pt x="4152956" y="4461773"/>
                    <a:pt x="4155634" y="4460880"/>
                    <a:pt x="4007473" y="4461773"/>
                  </a:cubicBezTo>
                  <a:cubicBezTo>
                    <a:pt x="3989622" y="4461773"/>
                    <a:pt x="3984267" y="4454632"/>
                    <a:pt x="3984267" y="4435889"/>
                  </a:cubicBezTo>
                  <a:cubicBezTo>
                    <a:pt x="3984267" y="4201153"/>
                    <a:pt x="3984267" y="3965524"/>
                    <a:pt x="3984267" y="3730788"/>
                  </a:cubicBezTo>
                  <a:cubicBezTo>
                    <a:pt x="3984267" y="3712938"/>
                    <a:pt x="3987837" y="3705797"/>
                    <a:pt x="4005688" y="3706690"/>
                  </a:cubicBezTo>
                  <a:cubicBezTo>
                    <a:pt x="4040497" y="3707582"/>
                    <a:pt x="4040497" y="3706690"/>
                    <a:pt x="4040497" y="3669203"/>
                  </a:cubicBezTo>
                  <a:cubicBezTo>
                    <a:pt x="4040497" y="3662956"/>
                    <a:pt x="4040497" y="3657600"/>
                    <a:pt x="4040497" y="3651353"/>
                  </a:cubicBezTo>
                  <a:cubicBezTo>
                    <a:pt x="4042282" y="3632610"/>
                    <a:pt x="4034249" y="3625469"/>
                    <a:pt x="4016398" y="3626362"/>
                  </a:cubicBezTo>
                  <a:cubicBezTo>
                    <a:pt x="3969987" y="3627254"/>
                    <a:pt x="3923575" y="3625469"/>
                    <a:pt x="3877163" y="3627254"/>
                  </a:cubicBezTo>
                  <a:cubicBezTo>
                    <a:pt x="3858420" y="3628147"/>
                    <a:pt x="3851280" y="3621899"/>
                    <a:pt x="3851280" y="3599586"/>
                  </a:cubicBezTo>
                  <a:cubicBezTo>
                    <a:pt x="3852172" y="3391626"/>
                    <a:pt x="3852172" y="3183665"/>
                    <a:pt x="3851280" y="2976598"/>
                  </a:cubicBezTo>
                  <a:cubicBezTo>
                    <a:pt x="3851280" y="2955177"/>
                    <a:pt x="3857528" y="2948929"/>
                    <a:pt x="3877163" y="2948929"/>
                  </a:cubicBezTo>
                  <a:cubicBezTo>
                    <a:pt x="3985160" y="2949822"/>
                    <a:pt x="4093156" y="2948929"/>
                    <a:pt x="4201153" y="2948929"/>
                  </a:cubicBezTo>
                  <a:cubicBezTo>
                    <a:pt x="4228821" y="2948929"/>
                    <a:pt x="4229714" y="2948037"/>
                    <a:pt x="4229714" y="2918583"/>
                  </a:cubicBezTo>
                  <a:cubicBezTo>
                    <a:pt x="4229714" y="2866816"/>
                    <a:pt x="4229714" y="2815049"/>
                    <a:pt x="4229714" y="2764175"/>
                  </a:cubicBezTo>
                  <a:cubicBezTo>
                    <a:pt x="4229714" y="2745432"/>
                    <a:pt x="4225251" y="2738291"/>
                    <a:pt x="4207400" y="2738291"/>
                  </a:cubicBezTo>
                  <a:cubicBezTo>
                    <a:pt x="4032464" y="2739184"/>
                    <a:pt x="3857528" y="2739184"/>
                    <a:pt x="3682591" y="2738291"/>
                  </a:cubicBezTo>
                  <a:cubicBezTo>
                    <a:pt x="3660278" y="2738291"/>
                    <a:pt x="3660278" y="2750787"/>
                    <a:pt x="3660278" y="2768637"/>
                  </a:cubicBezTo>
                  <a:cubicBezTo>
                    <a:pt x="3660278" y="3043538"/>
                    <a:pt x="3660278" y="3318438"/>
                    <a:pt x="3660278" y="3593338"/>
                  </a:cubicBezTo>
                  <a:cubicBezTo>
                    <a:pt x="3660278" y="3628147"/>
                    <a:pt x="3660278" y="3628147"/>
                    <a:pt x="3629039" y="3628147"/>
                  </a:cubicBezTo>
                  <a:cubicBezTo>
                    <a:pt x="3465706" y="3628147"/>
                    <a:pt x="3303265" y="3628147"/>
                    <a:pt x="3139931" y="3628147"/>
                  </a:cubicBezTo>
                  <a:cubicBezTo>
                    <a:pt x="3111370" y="3628147"/>
                    <a:pt x="3111370" y="3628147"/>
                    <a:pt x="3111370" y="3596016"/>
                  </a:cubicBezTo>
                  <a:cubicBezTo>
                    <a:pt x="3111370" y="3526398"/>
                    <a:pt x="3112263" y="3457673"/>
                    <a:pt x="3111370" y="3388055"/>
                  </a:cubicBezTo>
                  <a:cubicBezTo>
                    <a:pt x="3109585" y="3280951"/>
                    <a:pt x="3055140" y="3203301"/>
                    <a:pt x="2964995" y="3180095"/>
                  </a:cubicBezTo>
                  <a:cubicBezTo>
                    <a:pt x="2868601" y="3155104"/>
                    <a:pt x="2773993" y="3200623"/>
                    <a:pt x="2735614" y="3290769"/>
                  </a:cubicBezTo>
                  <a:cubicBezTo>
                    <a:pt x="2724011" y="3316653"/>
                    <a:pt x="2717763" y="3345214"/>
                    <a:pt x="2717763" y="3373775"/>
                  </a:cubicBezTo>
                  <a:cubicBezTo>
                    <a:pt x="2717763" y="3448748"/>
                    <a:pt x="2717763" y="3523720"/>
                    <a:pt x="2717763" y="3599586"/>
                  </a:cubicBezTo>
                  <a:cubicBezTo>
                    <a:pt x="2717763" y="3627254"/>
                    <a:pt x="2716870" y="3628147"/>
                    <a:pt x="2691879" y="3628147"/>
                  </a:cubicBezTo>
                  <a:cubicBezTo>
                    <a:pt x="2504448" y="3628147"/>
                    <a:pt x="2398236" y="3628147"/>
                    <a:pt x="2210804" y="3628147"/>
                  </a:cubicBezTo>
                  <a:cubicBezTo>
                    <a:pt x="2191168" y="3628147"/>
                    <a:pt x="2184921" y="3621007"/>
                    <a:pt x="2185813" y="3600478"/>
                  </a:cubicBezTo>
                  <a:cubicBezTo>
                    <a:pt x="2186706" y="3479986"/>
                    <a:pt x="2185813" y="3358602"/>
                    <a:pt x="2185813" y="3238110"/>
                  </a:cubicBezTo>
                  <a:cubicBezTo>
                    <a:pt x="2185813" y="3208656"/>
                    <a:pt x="2185813" y="3208656"/>
                    <a:pt x="2159037" y="3208656"/>
                  </a:cubicBezTo>
                  <a:cubicBezTo>
                    <a:pt x="2135831" y="3208656"/>
                    <a:pt x="2113518" y="3207764"/>
                    <a:pt x="2090312" y="3208656"/>
                  </a:cubicBezTo>
                  <a:cubicBezTo>
                    <a:pt x="2073354" y="3209549"/>
                    <a:pt x="2063536" y="3203301"/>
                    <a:pt x="2055503" y="3186343"/>
                  </a:cubicBezTo>
                  <a:cubicBezTo>
                    <a:pt x="2014447" y="3104230"/>
                    <a:pt x="1951970" y="3053355"/>
                    <a:pt x="1867179" y="3035505"/>
                  </a:cubicBezTo>
                  <a:cubicBezTo>
                    <a:pt x="1750257" y="3009621"/>
                    <a:pt x="1634228" y="3066743"/>
                    <a:pt x="1574428" y="3180988"/>
                  </a:cubicBezTo>
                  <a:cubicBezTo>
                    <a:pt x="1563718" y="3201516"/>
                    <a:pt x="1552115" y="3211334"/>
                    <a:pt x="1530694" y="3208656"/>
                  </a:cubicBezTo>
                  <a:cubicBezTo>
                    <a:pt x="1509273" y="3206871"/>
                    <a:pt x="1487853" y="3209549"/>
                    <a:pt x="1466432" y="3207764"/>
                  </a:cubicBezTo>
                  <a:cubicBezTo>
                    <a:pt x="1447689" y="3206871"/>
                    <a:pt x="1442333" y="3214011"/>
                    <a:pt x="1442333" y="3234540"/>
                  </a:cubicBezTo>
                  <a:cubicBezTo>
                    <a:pt x="1443226" y="3354139"/>
                    <a:pt x="1442333" y="3472846"/>
                    <a:pt x="1442333" y="3592446"/>
                  </a:cubicBezTo>
                  <a:cubicBezTo>
                    <a:pt x="1442333" y="3628147"/>
                    <a:pt x="1442333" y="3628147"/>
                    <a:pt x="1410202" y="3628147"/>
                  </a:cubicBezTo>
                  <a:cubicBezTo>
                    <a:pt x="1209382" y="3628147"/>
                    <a:pt x="1079965" y="3628147"/>
                    <a:pt x="896996" y="3628147"/>
                  </a:cubicBezTo>
                  <a:cubicBezTo>
                    <a:pt x="867542" y="3628147"/>
                    <a:pt x="866650" y="3628147"/>
                    <a:pt x="866650" y="3594231"/>
                  </a:cubicBezTo>
                  <a:cubicBezTo>
                    <a:pt x="866650" y="3333611"/>
                    <a:pt x="866650" y="3072991"/>
                    <a:pt x="866650" y="2811479"/>
                  </a:cubicBezTo>
                  <a:cubicBezTo>
                    <a:pt x="866650" y="2790058"/>
                    <a:pt x="872897" y="2776670"/>
                    <a:pt x="888963" y="2765067"/>
                  </a:cubicBezTo>
                  <a:cubicBezTo>
                    <a:pt x="966613" y="2707945"/>
                    <a:pt x="1021058" y="2630295"/>
                    <a:pt x="1052296" y="2533009"/>
                  </a:cubicBezTo>
                  <a:cubicBezTo>
                    <a:pt x="1058544" y="2513373"/>
                    <a:pt x="1065684" y="2509803"/>
                    <a:pt x="1084428" y="2514266"/>
                  </a:cubicBezTo>
                  <a:cubicBezTo>
                    <a:pt x="1295958" y="2566925"/>
                    <a:pt x="1476250" y="2507125"/>
                    <a:pt x="1626195" y="2335759"/>
                  </a:cubicBezTo>
                  <a:cubicBezTo>
                    <a:pt x="1638691" y="2321478"/>
                    <a:pt x="1648508" y="2325049"/>
                    <a:pt x="1661896" y="2328619"/>
                  </a:cubicBezTo>
                  <a:cubicBezTo>
                    <a:pt x="1859146" y="2381278"/>
                    <a:pt x="2026942" y="2325049"/>
                    <a:pt x="2166178" y="2163500"/>
                  </a:cubicBezTo>
                  <a:cubicBezTo>
                    <a:pt x="2194739" y="2130476"/>
                    <a:pt x="2217944" y="2092098"/>
                    <a:pt x="2235795" y="2050148"/>
                  </a:cubicBezTo>
                  <a:cubicBezTo>
                    <a:pt x="2242935" y="2032298"/>
                    <a:pt x="2250968" y="2027835"/>
                    <a:pt x="2269711" y="2033190"/>
                  </a:cubicBezTo>
                  <a:cubicBezTo>
                    <a:pt x="2472316" y="2093883"/>
                    <a:pt x="2644575" y="2037653"/>
                    <a:pt x="2782918" y="1864502"/>
                  </a:cubicBezTo>
                  <a:cubicBezTo>
                    <a:pt x="2824867" y="1812735"/>
                    <a:pt x="2853428" y="1751150"/>
                    <a:pt x="2871279" y="1685102"/>
                  </a:cubicBezTo>
                  <a:cubicBezTo>
                    <a:pt x="2874849" y="1671714"/>
                    <a:pt x="2880204" y="1662789"/>
                    <a:pt x="2892699" y="1659219"/>
                  </a:cubicBezTo>
                  <a:cubicBezTo>
                    <a:pt x="2962317" y="1640476"/>
                    <a:pt x="3022117" y="1602097"/>
                    <a:pt x="3074776" y="1551222"/>
                  </a:cubicBezTo>
                  <a:cubicBezTo>
                    <a:pt x="3201516" y="1427160"/>
                    <a:pt x="3290769" y="1277215"/>
                    <a:pt x="3338966" y="1097816"/>
                  </a:cubicBezTo>
                  <a:cubicBezTo>
                    <a:pt x="3399658" y="869327"/>
                    <a:pt x="3277381" y="616740"/>
                    <a:pt x="3070313" y="545338"/>
                  </a:cubicBezTo>
                  <a:cubicBezTo>
                    <a:pt x="3053355" y="539090"/>
                    <a:pt x="3044430" y="530165"/>
                    <a:pt x="3038182" y="511421"/>
                  </a:cubicBezTo>
                  <a:cubicBezTo>
                    <a:pt x="2953392" y="234736"/>
                    <a:pt x="2778455" y="68725"/>
                    <a:pt x="2519621" y="8925"/>
                  </a:cubicBezTo>
                  <a:cubicBezTo>
                    <a:pt x="2502662" y="5355"/>
                    <a:pt x="2484812" y="3570"/>
                    <a:pt x="2467854" y="0"/>
                  </a:cubicBezTo>
                  <a:cubicBezTo>
                    <a:pt x="2427690" y="0"/>
                    <a:pt x="2387526" y="0"/>
                    <a:pt x="2347362" y="0"/>
                  </a:cubicBezTo>
                  <a:cubicBezTo>
                    <a:pt x="2304520" y="6248"/>
                    <a:pt x="2262571" y="13388"/>
                    <a:pt x="2221515" y="27669"/>
                  </a:cubicBezTo>
                  <a:cubicBezTo>
                    <a:pt x="2076032" y="79435"/>
                    <a:pt x="1964465" y="180292"/>
                    <a:pt x="1876997" y="315064"/>
                  </a:cubicBezTo>
                  <a:cubicBezTo>
                    <a:pt x="1802024" y="431986"/>
                    <a:pt x="1758290" y="562296"/>
                    <a:pt x="1747580" y="705101"/>
                  </a:cubicBezTo>
                  <a:cubicBezTo>
                    <a:pt x="1741332" y="785429"/>
                    <a:pt x="1744009" y="865757"/>
                    <a:pt x="1761860" y="944300"/>
                  </a:cubicBezTo>
                  <a:cubicBezTo>
                    <a:pt x="1766323" y="964828"/>
                    <a:pt x="1762753" y="980001"/>
                    <a:pt x="1750257" y="996067"/>
                  </a:cubicBezTo>
                  <a:cubicBezTo>
                    <a:pt x="1665467" y="1107634"/>
                    <a:pt x="1616377" y="1236158"/>
                    <a:pt x="1601204" y="1380749"/>
                  </a:cubicBezTo>
                  <a:cubicBezTo>
                    <a:pt x="1591386" y="1475357"/>
                    <a:pt x="1596742" y="1569073"/>
                    <a:pt x="1620840" y="1661004"/>
                  </a:cubicBezTo>
                  <a:cubicBezTo>
                    <a:pt x="1627088" y="1685102"/>
                    <a:pt x="1626195" y="1685995"/>
                    <a:pt x="1603882" y="1683317"/>
                  </a:cubicBezTo>
                  <a:cubicBezTo>
                    <a:pt x="1556578" y="1678855"/>
                    <a:pt x="1511951" y="1693135"/>
                    <a:pt x="1468217" y="1707416"/>
                  </a:cubicBezTo>
                  <a:cubicBezTo>
                    <a:pt x="1339692" y="1750257"/>
                    <a:pt x="1236158" y="1833263"/>
                    <a:pt x="1158508" y="1953755"/>
                  </a:cubicBezTo>
                  <a:cubicBezTo>
                    <a:pt x="1151368" y="1964465"/>
                    <a:pt x="1143335" y="1973391"/>
                    <a:pt x="1131732" y="1977853"/>
                  </a:cubicBezTo>
                  <a:cubicBezTo>
                    <a:pt x="947870" y="2052826"/>
                    <a:pt x="842551" y="2198309"/>
                    <a:pt x="815775" y="2411624"/>
                  </a:cubicBezTo>
                  <a:cubicBezTo>
                    <a:pt x="813990" y="2428582"/>
                    <a:pt x="807742" y="2437508"/>
                    <a:pt x="794354" y="2444648"/>
                  </a:cubicBezTo>
                  <a:cubicBezTo>
                    <a:pt x="660474" y="2519621"/>
                    <a:pt x="562296" y="2632080"/>
                    <a:pt x="498033" y="2781133"/>
                  </a:cubicBezTo>
                  <a:cubicBezTo>
                    <a:pt x="490893" y="2797199"/>
                    <a:pt x="488216" y="2812372"/>
                    <a:pt x="488216" y="2830222"/>
                  </a:cubicBezTo>
                  <a:cubicBezTo>
                    <a:pt x="488216" y="3084594"/>
                    <a:pt x="488216" y="3338966"/>
                    <a:pt x="488216" y="3592446"/>
                  </a:cubicBezTo>
                  <a:cubicBezTo>
                    <a:pt x="488216" y="3626362"/>
                    <a:pt x="488216" y="3626362"/>
                    <a:pt x="456977" y="3626362"/>
                  </a:cubicBezTo>
                  <a:cubicBezTo>
                    <a:pt x="398070" y="3626362"/>
                    <a:pt x="339163" y="3626362"/>
                    <a:pt x="280255" y="3626362"/>
                  </a:cubicBezTo>
                  <a:cubicBezTo>
                    <a:pt x="248124" y="3626362"/>
                    <a:pt x="248124" y="3626362"/>
                    <a:pt x="248124" y="3661171"/>
                  </a:cubicBezTo>
                  <a:cubicBezTo>
                    <a:pt x="248124" y="3954814"/>
                    <a:pt x="248124" y="4249350"/>
                    <a:pt x="248124" y="4542993"/>
                  </a:cubicBezTo>
                  <a:cubicBezTo>
                    <a:pt x="248124" y="4585835"/>
                    <a:pt x="248124" y="4585835"/>
                    <a:pt x="208853" y="4585835"/>
                  </a:cubicBezTo>
                  <a:cubicBezTo>
                    <a:pt x="172259" y="4585835"/>
                    <a:pt x="136558" y="4584943"/>
                    <a:pt x="99964" y="4585835"/>
                  </a:cubicBezTo>
                  <a:cubicBezTo>
                    <a:pt x="83898" y="4585835"/>
                    <a:pt x="76758" y="4579587"/>
                    <a:pt x="77650" y="4561736"/>
                  </a:cubicBezTo>
                  <a:cubicBezTo>
                    <a:pt x="78543" y="4534960"/>
                    <a:pt x="77650" y="4509077"/>
                    <a:pt x="77650" y="4482301"/>
                  </a:cubicBezTo>
                  <a:cubicBezTo>
                    <a:pt x="77650" y="4467128"/>
                    <a:pt x="72295" y="4461773"/>
                    <a:pt x="58907" y="4461773"/>
                  </a:cubicBezTo>
                  <a:cubicBezTo>
                    <a:pt x="37486" y="4461773"/>
                    <a:pt x="15173" y="4459095"/>
                    <a:pt x="0" y="4481408"/>
                  </a:cubicBezTo>
                  <a:cubicBezTo>
                    <a:pt x="0" y="4601900"/>
                    <a:pt x="0" y="4723285"/>
                    <a:pt x="0" y="4843777"/>
                  </a:cubicBezTo>
                  <a:cubicBezTo>
                    <a:pt x="15173" y="4865198"/>
                    <a:pt x="46412" y="4875016"/>
                    <a:pt x="68725" y="4866090"/>
                  </a:cubicBezTo>
                  <a:cubicBezTo>
                    <a:pt x="78543" y="4862520"/>
                    <a:pt x="77650" y="4854487"/>
                    <a:pt x="77650" y="4846455"/>
                  </a:cubicBezTo>
                  <a:cubicBezTo>
                    <a:pt x="77650" y="4816108"/>
                    <a:pt x="78543" y="4785762"/>
                    <a:pt x="77650" y="4755416"/>
                  </a:cubicBezTo>
                  <a:cubicBezTo>
                    <a:pt x="76758" y="4736673"/>
                    <a:pt x="82113" y="4728640"/>
                    <a:pt x="99964" y="4728640"/>
                  </a:cubicBezTo>
                  <a:cubicBezTo>
                    <a:pt x="141913" y="4729532"/>
                    <a:pt x="184754" y="4729532"/>
                    <a:pt x="226703" y="4728640"/>
                  </a:cubicBezTo>
                  <a:cubicBezTo>
                    <a:pt x="241876" y="4728640"/>
                    <a:pt x="249017" y="4734888"/>
                    <a:pt x="248124" y="4751846"/>
                  </a:cubicBezTo>
                  <a:cubicBezTo>
                    <a:pt x="247232" y="4777729"/>
                    <a:pt x="248124" y="4803613"/>
                    <a:pt x="248124" y="4829496"/>
                  </a:cubicBezTo>
                  <a:cubicBezTo>
                    <a:pt x="248124" y="4866090"/>
                    <a:pt x="248124" y="4866090"/>
                    <a:pt x="281148" y="4866090"/>
                  </a:cubicBezTo>
                  <a:cubicBezTo>
                    <a:pt x="417705" y="4866090"/>
                    <a:pt x="555156" y="4866090"/>
                    <a:pt x="691713" y="4865198"/>
                  </a:cubicBezTo>
                  <a:cubicBezTo>
                    <a:pt x="790784" y="4865198"/>
                    <a:pt x="889855" y="4865198"/>
                    <a:pt x="989819" y="4865198"/>
                  </a:cubicBezTo>
                  <a:cubicBezTo>
                    <a:pt x="997852" y="4865198"/>
                    <a:pt x="1005885" y="4865198"/>
                    <a:pt x="1014810" y="4866983"/>
                  </a:cubicBezTo>
                  <a:cubicBezTo>
                    <a:pt x="1013917" y="4866983"/>
                    <a:pt x="1013917" y="4867875"/>
                    <a:pt x="1013025" y="4867875"/>
                  </a:cubicBezTo>
                  <a:lnTo>
                    <a:pt x="1322734" y="4867875"/>
                  </a:lnTo>
                  <a:lnTo>
                    <a:pt x="1807379" y="4867875"/>
                  </a:ln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EFED411-A228-4435-9CDF-898203BEBDCB}"/>
                </a:ext>
              </a:extLst>
            </p:cNvPr>
            <p:cNvSpPr/>
            <p:nvPr/>
          </p:nvSpPr>
          <p:spPr>
            <a:xfrm>
              <a:off x="267760" y="5438984"/>
              <a:ext cx="794354" cy="794354"/>
            </a:xfrm>
            <a:custGeom>
              <a:avLst/>
              <a:gdLst>
                <a:gd name="connsiteX0" fmla="*/ 797924 w 794354"/>
                <a:gd name="connsiteY0" fmla="*/ 398962 h 794354"/>
                <a:gd name="connsiteX1" fmla="*/ 398962 w 794354"/>
                <a:gd name="connsiteY1" fmla="*/ 797925 h 794354"/>
                <a:gd name="connsiteX2" fmla="*/ 0 w 794354"/>
                <a:gd name="connsiteY2" fmla="*/ 398962 h 794354"/>
                <a:gd name="connsiteX3" fmla="*/ 398962 w 794354"/>
                <a:gd name="connsiteY3" fmla="*/ 0 h 794354"/>
                <a:gd name="connsiteX4" fmla="*/ 797924 w 794354"/>
                <a:gd name="connsiteY4" fmla="*/ 398962 h 7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54" h="794354">
                  <a:moveTo>
                    <a:pt x="797924" y="398962"/>
                  </a:moveTo>
                  <a:cubicBezTo>
                    <a:pt x="797924" y="619303"/>
                    <a:pt x="619303" y="797925"/>
                    <a:pt x="398962" y="797925"/>
                  </a:cubicBezTo>
                  <a:cubicBezTo>
                    <a:pt x="178622" y="797925"/>
                    <a:pt x="0" y="619303"/>
                    <a:pt x="0" y="398962"/>
                  </a:cubicBezTo>
                  <a:cubicBezTo>
                    <a:pt x="0" y="178622"/>
                    <a:pt x="178622" y="0"/>
                    <a:pt x="398962" y="0"/>
                  </a:cubicBezTo>
                  <a:cubicBezTo>
                    <a:pt x="619303" y="0"/>
                    <a:pt x="797924" y="178622"/>
                    <a:pt x="797924" y="3989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A148E2-CBF6-4D84-A122-6EF52320827C}"/>
                </a:ext>
              </a:extLst>
            </p:cNvPr>
            <p:cNvSpPr/>
            <p:nvPr/>
          </p:nvSpPr>
          <p:spPr>
            <a:xfrm>
              <a:off x="1266504" y="5438984"/>
              <a:ext cx="794354" cy="794354"/>
            </a:xfrm>
            <a:custGeom>
              <a:avLst/>
              <a:gdLst>
                <a:gd name="connsiteX0" fmla="*/ 797925 w 794354"/>
                <a:gd name="connsiteY0" fmla="*/ 398962 h 794354"/>
                <a:gd name="connsiteX1" fmla="*/ 398962 w 794354"/>
                <a:gd name="connsiteY1" fmla="*/ 797925 h 794354"/>
                <a:gd name="connsiteX2" fmla="*/ 0 w 794354"/>
                <a:gd name="connsiteY2" fmla="*/ 398962 h 794354"/>
                <a:gd name="connsiteX3" fmla="*/ 398962 w 794354"/>
                <a:gd name="connsiteY3" fmla="*/ 0 h 794354"/>
                <a:gd name="connsiteX4" fmla="*/ 797925 w 794354"/>
                <a:gd name="connsiteY4" fmla="*/ 398962 h 7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54" h="794354">
                  <a:moveTo>
                    <a:pt x="797925" y="398962"/>
                  </a:moveTo>
                  <a:cubicBezTo>
                    <a:pt x="797925" y="619303"/>
                    <a:pt x="619303" y="797925"/>
                    <a:pt x="398962" y="797925"/>
                  </a:cubicBezTo>
                  <a:cubicBezTo>
                    <a:pt x="178621" y="797925"/>
                    <a:pt x="0" y="619303"/>
                    <a:pt x="0" y="398962"/>
                  </a:cubicBezTo>
                  <a:cubicBezTo>
                    <a:pt x="0" y="178622"/>
                    <a:pt x="178622" y="0"/>
                    <a:pt x="398962" y="0"/>
                  </a:cubicBezTo>
                  <a:cubicBezTo>
                    <a:pt x="619303" y="0"/>
                    <a:pt x="797925" y="178622"/>
                    <a:pt x="797925" y="3989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2BA2E2A-62C9-498E-8135-F29F3807181C}"/>
                </a:ext>
              </a:extLst>
            </p:cNvPr>
            <p:cNvSpPr/>
            <p:nvPr/>
          </p:nvSpPr>
          <p:spPr>
            <a:xfrm>
              <a:off x="2265249" y="5438984"/>
              <a:ext cx="794354" cy="794354"/>
            </a:xfrm>
            <a:custGeom>
              <a:avLst/>
              <a:gdLst>
                <a:gd name="connsiteX0" fmla="*/ 797925 w 794354"/>
                <a:gd name="connsiteY0" fmla="*/ 398962 h 794354"/>
                <a:gd name="connsiteX1" fmla="*/ 398962 w 794354"/>
                <a:gd name="connsiteY1" fmla="*/ 797925 h 794354"/>
                <a:gd name="connsiteX2" fmla="*/ 0 w 794354"/>
                <a:gd name="connsiteY2" fmla="*/ 398962 h 794354"/>
                <a:gd name="connsiteX3" fmla="*/ 398962 w 794354"/>
                <a:gd name="connsiteY3" fmla="*/ 0 h 794354"/>
                <a:gd name="connsiteX4" fmla="*/ 797925 w 794354"/>
                <a:gd name="connsiteY4" fmla="*/ 398962 h 7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54" h="794354">
                  <a:moveTo>
                    <a:pt x="797925" y="398962"/>
                  </a:moveTo>
                  <a:cubicBezTo>
                    <a:pt x="797925" y="619303"/>
                    <a:pt x="619303" y="797925"/>
                    <a:pt x="398962" y="797925"/>
                  </a:cubicBezTo>
                  <a:cubicBezTo>
                    <a:pt x="178621" y="797925"/>
                    <a:pt x="0" y="619303"/>
                    <a:pt x="0" y="398962"/>
                  </a:cubicBezTo>
                  <a:cubicBezTo>
                    <a:pt x="0" y="178622"/>
                    <a:pt x="178621" y="0"/>
                    <a:pt x="398962" y="0"/>
                  </a:cubicBezTo>
                  <a:cubicBezTo>
                    <a:pt x="619303" y="0"/>
                    <a:pt x="797925" y="178622"/>
                    <a:pt x="797925" y="3989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51C571A-79F7-46EB-88A1-77B4C0E4BE74}"/>
                </a:ext>
              </a:extLst>
            </p:cNvPr>
            <p:cNvSpPr/>
            <p:nvPr/>
          </p:nvSpPr>
          <p:spPr>
            <a:xfrm>
              <a:off x="3263993" y="5438984"/>
              <a:ext cx="794354" cy="794354"/>
            </a:xfrm>
            <a:custGeom>
              <a:avLst/>
              <a:gdLst>
                <a:gd name="connsiteX0" fmla="*/ 797925 w 794354"/>
                <a:gd name="connsiteY0" fmla="*/ 398962 h 794354"/>
                <a:gd name="connsiteX1" fmla="*/ 398962 w 794354"/>
                <a:gd name="connsiteY1" fmla="*/ 797925 h 794354"/>
                <a:gd name="connsiteX2" fmla="*/ 0 w 794354"/>
                <a:gd name="connsiteY2" fmla="*/ 398962 h 794354"/>
                <a:gd name="connsiteX3" fmla="*/ 398962 w 794354"/>
                <a:gd name="connsiteY3" fmla="*/ 0 h 794354"/>
                <a:gd name="connsiteX4" fmla="*/ 797925 w 794354"/>
                <a:gd name="connsiteY4" fmla="*/ 398962 h 79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54" h="794354">
                  <a:moveTo>
                    <a:pt x="797925" y="398962"/>
                  </a:moveTo>
                  <a:cubicBezTo>
                    <a:pt x="797925" y="619303"/>
                    <a:pt x="619303" y="797925"/>
                    <a:pt x="398962" y="797925"/>
                  </a:cubicBezTo>
                  <a:cubicBezTo>
                    <a:pt x="178621" y="797925"/>
                    <a:pt x="0" y="619303"/>
                    <a:pt x="0" y="398962"/>
                  </a:cubicBezTo>
                  <a:cubicBezTo>
                    <a:pt x="0" y="178622"/>
                    <a:pt x="178621" y="0"/>
                    <a:pt x="398962" y="0"/>
                  </a:cubicBezTo>
                  <a:cubicBezTo>
                    <a:pt x="619303" y="0"/>
                    <a:pt x="797925" y="178622"/>
                    <a:pt x="797925" y="398962"/>
                  </a:cubicBezTo>
                  <a:close/>
                </a:path>
              </a:pathLst>
            </a:custGeom>
            <a:grp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0241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4F6199B-2971-40BB-8935-905F573F8B7C}"/>
              </a:ext>
            </a:extLst>
          </p:cNvPr>
          <p:cNvGrpSpPr/>
          <p:nvPr/>
        </p:nvGrpSpPr>
        <p:grpSpPr>
          <a:xfrm>
            <a:off x="588057" y="1808151"/>
            <a:ext cx="3856005" cy="3241698"/>
            <a:chOff x="588057" y="489291"/>
            <a:chExt cx="7012893" cy="589565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29380C-D701-430A-82D5-D18760DC350D}"/>
                </a:ext>
              </a:extLst>
            </p:cNvPr>
            <p:cNvGrpSpPr/>
            <p:nvPr/>
          </p:nvGrpSpPr>
          <p:grpSpPr>
            <a:xfrm>
              <a:off x="588057" y="489291"/>
              <a:ext cx="7012893" cy="5895657"/>
              <a:chOff x="588057" y="489291"/>
              <a:chExt cx="7012893" cy="58956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95B59AA-DF2A-432B-AE13-FAE5C0512D64}"/>
                  </a:ext>
                </a:extLst>
              </p:cNvPr>
              <p:cNvSpPr/>
              <p:nvPr/>
            </p:nvSpPr>
            <p:spPr>
              <a:xfrm>
                <a:off x="588057" y="489291"/>
                <a:ext cx="5731815" cy="5895657"/>
              </a:xfrm>
              <a:custGeom>
                <a:avLst/>
                <a:gdLst>
                  <a:gd name="connsiteX0" fmla="*/ 2900635 w 5731815"/>
                  <a:gd name="connsiteY0" fmla="*/ 0 h 5895657"/>
                  <a:gd name="connsiteX1" fmla="*/ 2939708 w 5731815"/>
                  <a:gd name="connsiteY1" fmla="*/ 611 h 5895657"/>
                  <a:gd name="connsiteX2" fmla="*/ 2939708 w 5731815"/>
                  <a:gd name="connsiteY2" fmla="*/ 1068227 h 5895657"/>
                  <a:gd name="connsiteX3" fmla="*/ 2919437 w 5731815"/>
                  <a:gd name="connsiteY3" fmla="*/ 1067354 h 5895657"/>
                  <a:gd name="connsiteX4" fmla="*/ 1061610 w 5731815"/>
                  <a:gd name="connsiteY4" fmla="*/ 2959366 h 5895657"/>
                  <a:gd name="connsiteX5" fmla="*/ 2950199 w 5731815"/>
                  <a:gd name="connsiteY5" fmla="*/ 4818902 h 5895657"/>
                  <a:gd name="connsiteX6" fmla="*/ 4729170 w 5731815"/>
                  <a:gd name="connsiteY6" fmla="*/ 3499518 h 5895657"/>
                  <a:gd name="connsiteX7" fmla="*/ 4747685 w 5731815"/>
                  <a:gd name="connsiteY7" fmla="*/ 3425483 h 5895657"/>
                  <a:gd name="connsiteX8" fmla="*/ 5338746 w 5731815"/>
                  <a:gd name="connsiteY8" fmla="*/ 3425483 h 5895657"/>
                  <a:gd name="connsiteX9" fmla="*/ 5303677 w 5731815"/>
                  <a:gd name="connsiteY9" fmla="*/ 3583197 h 5895657"/>
                  <a:gd name="connsiteX10" fmla="*/ 5334442 w 5731815"/>
                  <a:gd name="connsiteY10" fmla="*/ 3636182 h 5895657"/>
                  <a:gd name="connsiteX11" fmla="*/ 5717289 w 5731815"/>
                  <a:gd name="connsiteY11" fmla="*/ 3848114 h 5895657"/>
                  <a:gd name="connsiteX12" fmla="*/ 5727544 w 5731815"/>
                  <a:gd name="connsiteY12" fmla="*/ 3889135 h 5895657"/>
                  <a:gd name="connsiteX13" fmla="*/ 5609612 w 5731815"/>
                  <a:gd name="connsiteY13" fmla="*/ 4186524 h 5895657"/>
                  <a:gd name="connsiteX14" fmla="*/ 5568594 w 5731815"/>
                  <a:gd name="connsiteY14" fmla="*/ 4207032 h 5895657"/>
                  <a:gd name="connsiteX15" fmla="*/ 5238730 w 5731815"/>
                  <a:gd name="connsiteY15" fmla="*/ 4140376 h 5895657"/>
                  <a:gd name="connsiteX16" fmla="*/ 5143018 w 5731815"/>
                  <a:gd name="connsiteY16" fmla="*/ 4094230 h 5895657"/>
                  <a:gd name="connsiteX17" fmla="*/ 5095163 w 5731815"/>
                  <a:gd name="connsiteY17" fmla="*/ 4107904 h 5895657"/>
                  <a:gd name="connsiteX18" fmla="*/ 4879813 w 5731815"/>
                  <a:gd name="connsiteY18" fmla="*/ 4441183 h 5895657"/>
                  <a:gd name="connsiteX19" fmla="*/ 4886650 w 5731815"/>
                  <a:gd name="connsiteY19" fmla="*/ 4499293 h 5895657"/>
                  <a:gd name="connsiteX20" fmla="*/ 5084908 w 5731815"/>
                  <a:gd name="connsiteY20" fmla="*/ 4736863 h 5895657"/>
                  <a:gd name="connsiteX21" fmla="*/ 5119092 w 5731815"/>
                  <a:gd name="connsiteY21" fmla="*/ 4786430 h 5895657"/>
                  <a:gd name="connsiteX22" fmla="*/ 5110546 w 5731815"/>
                  <a:gd name="connsiteY22" fmla="*/ 4935125 h 5895657"/>
                  <a:gd name="connsiteX23" fmla="*/ 4939632 w 5731815"/>
                  <a:gd name="connsiteY23" fmla="*/ 5109454 h 5895657"/>
                  <a:gd name="connsiteX24" fmla="*/ 4876394 w 5731815"/>
                  <a:gd name="connsiteY24" fmla="*/ 5114582 h 5895657"/>
                  <a:gd name="connsiteX25" fmla="*/ 4616605 w 5731815"/>
                  <a:gd name="connsiteY25" fmla="*/ 4941958 h 5895657"/>
                  <a:gd name="connsiteX26" fmla="*/ 4537988 w 5731815"/>
                  <a:gd name="connsiteY26" fmla="*/ 4858214 h 5895657"/>
                  <a:gd name="connsiteX27" fmla="*/ 4481584 w 5731815"/>
                  <a:gd name="connsiteY27" fmla="*/ 4851377 h 5895657"/>
                  <a:gd name="connsiteX28" fmla="*/ 4155141 w 5731815"/>
                  <a:gd name="connsiteY28" fmla="*/ 5076982 h 5895657"/>
                  <a:gd name="connsiteX29" fmla="*/ 4136340 w 5731815"/>
                  <a:gd name="connsiteY29" fmla="*/ 5116291 h 5895657"/>
                  <a:gd name="connsiteX30" fmla="*/ 4254269 w 5731815"/>
                  <a:gd name="connsiteY30" fmla="*/ 5505974 h 5895657"/>
                  <a:gd name="connsiteX31" fmla="*/ 4202996 w 5731815"/>
                  <a:gd name="connsiteY31" fmla="*/ 5608523 h 5895657"/>
                  <a:gd name="connsiteX32" fmla="*/ 3960298 w 5731815"/>
                  <a:gd name="connsiteY32" fmla="*/ 5712778 h 5895657"/>
                  <a:gd name="connsiteX33" fmla="*/ 3903898 w 5731815"/>
                  <a:gd name="connsiteY33" fmla="*/ 5695689 h 5895657"/>
                  <a:gd name="connsiteX34" fmla="*/ 3727856 w 5731815"/>
                  <a:gd name="connsiteY34" fmla="*/ 5432481 h 5895657"/>
                  <a:gd name="connsiteX35" fmla="*/ 3686838 w 5731815"/>
                  <a:gd name="connsiteY35" fmla="*/ 5321389 h 5895657"/>
                  <a:gd name="connsiteX36" fmla="*/ 3642399 w 5731815"/>
                  <a:gd name="connsiteY36" fmla="*/ 5297460 h 5895657"/>
                  <a:gd name="connsiteX37" fmla="*/ 3245882 w 5731815"/>
                  <a:gd name="connsiteY37" fmla="*/ 5381208 h 5895657"/>
                  <a:gd name="connsiteX38" fmla="*/ 3220244 w 5731815"/>
                  <a:gd name="connsiteY38" fmla="*/ 5415389 h 5895657"/>
                  <a:gd name="connsiteX39" fmla="*/ 3172390 w 5731815"/>
                  <a:gd name="connsiteY39" fmla="*/ 5854639 h 5895657"/>
                  <a:gd name="connsiteX40" fmla="*/ 3133078 w 5731815"/>
                  <a:gd name="connsiteY40" fmla="*/ 5888820 h 5895657"/>
                  <a:gd name="connsiteX41" fmla="*/ 2967291 w 5731815"/>
                  <a:gd name="connsiteY41" fmla="*/ 5895657 h 5895657"/>
                  <a:gd name="connsiteX42" fmla="*/ 2963873 w 5731815"/>
                  <a:gd name="connsiteY42" fmla="*/ 5881983 h 5895657"/>
                  <a:gd name="connsiteX43" fmla="*/ 2823724 w 5731815"/>
                  <a:gd name="connsiteY43" fmla="*/ 5881983 h 5895657"/>
                  <a:gd name="connsiteX44" fmla="*/ 2780997 w 5731815"/>
                  <a:gd name="connsiteY44" fmla="*/ 5846093 h 5895657"/>
                  <a:gd name="connsiteX45" fmla="*/ 2716051 w 5731815"/>
                  <a:gd name="connsiteY45" fmla="*/ 5519647 h 5895657"/>
                  <a:gd name="connsiteX46" fmla="*/ 2722888 w 5731815"/>
                  <a:gd name="connsiteY46" fmla="*/ 5422226 h 5895657"/>
                  <a:gd name="connsiteX47" fmla="*/ 2688703 w 5731815"/>
                  <a:gd name="connsiteY47" fmla="*/ 5377790 h 5895657"/>
                  <a:gd name="connsiteX48" fmla="*/ 2302439 w 5731815"/>
                  <a:gd name="connsiteY48" fmla="*/ 5306006 h 5895657"/>
                  <a:gd name="connsiteX49" fmla="*/ 2252875 w 5731815"/>
                  <a:gd name="connsiteY49" fmla="*/ 5335060 h 5895657"/>
                  <a:gd name="connsiteX50" fmla="*/ 2037522 w 5731815"/>
                  <a:gd name="connsiteY50" fmla="*/ 5721324 h 5895657"/>
                  <a:gd name="connsiteX51" fmla="*/ 1999922 w 5731815"/>
                  <a:gd name="connsiteY51" fmla="*/ 5731579 h 5895657"/>
                  <a:gd name="connsiteX52" fmla="*/ 1699115 w 5731815"/>
                  <a:gd name="connsiteY52" fmla="*/ 5611941 h 5895657"/>
                  <a:gd name="connsiteX53" fmla="*/ 1680314 w 5731815"/>
                  <a:gd name="connsiteY53" fmla="*/ 5570920 h 5895657"/>
                  <a:gd name="connsiteX54" fmla="*/ 1746969 w 5731815"/>
                  <a:gd name="connsiteY54" fmla="*/ 5244478 h 5895657"/>
                  <a:gd name="connsiteX55" fmla="*/ 1794827 w 5731815"/>
                  <a:gd name="connsiteY55" fmla="*/ 5143638 h 5895657"/>
                  <a:gd name="connsiteX56" fmla="*/ 1781153 w 5731815"/>
                  <a:gd name="connsiteY56" fmla="*/ 5099199 h 5895657"/>
                  <a:gd name="connsiteX57" fmla="*/ 1441038 w 5731815"/>
                  <a:gd name="connsiteY57" fmla="*/ 4878721 h 5895657"/>
                  <a:gd name="connsiteX58" fmla="*/ 1393180 w 5731815"/>
                  <a:gd name="connsiteY58" fmla="*/ 4885558 h 5895657"/>
                  <a:gd name="connsiteX59" fmla="*/ 1044518 w 5731815"/>
                  <a:gd name="connsiteY59" fmla="*/ 5164149 h 5895657"/>
                  <a:gd name="connsiteX60" fmla="*/ 1003497 w 5731815"/>
                  <a:gd name="connsiteY60" fmla="*/ 5159021 h 5895657"/>
                  <a:gd name="connsiteX61" fmla="*/ 774473 w 5731815"/>
                  <a:gd name="connsiteY61" fmla="*/ 4936834 h 5895657"/>
                  <a:gd name="connsiteX62" fmla="*/ 771054 w 5731815"/>
                  <a:gd name="connsiteY62" fmla="*/ 4892394 h 5895657"/>
                  <a:gd name="connsiteX63" fmla="*/ 957351 w 5731815"/>
                  <a:gd name="connsiteY63" fmla="*/ 4615516 h 5895657"/>
                  <a:gd name="connsiteX64" fmla="*/ 1035972 w 5731815"/>
                  <a:gd name="connsiteY64" fmla="*/ 4543732 h 5895657"/>
                  <a:gd name="connsiteX65" fmla="*/ 1042808 w 5731815"/>
                  <a:gd name="connsiteY65" fmla="*/ 4490750 h 5895657"/>
                  <a:gd name="connsiteX66" fmla="*/ 815494 w 5731815"/>
                  <a:gd name="connsiteY66" fmla="*/ 4159177 h 5895657"/>
                  <a:gd name="connsiteX67" fmla="*/ 764217 w 5731815"/>
                  <a:gd name="connsiteY67" fmla="*/ 4150631 h 5895657"/>
                  <a:gd name="connsiteX68" fmla="*/ 340354 w 5731815"/>
                  <a:gd name="connsiteY68" fmla="*/ 4271978 h 5895657"/>
                  <a:gd name="connsiteX69" fmla="*/ 304464 w 5731815"/>
                  <a:gd name="connsiteY69" fmla="*/ 4249762 h 5895657"/>
                  <a:gd name="connsiteX70" fmla="*/ 177985 w 5731815"/>
                  <a:gd name="connsiteY70" fmla="*/ 3955791 h 5895657"/>
                  <a:gd name="connsiteX71" fmla="*/ 193368 w 5731815"/>
                  <a:gd name="connsiteY71" fmla="*/ 3913061 h 5895657"/>
                  <a:gd name="connsiteX72" fmla="*/ 471956 w 5731815"/>
                  <a:gd name="connsiteY72" fmla="*/ 3728476 h 5895657"/>
                  <a:gd name="connsiteX73" fmla="*/ 576214 w 5731815"/>
                  <a:gd name="connsiteY73" fmla="*/ 3690874 h 5895657"/>
                  <a:gd name="connsiteX74" fmla="*/ 598434 w 5731815"/>
                  <a:gd name="connsiteY74" fmla="*/ 3649856 h 5895657"/>
                  <a:gd name="connsiteX75" fmla="*/ 512977 w 5731815"/>
                  <a:gd name="connsiteY75" fmla="*/ 3249918 h 5895657"/>
                  <a:gd name="connsiteX76" fmla="*/ 477084 w 5731815"/>
                  <a:gd name="connsiteY76" fmla="*/ 3224280 h 5895657"/>
                  <a:gd name="connsiteX77" fmla="*/ 34418 w 5731815"/>
                  <a:gd name="connsiteY77" fmla="*/ 3174716 h 5895657"/>
                  <a:gd name="connsiteX78" fmla="*/ 7071 w 5731815"/>
                  <a:gd name="connsiteY78" fmla="*/ 3142241 h 5895657"/>
                  <a:gd name="connsiteX79" fmla="*/ 1947 w 5731815"/>
                  <a:gd name="connsiteY79" fmla="*/ 2817508 h 5895657"/>
                  <a:gd name="connsiteX80" fmla="*/ 34418 w 5731815"/>
                  <a:gd name="connsiteY80" fmla="*/ 2785033 h 5895657"/>
                  <a:gd name="connsiteX81" fmla="*/ 365992 w 5731815"/>
                  <a:gd name="connsiteY81" fmla="*/ 2718377 h 5895657"/>
                  <a:gd name="connsiteX82" fmla="*/ 463410 w 5731815"/>
                  <a:gd name="connsiteY82" fmla="*/ 2725214 h 5895657"/>
                  <a:gd name="connsiteX83" fmla="*/ 507849 w 5731815"/>
                  <a:gd name="connsiteY83" fmla="*/ 2689321 h 5895657"/>
                  <a:gd name="connsiteX84" fmla="*/ 577924 w 5731815"/>
                  <a:gd name="connsiteY84" fmla="*/ 2308184 h 5895657"/>
                  <a:gd name="connsiteX85" fmla="*/ 543739 w 5731815"/>
                  <a:gd name="connsiteY85" fmla="*/ 2253492 h 5895657"/>
                  <a:gd name="connsiteX86" fmla="*/ 162606 w 5731815"/>
                  <a:gd name="connsiteY86" fmla="*/ 2039851 h 5895657"/>
                  <a:gd name="connsiteX87" fmla="*/ 152347 w 5731815"/>
                  <a:gd name="connsiteY87" fmla="*/ 2007376 h 5895657"/>
                  <a:gd name="connsiteX88" fmla="*/ 273698 w 5731815"/>
                  <a:gd name="connsiteY88" fmla="*/ 1701441 h 5895657"/>
                  <a:gd name="connsiteX89" fmla="*/ 311297 w 5731815"/>
                  <a:gd name="connsiteY89" fmla="*/ 1684352 h 5895657"/>
                  <a:gd name="connsiteX90" fmla="*/ 742001 w 5731815"/>
                  <a:gd name="connsiteY90" fmla="*/ 1798863 h 5895657"/>
                  <a:gd name="connsiteX91" fmla="*/ 784728 w 5731815"/>
                  <a:gd name="connsiteY91" fmla="*/ 1785189 h 5895657"/>
                  <a:gd name="connsiteX92" fmla="*/ 1001787 w 5731815"/>
                  <a:gd name="connsiteY92" fmla="*/ 1448491 h 5895657"/>
                  <a:gd name="connsiteX93" fmla="*/ 1003497 w 5731815"/>
                  <a:gd name="connsiteY93" fmla="*/ 1402343 h 5895657"/>
                  <a:gd name="connsiteX94" fmla="*/ 789856 w 5731815"/>
                  <a:gd name="connsiteY94" fmla="*/ 1149393 h 5895657"/>
                  <a:gd name="connsiteX95" fmla="*/ 757384 w 5731815"/>
                  <a:gd name="connsiteY95" fmla="*/ 1103245 h 5895657"/>
                  <a:gd name="connsiteX96" fmla="*/ 764217 w 5731815"/>
                  <a:gd name="connsiteY96" fmla="*/ 961387 h 5895657"/>
                  <a:gd name="connsiteX97" fmla="*/ 940259 w 5731815"/>
                  <a:gd name="connsiteY97" fmla="*/ 781930 h 5895657"/>
                  <a:gd name="connsiteX98" fmla="*/ 994951 w 5731815"/>
                  <a:gd name="connsiteY98" fmla="*/ 776802 h 5895657"/>
                  <a:gd name="connsiteX99" fmla="*/ 1261577 w 5731815"/>
                  <a:gd name="connsiteY99" fmla="*/ 954550 h 5895657"/>
                  <a:gd name="connsiteX100" fmla="*/ 1335070 w 5731815"/>
                  <a:gd name="connsiteY100" fmla="*/ 1031461 h 5895657"/>
                  <a:gd name="connsiteX101" fmla="*/ 1398307 w 5731815"/>
                  <a:gd name="connsiteY101" fmla="*/ 1040007 h 5895657"/>
                  <a:gd name="connsiteX102" fmla="*/ 1721335 w 5731815"/>
                  <a:gd name="connsiteY102" fmla="*/ 817820 h 5895657"/>
                  <a:gd name="connsiteX103" fmla="*/ 1738423 w 5731815"/>
                  <a:gd name="connsiteY103" fmla="*/ 775093 h 5895657"/>
                  <a:gd name="connsiteX104" fmla="*/ 1630750 w 5731815"/>
                  <a:gd name="connsiteY104" fmla="*/ 423009 h 5895657"/>
                  <a:gd name="connsiteX105" fmla="*/ 1704242 w 5731815"/>
                  <a:gd name="connsiteY105" fmla="*/ 272606 h 5895657"/>
                  <a:gd name="connsiteX106" fmla="*/ 1916174 w 5731815"/>
                  <a:gd name="connsiteY106" fmla="*/ 183733 h 5895657"/>
                  <a:gd name="connsiteX107" fmla="*/ 1972575 w 5731815"/>
                  <a:gd name="connsiteY107" fmla="*/ 199113 h 5895657"/>
                  <a:gd name="connsiteX108" fmla="*/ 2148617 w 5731815"/>
                  <a:gd name="connsiteY108" fmla="*/ 462321 h 5895657"/>
                  <a:gd name="connsiteX109" fmla="*/ 2189638 w 5731815"/>
                  <a:gd name="connsiteY109" fmla="*/ 569995 h 5895657"/>
                  <a:gd name="connsiteX110" fmla="*/ 2237492 w 5731815"/>
                  <a:gd name="connsiteY110" fmla="*/ 597342 h 5895657"/>
                  <a:gd name="connsiteX111" fmla="*/ 2625466 w 5731815"/>
                  <a:gd name="connsiteY111" fmla="*/ 515303 h 5895657"/>
                  <a:gd name="connsiteX112" fmla="*/ 2656228 w 5731815"/>
                  <a:gd name="connsiteY112" fmla="*/ 475995 h 5895657"/>
                  <a:gd name="connsiteX113" fmla="*/ 2705795 w 5731815"/>
                  <a:gd name="connsiteY113" fmla="*/ 36748 h 5895657"/>
                  <a:gd name="connsiteX114" fmla="*/ 2736558 w 5731815"/>
                  <a:gd name="connsiteY114" fmla="*/ 7692 h 5895657"/>
                  <a:gd name="connsiteX115" fmla="*/ 2900635 w 5731815"/>
                  <a:gd name="connsiteY115" fmla="*/ 0 h 589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5731815" h="5895657">
                    <a:moveTo>
                      <a:pt x="2900635" y="0"/>
                    </a:moveTo>
                    <a:lnTo>
                      <a:pt x="2939708" y="611"/>
                    </a:lnTo>
                    <a:lnTo>
                      <a:pt x="2939708" y="1068227"/>
                    </a:lnTo>
                    <a:lnTo>
                      <a:pt x="2919437" y="1067354"/>
                    </a:lnTo>
                    <a:cubicBezTo>
                      <a:pt x="1893958" y="1074191"/>
                      <a:pt x="1054770" y="1891157"/>
                      <a:pt x="1061610" y="2959366"/>
                    </a:cubicBezTo>
                    <a:cubicBezTo>
                      <a:pt x="1070152" y="3983135"/>
                      <a:pt x="1885412" y="4810356"/>
                      <a:pt x="2950199" y="4818902"/>
                    </a:cubicBezTo>
                    <a:cubicBezTo>
                      <a:pt x="3780626" y="4805015"/>
                      <a:pt x="4493709" y="4273241"/>
                      <a:pt x="4729170" y="3499518"/>
                    </a:cubicBezTo>
                    <a:lnTo>
                      <a:pt x="4747685" y="3425483"/>
                    </a:lnTo>
                    <a:lnTo>
                      <a:pt x="5338746" y="3425483"/>
                    </a:lnTo>
                    <a:lnTo>
                      <a:pt x="5303677" y="3583197"/>
                    </a:lnTo>
                    <a:cubicBezTo>
                      <a:pt x="5295131" y="3613963"/>
                      <a:pt x="5305386" y="3629345"/>
                      <a:pt x="5334442" y="3636182"/>
                    </a:cubicBezTo>
                    <a:cubicBezTo>
                      <a:pt x="5481428" y="3672072"/>
                      <a:pt x="5589105" y="3778040"/>
                      <a:pt x="5717289" y="3848114"/>
                    </a:cubicBezTo>
                    <a:cubicBezTo>
                      <a:pt x="5734381" y="3858369"/>
                      <a:pt x="5734381" y="3872043"/>
                      <a:pt x="5727544" y="3889135"/>
                    </a:cubicBezTo>
                    <a:cubicBezTo>
                      <a:pt x="5693360" y="3989972"/>
                      <a:pt x="5652342" y="4089103"/>
                      <a:pt x="5609612" y="4186524"/>
                    </a:cubicBezTo>
                    <a:cubicBezTo>
                      <a:pt x="5601066" y="4205322"/>
                      <a:pt x="5589105" y="4212159"/>
                      <a:pt x="5568594" y="4207032"/>
                    </a:cubicBezTo>
                    <a:cubicBezTo>
                      <a:pt x="5459208" y="4184815"/>
                      <a:pt x="5348116" y="4164305"/>
                      <a:pt x="5238730" y="4140376"/>
                    </a:cubicBezTo>
                    <a:cubicBezTo>
                      <a:pt x="5204549" y="4131830"/>
                      <a:pt x="5173783" y="4111322"/>
                      <a:pt x="5143018" y="4094230"/>
                    </a:cubicBezTo>
                    <a:cubicBezTo>
                      <a:pt x="5120801" y="4082266"/>
                      <a:pt x="5108837" y="4083975"/>
                      <a:pt x="5095163" y="4107904"/>
                    </a:cubicBezTo>
                    <a:cubicBezTo>
                      <a:pt x="5031926" y="4224124"/>
                      <a:pt x="4961852" y="4336928"/>
                      <a:pt x="4879813" y="4441183"/>
                    </a:cubicBezTo>
                    <a:cubicBezTo>
                      <a:pt x="4861012" y="4465112"/>
                      <a:pt x="4857593" y="4480495"/>
                      <a:pt x="4886650" y="4499293"/>
                    </a:cubicBezTo>
                    <a:cubicBezTo>
                      <a:pt x="4977234" y="4557406"/>
                      <a:pt x="5021670" y="4654824"/>
                      <a:pt x="5084908" y="4736863"/>
                    </a:cubicBezTo>
                    <a:cubicBezTo>
                      <a:pt x="5096872" y="4752246"/>
                      <a:pt x="5107128" y="4769338"/>
                      <a:pt x="5119092" y="4786430"/>
                    </a:cubicBezTo>
                    <a:cubicBezTo>
                      <a:pt x="5187457" y="4885558"/>
                      <a:pt x="5184039" y="4851377"/>
                      <a:pt x="5110546" y="4935125"/>
                    </a:cubicBezTo>
                    <a:cubicBezTo>
                      <a:pt x="5057564" y="4996653"/>
                      <a:pt x="4996032" y="5051344"/>
                      <a:pt x="4939632" y="5109454"/>
                    </a:cubicBezTo>
                    <a:cubicBezTo>
                      <a:pt x="4919121" y="5131674"/>
                      <a:pt x="4902033" y="5131674"/>
                      <a:pt x="4876394" y="5114582"/>
                    </a:cubicBezTo>
                    <a:cubicBezTo>
                      <a:pt x="4790937" y="5056472"/>
                      <a:pt x="4703771" y="4998362"/>
                      <a:pt x="4616605" y="4941958"/>
                    </a:cubicBezTo>
                    <a:cubicBezTo>
                      <a:pt x="4584133" y="4919742"/>
                      <a:pt x="4561913" y="4887267"/>
                      <a:pt x="4537988" y="4858214"/>
                    </a:cubicBezTo>
                    <a:cubicBezTo>
                      <a:pt x="4519186" y="4835994"/>
                      <a:pt x="4503803" y="4832575"/>
                      <a:pt x="4481584" y="4851377"/>
                    </a:cubicBezTo>
                    <a:cubicBezTo>
                      <a:pt x="4379035" y="4935125"/>
                      <a:pt x="4269652" y="5010326"/>
                      <a:pt x="4155141" y="5076982"/>
                    </a:cubicBezTo>
                    <a:cubicBezTo>
                      <a:pt x="4139759" y="5085528"/>
                      <a:pt x="4122666" y="5094074"/>
                      <a:pt x="4136340" y="5116291"/>
                    </a:cubicBezTo>
                    <a:cubicBezTo>
                      <a:pt x="4214961" y="5234223"/>
                      <a:pt x="4220088" y="5374371"/>
                      <a:pt x="4254269" y="5505974"/>
                    </a:cubicBezTo>
                    <a:cubicBezTo>
                      <a:pt x="4274779" y="5582885"/>
                      <a:pt x="4279907" y="5572630"/>
                      <a:pt x="4202996" y="5608523"/>
                    </a:cubicBezTo>
                    <a:cubicBezTo>
                      <a:pt x="4122666" y="5646122"/>
                      <a:pt x="4040628" y="5678597"/>
                      <a:pt x="3960298" y="5712778"/>
                    </a:cubicBezTo>
                    <a:cubicBezTo>
                      <a:pt x="3934660" y="5723033"/>
                      <a:pt x="3919281" y="5719615"/>
                      <a:pt x="3903898" y="5695689"/>
                    </a:cubicBezTo>
                    <a:cubicBezTo>
                      <a:pt x="3845788" y="5606814"/>
                      <a:pt x="3785969" y="5521357"/>
                      <a:pt x="3727856" y="5432481"/>
                    </a:cubicBezTo>
                    <a:cubicBezTo>
                      <a:pt x="3705639" y="5398300"/>
                      <a:pt x="3697093" y="5358988"/>
                      <a:pt x="3686838" y="5321389"/>
                    </a:cubicBezTo>
                    <a:cubicBezTo>
                      <a:pt x="3680001" y="5297460"/>
                      <a:pt x="3668037" y="5290623"/>
                      <a:pt x="3642399" y="5297460"/>
                    </a:cubicBezTo>
                    <a:cubicBezTo>
                      <a:pt x="3512505" y="5336769"/>
                      <a:pt x="3380903" y="5364116"/>
                      <a:pt x="3245882" y="5381208"/>
                    </a:cubicBezTo>
                    <a:cubicBezTo>
                      <a:pt x="3223662" y="5384627"/>
                      <a:pt x="3216826" y="5394879"/>
                      <a:pt x="3220244" y="5415389"/>
                    </a:cubicBezTo>
                    <a:cubicBezTo>
                      <a:pt x="3244173" y="5565793"/>
                      <a:pt x="3189479" y="5707650"/>
                      <a:pt x="3172390" y="5854639"/>
                    </a:cubicBezTo>
                    <a:cubicBezTo>
                      <a:pt x="3168971" y="5880274"/>
                      <a:pt x="3155297" y="5888820"/>
                      <a:pt x="3133078" y="5888820"/>
                    </a:cubicBezTo>
                    <a:cubicBezTo>
                      <a:pt x="3078387" y="5890529"/>
                      <a:pt x="3021986" y="5893948"/>
                      <a:pt x="2967291" y="5895657"/>
                    </a:cubicBezTo>
                    <a:cubicBezTo>
                      <a:pt x="2963873" y="5883692"/>
                      <a:pt x="2963873" y="5883692"/>
                      <a:pt x="2963873" y="5881983"/>
                    </a:cubicBezTo>
                    <a:cubicBezTo>
                      <a:pt x="2917728" y="5881983"/>
                      <a:pt x="2869870" y="5881983"/>
                      <a:pt x="2823724" y="5881983"/>
                    </a:cubicBezTo>
                    <a:cubicBezTo>
                      <a:pt x="2798086" y="5881983"/>
                      <a:pt x="2784416" y="5871728"/>
                      <a:pt x="2780997" y="5846093"/>
                    </a:cubicBezTo>
                    <a:cubicBezTo>
                      <a:pt x="2760487" y="5736707"/>
                      <a:pt x="2736558" y="5629030"/>
                      <a:pt x="2716051" y="5519647"/>
                    </a:cubicBezTo>
                    <a:cubicBezTo>
                      <a:pt x="2709214" y="5487172"/>
                      <a:pt x="2719469" y="5454701"/>
                      <a:pt x="2722888" y="5422226"/>
                    </a:cubicBezTo>
                    <a:cubicBezTo>
                      <a:pt x="2726306" y="5394879"/>
                      <a:pt x="2719469" y="5381208"/>
                      <a:pt x="2688703" y="5377790"/>
                    </a:cubicBezTo>
                    <a:cubicBezTo>
                      <a:pt x="2558810" y="5364116"/>
                      <a:pt x="2428914" y="5340187"/>
                      <a:pt x="2302439" y="5306006"/>
                    </a:cubicBezTo>
                    <a:cubicBezTo>
                      <a:pt x="2275091" y="5299169"/>
                      <a:pt x="2259712" y="5307715"/>
                      <a:pt x="2252875" y="5335060"/>
                    </a:cubicBezTo>
                    <a:cubicBezTo>
                      <a:pt x="2216982" y="5483754"/>
                      <a:pt x="2109308" y="5591431"/>
                      <a:pt x="2037522" y="5721324"/>
                    </a:cubicBezTo>
                    <a:cubicBezTo>
                      <a:pt x="2028979" y="5736707"/>
                      <a:pt x="2015305" y="5736707"/>
                      <a:pt x="1999922" y="5731579"/>
                    </a:cubicBezTo>
                    <a:cubicBezTo>
                      <a:pt x="1897376" y="5697398"/>
                      <a:pt x="1796536" y="5656377"/>
                      <a:pt x="1699115" y="5611941"/>
                    </a:cubicBezTo>
                    <a:cubicBezTo>
                      <a:pt x="1678604" y="5603395"/>
                      <a:pt x="1676895" y="5588012"/>
                      <a:pt x="1680314" y="5570920"/>
                    </a:cubicBezTo>
                    <a:cubicBezTo>
                      <a:pt x="1702533" y="5461538"/>
                      <a:pt x="1721335" y="5352152"/>
                      <a:pt x="1746969" y="5244478"/>
                    </a:cubicBezTo>
                    <a:cubicBezTo>
                      <a:pt x="1755515" y="5208585"/>
                      <a:pt x="1776026" y="5176110"/>
                      <a:pt x="1794827" y="5143638"/>
                    </a:cubicBezTo>
                    <a:cubicBezTo>
                      <a:pt x="1806792" y="5123128"/>
                      <a:pt x="1803373" y="5111163"/>
                      <a:pt x="1781153" y="5099199"/>
                    </a:cubicBezTo>
                    <a:cubicBezTo>
                      <a:pt x="1661512" y="5035961"/>
                      <a:pt x="1548711" y="4960759"/>
                      <a:pt x="1441038" y="4878721"/>
                    </a:cubicBezTo>
                    <a:cubicBezTo>
                      <a:pt x="1422236" y="4863341"/>
                      <a:pt x="1408563" y="4863341"/>
                      <a:pt x="1393180" y="4885558"/>
                    </a:cubicBezTo>
                    <a:cubicBezTo>
                      <a:pt x="1304304" y="5010326"/>
                      <a:pt x="1162446" y="5071855"/>
                      <a:pt x="1044518" y="5164149"/>
                    </a:cubicBezTo>
                    <a:cubicBezTo>
                      <a:pt x="1029135" y="5176110"/>
                      <a:pt x="1017170" y="5170985"/>
                      <a:pt x="1003497" y="5159021"/>
                    </a:cubicBezTo>
                    <a:cubicBezTo>
                      <a:pt x="923167" y="5088947"/>
                      <a:pt x="847965" y="5012036"/>
                      <a:pt x="774473" y="4936834"/>
                    </a:cubicBezTo>
                    <a:cubicBezTo>
                      <a:pt x="760802" y="4921451"/>
                      <a:pt x="759090" y="4909486"/>
                      <a:pt x="771054" y="4892394"/>
                    </a:cubicBezTo>
                    <a:cubicBezTo>
                      <a:pt x="832582" y="4800100"/>
                      <a:pt x="894114" y="4707810"/>
                      <a:pt x="957351" y="4615516"/>
                    </a:cubicBezTo>
                    <a:cubicBezTo>
                      <a:pt x="977859" y="4586459"/>
                      <a:pt x="1008624" y="4567658"/>
                      <a:pt x="1035972" y="4543732"/>
                    </a:cubicBezTo>
                    <a:cubicBezTo>
                      <a:pt x="1056482" y="4526640"/>
                      <a:pt x="1059901" y="4511257"/>
                      <a:pt x="1042808" y="4490750"/>
                    </a:cubicBezTo>
                    <a:cubicBezTo>
                      <a:pt x="959061" y="4386492"/>
                      <a:pt x="882150" y="4277106"/>
                      <a:pt x="815494" y="4159177"/>
                    </a:cubicBezTo>
                    <a:cubicBezTo>
                      <a:pt x="800111" y="4131830"/>
                      <a:pt x="784728" y="4136957"/>
                      <a:pt x="764217" y="4150631"/>
                    </a:cubicBezTo>
                    <a:cubicBezTo>
                      <a:pt x="634324" y="4230960"/>
                      <a:pt x="482211" y="4232670"/>
                      <a:pt x="340354" y="4271978"/>
                    </a:cubicBezTo>
                    <a:cubicBezTo>
                      <a:pt x="321552" y="4277106"/>
                      <a:pt x="311297" y="4266851"/>
                      <a:pt x="304464" y="4249762"/>
                    </a:cubicBezTo>
                    <a:cubicBezTo>
                      <a:pt x="258315" y="4154049"/>
                      <a:pt x="215588" y="4054919"/>
                      <a:pt x="177985" y="3955791"/>
                    </a:cubicBezTo>
                    <a:cubicBezTo>
                      <a:pt x="171148" y="3935281"/>
                      <a:pt x="176276" y="3923316"/>
                      <a:pt x="193368" y="3913061"/>
                    </a:cubicBezTo>
                    <a:cubicBezTo>
                      <a:pt x="285662" y="3851533"/>
                      <a:pt x="376247" y="3788295"/>
                      <a:pt x="471956" y="3728476"/>
                    </a:cubicBezTo>
                    <a:cubicBezTo>
                      <a:pt x="502722" y="3709675"/>
                      <a:pt x="540321" y="3701129"/>
                      <a:pt x="576214" y="3690874"/>
                    </a:cubicBezTo>
                    <a:cubicBezTo>
                      <a:pt x="598434" y="3684037"/>
                      <a:pt x="605268" y="3673782"/>
                      <a:pt x="598434" y="3649856"/>
                    </a:cubicBezTo>
                    <a:cubicBezTo>
                      <a:pt x="559122" y="3518250"/>
                      <a:pt x="531778" y="3384939"/>
                      <a:pt x="512977" y="3249918"/>
                    </a:cubicBezTo>
                    <a:cubicBezTo>
                      <a:pt x="509559" y="3227698"/>
                      <a:pt x="499303" y="3220861"/>
                      <a:pt x="477084" y="3224280"/>
                    </a:cubicBezTo>
                    <a:cubicBezTo>
                      <a:pt x="324971" y="3249918"/>
                      <a:pt x="181404" y="3191808"/>
                      <a:pt x="34418" y="3174716"/>
                    </a:cubicBezTo>
                    <a:cubicBezTo>
                      <a:pt x="15617" y="3173007"/>
                      <a:pt x="8784" y="3161042"/>
                      <a:pt x="7071" y="3142241"/>
                    </a:cubicBezTo>
                    <a:cubicBezTo>
                      <a:pt x="-3181" y="3034567"/>
                      <a:pt x="238" y="2926891"/>
                      <a:pt x="1947" y="2817508"/>
                    </a:cubicBezTo>
                    <a:cubicBezTo>
                      <a:pt x="1947" y="2796997"/>
                      <a:pt x="15617" y="2788451"/>
                      <a:pt x="34418" y="2785033"/>
                    </a:cubicBezTo>
                    <a:cubicBezTo>
                      <a:pt x="145514" y="2762813"/>
                      <a:pt x="254896" y="2740597"/>
                      <a:pt x="365992" y="2718377"/>
                    </a:cubicBezTo>
                    <a:cubicBezTo>
                      <a:pt x="398463" y="2711540"/>
                      <a:pt x="430938" y="2721795"/>
                      <a:pt x="463410" y="2725214"/>
                    </a:cubicBezTo>
                    <a:cubicBezTo>
                      <a:pt x="490757" y="2728633"/>
                      <a:pt x="504431" y="2718377"/>
                      <a:pt x="507849" y="2689321"/>
                    </a:cubicBezTo>
                    <a:cubicBezTo>
                      <a:pt x="521523" y="2561136"/>
                      <a:pt x="545449" y="2432952"/>
                      <a:pt x="577924" y="2308184"/>
                    </a:cubicBezTo>
                    <a:cubicBezTo>
                      <a:pt x="586470" y="2275712"/>
                      <a:pt x="574505" y="2260329"/>
                      <a:pt x="543739" y="2253492"/>
                    </a:cubicBezTo>
                    <a:cubicBezTo>
                      <a:pt x="398463" y="2215893"/>
                      <a:pt x="289081" y="2109925"/>
                      <a:pt x="162606" y="2039851"/>
                    </a:cubicBezTo>
                    <a:cubicBezTo>
                      <a:pt x="148929" y="2033014"/>
                      <a:pt x="148929" y="2021050"/>
                      <a:pt x="152347" y="2007376"/>
                    </a:cubicBezTo>
                    <a:cubicBezTo>
                      <a:pt x="186531" y="1903121"/>
                      <a:pt x="229258" y="1802281"/>
                      <a:pt x="273698" y="1701441"/>
                    </a:cubicBezTo>
                    <a:cubicBezTo>
                      <a:pt x="282244" y="1682643"/>
                      <a:pt x="295917" y="1679225"/>
                      <a:pt x="311297" y="1684352"/>
                    </a:cubicBezTo>
                    <a:cubicBezTo>
                      <a:pt x="454867" y="1721952"/>
                      <a:pt x="608689" y="1718533"/>
                      <a:pt x="742001" y="1798863"/>
                    </a:cubicBezTo>
                    <a:cubicBezTo>
                      <a:pt x="764217" y="1812536"/>
                      <a:pt x="774473" y="1803990"/>
                      <a:pt x="784728" y="1785189"/>
                    </a:cubicBezTo>
                    <a:cubicBezTo>
                      <a:pt x="847965" y="1667260"/>
                      <a:pt x="921458" y="1554456"/>
                      <a:pt x="1001787" y="1448491"/>
                    </a:cubicBezTo>
                    <a:cubicBezTo>
                      <a:pt x="1012043" y="1434818"/>
                      <a:pt x="1029135" y="1419435"/>
                      <a:pt x="1003497" y="1402343"/>
                    </a:cubicBezTo>
                    <a:cubicBezTo>
                      <a:pt x="906078" y="1339105"/>
                      <a:pt x="856511" y="1238269"/>
                      <a:pt x="789856" y="1149393"/>
                    </a:cubicBezTo>
                    <a:cubicBezTo>
                      <a:pt x="777891" y="1134010"/>
                      <a:pt x="769348" y="1118627"/>
                      <a:pt x="757384" y="1103245"/>
                    </a:cubicBezTo>
                    <a:cubicBezTo>
                      <a:pt x="704398" y="1028043"/>
                      <a:pt x="702689" y="1026333"/>
                      <a:pt x="764217" y="961387"/>
                    </a:cubicBezTo>
                    <a:cubicBezTo>
                      <a:pt x="822331" y="899859"/>
                      <a:pt x="882150" y="841749"/>
                      <a:pt x="940259" y="781930"/>
                    </a:cubicBezTo>
                    <a:cubicBezTo>
                      <a:pt x="959061" y="763129"/>
                      <a:pt x="974443" y="761419"/>
                      <a:pt x="994951" y="776802"/>
                    </a:cubicBezTo>
                    <a:cubicBezTo>
                      <a:pt x="1083826" y="836621"/>
                      <a:pt x="1172702" y="894731"/>
                      <a:pt x="1261577" y="954550"/>
                    </a:cubicBezTo>
                    <a:cubicBezTo>
                      <a:pt x="1292340" y="975061"/>
                      <a:pt x="1312850" y="1004117"/>
                      <a:pt x="1335070" y="1031461"/>
                    </a:cubicBezTo>
                    <a:cubicBezTo>
                      <a:pt x="1353871" y="1057099"/>
                      <a:pt x="1370960" y="1062227"/>
                      <a:pt x="1398307" y="1040007"/>
                    </a:cubicBezTo>
                    <a:cubicBezTo>
                      <a:pt x="1499147" y="956259"/>
                      <a:pt x="1608530" y="882767"/>
                      <a:pt x="1721335" y="817820"/>
                    </a:cubicBezTo>
                    <a:cubicBezTo>
                      <a:pt x="1738423" y="807565"/>
                      <a:pt x="1753806" y="797310"/>
                      <a:pt x="1738423" y="775093"/>
                    </a:cubicBezTo>
                    <a:cubicBezTo>
                      <a:pt x="1664931" y="669125"/>
                      <a:pt x="1659806" y="542651"/>
                      <a:pt x="1630750" y="423009"/>
                    </a:cubicBezTo>
                    <a:cubicBezTo>
                      <a:pt x="1605112" y="318754"/>
                      <a:pt x="1608530" y="320464"/>
                      <a:pt x="1704242" y="272606"/>
                    </a:cubicBezTo>
                    <a:cubicBezTo>
                      <a:pt x="1772607" y="238425"/>
                      <a:pt x="1846100" y="212787"/>
                      <a:pt x="1916174" y="183733"/>
                    </a:cubicBezTo>
                    <a:cubicBezTo>
                      <a:pt x="1941812" y="173478"/>
                      <a:pt x="1957195" y="175187"/>
                      <a:pt x="1972575" y="199113"/>
                    </a:cubicBezTo>
                    <a:cubicBezTo>
                      <a:pt x="2030688" y="287989"/>
                      <a:pt x="2088798" y="375155"/>
                      <a:pt x="2148617" y="462321"/>
                    </a:cubicBezTo>
                    <a:cubicBezTo>
                      <a:pt x="2170836" y="494793"/>
                      <a:pt x="2177673" y="532395"/>
                      <a:pt x="2189638" y="569995"/>
                    </a:cubicBezTo>
                    <a:cubicBezTo>
                      <a:pt x="2198180" y="597342"/>
                      <a:pt x="2210145" y="605888"/>
                      <a:pt x="2237492" y="597342"/>
                    </a:cubicBezTo>
                    <a:cubicBezTo>
                      <a:pt x="2363967" y="559743"/>
                      <a:pt x="2493861" y="532395"/>
                      <a:pt x="2625466" y="515303"/>
                    </a:cubicBezTo>
                    <a:cubicBezTo>
                      <a:pt x="2651101" y="511885"/>
                      <a:pt x="2659647" y="501630"/>
                      <a:pt x="2656228" y="475995"/>
                    </a:cubicBezTo>
                    <a:cubicBezTo>
                      <a:pt x="2634012" y="325591"/>
                      <a:pt x="2688703" y="183733"/>
                      <a:pt x="2705795" y="36748"/>
                    </a:cubicBezTo>
                    <a:cubicBezTo>
                      <a:pt x="2707505" y="19656"/>
                      <a:pt x="2717760" y="9401"/>
                      <a:pt x="2736558" y="7692"/>
                    </a:cubicBezTo>
                    <a:cubicBezTo>
                      <a:pt x="2791251" y="1709"/>
                      <a:pt x="2845943" y="0"/>
                      <a:pt x="290063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D7D1009-0F39-4A7A-95B2-2B67C9CB6E10}"/>
                  </a:ext>
                </a:extLst>
              </p:cNvPr>
              <p:cNvSpPr/>
              <p:nvPr/>
            </p:nvSpPr>
            <p:spPr>
              <a:xfrm flipH="1">
                <a:off x="1635010" y="971550"/>
                <a:ext cx="5965940" cy="2951634"/>
              </a:xfrm>
              <a:custGeom>
                <a:avLst/>
                <a:gdLst>
                  <a:gd name="connsiteX0" fmla="*/ 5965877 w 5965940"/>
                  <a:gd name="connsiteY0" fmla="*/ 2951052 h 2951634"/>
                  <a:gd name="connsiteX1" fmla="*/ 5965874 w 5965940"/>
                  <a:gd name="connsiteY1" fmla="*/ 2951052 h 2951634"/>
                  <a:gd name="connsiteX2" fmla="*/ 5965877 w 5965940"/>
                  <a:gd name="connsiteY2" fmla="*/ 2951634 h 2951634"/>
                  <a:gd name="connsiteX3" fmla="*/ 2224803 w 5965940"/>
                  <a:gd name="connsiteY3" fmla="*/ 1672633 h 2951634"/>
                  <a:gd name="connsiteX4" fmla="*/ 2252320 w 5965940"/>
                  <a:gd name="connsiteY4" fmla="*/ 1702545 h 2951634"/>
                  <a:gd name="connsiteX5" fmla="*/ 2252320 w 5965940"/>
                  <a:gd name="connsiteY5" fmla="*/ 1866318 h 2951634"/>
                  <a:gd name="connsiteX6" fmla="*/ 2193129 w 5965940"/>
                  <a:gd name="connsiteY6" fmla="*/ 1866318 h 2951634"/>
                  <a:gd name="connsiteX7" fmla="*/ 2193695 w 5965940"/>
                  <a:gd name="connsiteY7" fmla="*/ 1701348 h 2951634"/>
                  <a:gd name="connsiteX8" fmla="*/ 2224803 w 5965940"/>
                  <a:gd name="connsiteY8" fmla="*/ 1672633 h 2951634"/>
                  <a:gd name="connsiteX9" fmla="*/ 2547842 w 5965940"/>
                  <a:gd name="connsiteY9" fmla="*/ 1574524 h 2951634"/>
                  <a:gd name="connsiteX10" fmla="*/ 2572969 w 5965940"/>
                  <a:gd name="connsiteY10" fmla="*/ 1600847 h 2951634"/>
                  <a:gd name="connsiteX11" fmla="*/ 2572969 w 5965940"/>
                  <a:gd name="connsiteY11" fmla="*/ 1671436 h 2951634"/>
                  <a:gd name="connsiteX12" fmla="*/ 2574165 w 5965940"/>
                  <a:gd name="connsiteY12" fmla="*/ 1671436 h 2951634"/>
                  <a:gd name="connsiteX13" fmla="*/ 2574165 w 5965940"/>
                  <a:gd name="connsiteY13" fmla="*/ 1738437 h 2951634"/>
                  <a:gd name="connsiteX14" fmla="*/ 2614844 w 5965940"/>
                  <a:gd name="connsiteY14" fmla="*/ 1777919 h 2951634"/>
                  <a:gd name="connsiteX15" fmla="*/ 2700989 w 5965940"/>
                  <a:gd name="connsiteY15" fmla="*/ 1777919 h 2951634"/>
                  <a:gd name="connsiteX16" fmla="*/ 2727310 w 5965940"/>
                  <a:gd name="connsiteY16" fmla="*/ 1801849 h 2951634"/>
                  <a:gd name="connsiteX17" fmla="*/ 2691417 w 5965940"/>
                  <a:gd name="connsiteY17" fmla="*/ 1856885 h 2951634"/>
                  <a:gd name="connsiteX18" fmla="*/ 2680232 w 5965940"/>
                  <a:gd name="connsiteY18" fmla="*/ 1866318 h 2951634"/>
                  <a:gd name="connsiteX19" fmla="*/ 2525808 w 5965940"/>
                  <a:gd name="connsiteY19" fmla="*/ 1866318 h 2951634"/>
                  <a:gd name="connsiteX20" fmla="*/ 2525112 w 5965940"/>
                  <a:gd name="connsiteY20" fmla="*/ 1599648 h 2951634"/>
                  <a:gd name="connsiteX21" fmla="*/ 2547842 w 5965940"/>
                  <a:gd name="connsiteY21" fmla="*/ 1574524 h 2951634"/>
                  <a:gd name="connsiteX22" fmla="*/ 2607665 w 5965940"/>
                  <a:gd name="connsiteY22" fmla="*/ 1231144 h 2951634"/>
                  <a:gd name="connsiteX23" fmla="*/ 2639969 w 5965940"/>
                  <a:gd name="connsiteY23" fmla="*/ 1264645 h 2951634"/>
                  <a:gd name="connsiteX24" fmla="*/ 2639969 w 5965940"/>
                  <a:gd name="connsiteY24" fmla="*/ 1429754 h 2951634"/>
                  <a:gd name="connsiteX25" fmla="*/ 2641166 w 5965940"/>
                  <a:gd name="connsiteY25" fmla="*/ 1429754 h 2951634"/>
                  <a:gd name="connsiteX26" fmla="*/ 2641166 w 5965940"/>
                  <a:gd name="connsiteY26" fmla="*/ 1592472 h 2951634"/>
                  <a:gd name="connsiteX27" fmla="*/ 2690220 w 5965940"/>
                  <a:gd name="connsiteY27" fmla="*/ 1642722 h 2951634"/>
                  <a:gd name="connsiteX28" fmla="*/ 2727310 w 5965940"/>
                  <a:gd name="connsiteY28" fmla="*/ 1706132 h 2951634"/>
                  <a:gd name="connsiteX29" fmla="*/ 2684237 w 5965940"/>
                  <a:gd name="connsiteY29" fmla="*/ 1731258 h 2951634"/>
                  <a:gd name="connsiteX30" fmla="*/ 2674666 w 5965940"/>
                  <a:gd name="connsiteY30" fmla="*/ 1730063 h 2951634"/>
                  <a:gd name="connsiteX31" fmla="*/ 2619628 w 5965940"/>
                  <a:gd name="connsiteY31" fmla="*/ 1670240 h 2951634"/>
                  <a:gd name="connsiteX32" fmla="*/ 2620827 w 5965940"/>
                  <a:gd name="connsiteY32" fmla="*/ 1556577 h 2951634"/>
                  <a:gd name="connsiteX33" fmla="*/ 2599290 w 5965940"/>
                  <a:gd name="connsiteY33" fmla="*/ 1531453 h 2951634"/>
                  <a:gd name="connsiteX34" fmla="*/ 2583736 w 5965940"/>
                  <a:gd name="connsiteY34" fmla="*/ 1530255 h 2951634"/>
                  <a:gd name="connsiteX35" fmla="*/ 2526306 w 5965940"/>
                  <a:gd name="connsiteY35" fmla="*/ 1468040 h 2951634"/>
                  <a:gd name="connsiteX36" fmla="*/ 2432984 w 5965940"/>
                  <a:gd name="connsiteY36" fmla="*/ 1308912 h 2951634"/>
                  <a:gd name="connsiteX37" fmla="*/ 2417431 w 5965940"/>
                  <a:gd name="connsiteY37" fmla="*/ 1246697 h 2951634"/>
                  <a:gd name="connsiteX38" fmla="*/ 2448538 w 5965940"/>
                  <a:gd name="connsiteY38" fmla="*/ 1231144 h 2951634"/>
                  <a:gd name="connsiteX39" fmla="*/ 2607665 w 5965940"/>
                  <a:gd name="connsiteY39" fmla="*/ 1231144 h 2951634"/>
                  <a:gd name="connsiteX40" fmla="*/ 1542988 w 5965940"/>
                  <a:gd name="connsiteY40" fmla="*/ 1125838 h 2951634"/>
                  <a:gd name="connsiteX41" fmla="*/ 1542988 w 5965940"/>
                  <a:gd name="connsiteY41" fmla="*/ 1264073 h 2951634"/>
                  <a:gd name="connsiteX42" fmla="*/ 1489378 w 5965940"/>
                  <a:gd name="connsiteY42" fmla="*/ 1274897 h 2951634"/>
                  <a:gd name="connsiteX43" fmla="*/ 1383569 w 5965940"/>
                  <a:gd name="connsiteY43" fmla="*/ 1434522 h 2951634"/>
                  <a:gd name="connsiteX44" fmla="*/ 1383569 w 5965940"/>
                  <a:gd name="connsiteY44" fmla="*/ 1866318 h 2951634"/>
                  <a:gd name="connsiteX45" fmla="*/ 1323073 w 5965940"/>
                  <a:gd name="connsiteY45" fmla="*/ 1866318 h 2951634"/>
                  <a:gd name="connsiteX46" fmla="*/ 1323073 w 5965940"/>
                  <a:gd name="connsiteY46" fmla="*/ 1125838 h 2951634"/>
                  <a:gd name="connsiteX47" fmla="*/ 2002911 w 5965940"/>
                  <a:gd name="connsiteY47" fmla="*/ 1125838 h 2951634"/>
                  <a:gd name="connsiteX48" fmla="*/ 2002911 w 5965940"/>
                  <a:gd name="connsiteY48" fmla="*/ 1263591 h 2951634"/>
                  <a:gd name="connsiteX49" fmla="*/ 1947459 w 5965940"/>
                  <a:gd name="connsiteY49" fmla="*/ 1274786 h 2951634"/>
                  <a:gd name="connsiteX50" fmla="*/ 1841653 w 5965940"/>
                  <a:gd name="connsiteY50" fmla="*/ 1434414 h 2951634"/>
                  <a:gd name="connsiteX51" fmla="*/ 1841653 w 5965940"/>
                  <a:gd name="connsiteY51" fmla="*/ 1866318 h 2951634"/>
                  <a:gd name="connsiteX52" fmla="*/ 1730051 w 5965940"/>
                  <a:gd name="connsiteY52" fmla="*/ 1866318 h 2951634"/>
                  <a:gd name="connsiteX53" fmla="*/ 1730052 w 5965940"/>
                  <a:gd name="connsiteY53" fmla="*/ 1434522 h 2951634"/>
                  <a:gd name="connsiteX54" fmla="*/ 1730051 w 5965940"/>
                  <a:gd name="connsiteY54" fmla="*/ 1434519 h 2951634"/>
                  <a:gd name="connsiteX55" fmla="*/ 1730051 w 5965940"/>
                  <a:gd name="connsiteY55" fmla="*/ 1420568 h 2951634"/>
                  <a:gd name="connsiteX56" fmla="*/ 1727234 w 5965940"/>
                  <a:gd name="connsiteY56" fmla="*/ 1420568 h 2951634"/>
                  <a:gd name="connsiteX57" fmla="*/ 1716437 w 5965940"/>
                  <a:gd name="connsiteY57" fmla="*/ 1367090 h 2951634"/>
                  <a:gd name="connsiteX58" fmla="*/ 1608327 w 5965940"/>
                  <a:gd name="connsiteY58" fmla="*/ 1269071 h 2951634"/>
                  <a:gd name="connsiteX59" fmla="*/ 1586325 w 5965940"/>
                  <a:gd name="connsiteY59" fmla="*/ 1265744 h 2951634"/>
                  <a:gd name="connsiteX60" fmla="*/ 1586325 w 5965940"/>
                  <a:gd name="connsiteY60" fmla="*/ 1125838 h 2951634"/>
                  <a:gd name="connsiteX61" fmla="*/ 3907006 w 5965940"/>
                  <a:gd name="connsiteY61" fmla="*/ 0 h 2951634"/>
                  <a:gd name="connsiteX62" fmla="*/ 3732325 w 5965940"/>
                  <a:gd name="connsiteY62" fmla="*/ 0 h 2951634"/>
                  <a:gd name="connsiteX63" fmla="*/ 3654557 w 5965940"/>
                  <a:gd name="connsiteY63" fmla="*/ 1648703 h 2951634"/>
                  <a:gd name="connsiteX64" fmla="*/ 3552858 w 5965940"/>
                  <a:gd name="connsiteY64" fmla="*/ 1652295 h 2951634"/>
                  <a:gd name="connsiteX65" fmla="*/ 3472697 w 5965940"/>
                  <a:gd name="connsiteY65" fmla="*/ 338595 h 2951634"/>
                  <a:gd name="connsiteX66" fmla="*/ 3294425 w 5965940"/>
                  <a:gd name="connsiteY66" fmla="*/ 338595 h 2951634"/>
                  <a:gd name="connsiteX67" fmla="*/ 3217853 w 5965940"/>
                  <a:gd name="connsiteY67" fmla="*/ 1658274 h 2951634"/>
                  <a:gd name="connsiteX68" fmla="*/ 3071887 w 5965940"/>
                  <a:gd name="connsiteY68" fmla="*/ 1665454 h 2951634"/>
                  <a:gd name="connsiteX69" fmla="*/ 3071887 w 5965940"/>
                  <a:gd name="connsiteY69" fmla="*/ 1448897 h 2951634"/>
                  <a:gd name="connsiteX70" fmla="*/ 2998904 w 5965940"/>
                  <a:gd name="connsiteY70" fmla="*/ 1319681 h 2951634"/>
                  <a:gd name="connsiteX71" fmla="*/ 2979760 w 5965940"/>
                  <a:gd name="connsiteY71" fmla="*/ 1301735 h 2951634"/>
                  <a:gd name="connsiteX72" fmla="*/ 2896009 w 5965940"/>
                  <a:gd name="connsiteY72" fmla="*/ 1293360 h 2951634"/>
                  <a:gd name="connsiteX73" fmla="*/ 2854133 w 5965940"/>
                  <a:gd name="connsiteY73" fmla="*/ 1331645 h 2951634"/>
                  <a:gd name="connsiteX74" fmla="*/ 2800293 w 5965940"/>
                  <a:gd name="connsiteY74" fmla="*/ 1433343 h 2951634"/>
                  <a:gd name="connsiteX75" fmla="*/ 2762007 w 5965940"/>
                  <a:gd name="connsiteY75" fmla="*/ 1468040 h 2951634"/>
                  <a:gd name="connsiteX76" fmla="*/ 2726114 w 5965940"/>
                  <a:gd name="connsiteY76" fmla="*/ 1503935 h 2951634"/>
                  <a:gd name="connsiteX77" fmla="*/ 2726114 w 5965940"/>
                  <a:gd name="connsiteY77" fmla="*/ 1562559 h 2951634"/>
                  <a:gd name="connsiteX78" fmla="*/ 2715346 w 5965940"/>
                  <a:gd name="connsiteY78" fmla="*/ 1581703 h 2951634"/>
                  <a:gd name="connsiteX79" fmla="*/ 2702184 w 5965940"/>
                  <a:gd name="connsiteY79" fmla="*/ 1561362 h 2951634"/>
                  <a:gd name="connsiteX80" fmla="*/ 2698595 w 5965940"/>
                  <a:gd name="connsiteY80" fmla="*/ 1466843 h 2951634"/>
                  <a:gd name="connsiteX81" fmla="*/ 2698595 w 5965940"/>
                  <a:gd name="connsiteY81" fmla="*/ 1215590 h 2951634"/>
                  <a:gd name="connsiteX82" fmla="*/ 2661505 w 5965940"/>
                  <a:gd name="connsiteY82" fmla="*/ 1173716 h 2951634"/>
                  <a:gd name="connsiteX83" fmla="*/ 2388716 w 5965940"/>
                  <a:gd name="connsiteY83" fmla="*/ 1173716 h 2951634"/>
                  <a:gd name="connsiteX84" fmla="*/ 2356411 w 5965940"/>
                  <a:gd name="connsiteY84" fmla="*/ 1208411 h 2951634"/>
                  <a:gd name="connsiteX85" fmla="*/ 2357608 w 5965940"/>
                  <a:gd name="connsiteY85" fmla="*/ 1273020 h 2951634"/>
                  <a:gd name="connsiteX86" fmla="*/ 2328893 w 5965940"/>
                  <a:gd name="connsiteY86" fmla="*/ 1319681 h 2951634"/>
                  <a:gd name="connsiteX87" fmla="*/ 2253518 w 5965940"/>
                  <a:gd name="connsiteY87" fmla="*/ 1439325 h 2951634"/>
                  <a:gd name="connsiteX88" fmla="*/ 2253518 w 5965940"/>
                  <a:gd name="connsiteY88" fmla="*/ 1555380 h 2951634"/>
                  <a:gd name="connsiteX89" fmla="*/ 2192497 w 5965940"/>
                  <a:gd name="connsiteY89" fmla="*/ 1615203 h 2951634"/>
                  <a:gd name="connsiteX90" fmla="*/ 2188133 w 5965940"/>
                  <a:gd name="connsiteY90" fmla="*/ 1615952 h 2951634"/>
                  <a:gd name="connsiteX91" fmla="*/ 2188133 w 5965940"/>
                  <a:gd name="connsiteY91" fmla="*/ 1434414 h 2951634"/>
                  <a:gd name="connsiteX92" fmla="*/ 2188133 w 5965940"/>
                  <a:gd name="connsiteY92" fmla="*/ 1434408 h 2951634"/>
                  <a:gd name="connsiteX93" fmla="*/ 2188133 w 5965940"/>
                  <a:gd name="connsiteY93" fmla="*/ 1420459 h 2951634"/>
                  <a:gd name="connsiteX94" fmla="*/ 2186024 w 5965940"/>
                  <a:gd name="connsiteY94" fmla="*/ 1420459 h 2951634"/>
                  <a:gd name="connsiteX95" fmla="*/ 2180346 w 5965940"/>
                  <a:gd name="connsiteY95" fmla="*/ 1382898 h 2951634"/>
                  <a:gd name="connsiteX96" fmla="*/ 2082327 w 5965940"/>
                  <a:gd name="connsiteY96" fmla="*/ 1274786 h 2951634"/>
                  <a:gd name="connsiteX97" fmla="*/ 2046247 w 5965940"/>
                  <a:gd name="connsiteY97" fmla="*/ 1267503 h 2951634"/>
                  <a:gd name="connsiteX98" fmla="*/ 2046247 w 5965940"/>
                  <a:gd name="connsiteY98" fmla="*/ 1060383 h 2951634"/>
                  <a:gd name="connsiteX99" fmla="*/ 2002911 w 5965940"/>
                  <a:gd name="connsiteY99" fmla="*/ 1060383 h 2951634"/>
                  <a:gd name="connsiteX100" fmla="*/ 2002911 w 5965940"/>
                  <a:gd name="connsiteY100" fmla="*/ 1060832 h 2951634"/>
                  <a:gd name="connsiteX101" fmla="*/ 1323073 w 5965940"/>
                  <a:gd name="connsiteY101" fmla="*/ 1060832 h 2951634"/>
                  <a:gd name="connsiteX102" fmla="*/ 1323073 w 5965940"/>
                  <a:gd name="connsiteY102" fmla="*/ 974326 h 2951634"/>
                  <a:gd name="connsiteX103" fmla="*/ 1323073 w 5965940"/>
                  <a:gd name="connsiteY103" fmla="*/ 938000 h 2951634"/>
                  <a:gd name="connsiteX104" fmla="*/ 1323073 w 5965940"/>
                  <a:gd name="connsiteY104" fmla="*/ 937995 h 2951634"/>
                  <a:gd name="connsiteX105" fmla="*/ 1323073 w 5965940"/>
                  <a:gd name="connsiteY105" fmla="*/ 781004 h 2951634"/>
                  <a:gd name="connsiteX106" fmla="*/ 1323073 w 5965940"/>
                  <a:gd name="connsiteY106" fmla="*/ 781003 h 2951634"/>
                  <a:gd name="connsiteX107" fmla="*/ 1217309 w 5965940"/>
                  <a:gd name="connsiteY107" fmla="*/ 781003 h 2951634"/>
                  <a:gd name="connsiteX108" fmla="*/ 1217309 w 5965940"/>
                  <a:gd name="connsiteY108" fmla="*/ 781004 h 2951634"/>
                  <a:gd name="connsiteX109" fmla="*/ 1121686 w 5965940"/>
                  <a:gd name="connsiteY109" fmla="*/ 781004 h 2951634"/>
                  <a:gd name="connsiteX110" fmla="*/ 1121686 w 5965940"/>
                  <a:gd name="connsiteY110" fmla="*/ 938000 h 2951634"/>
                  <a:gd name="connsiteX111" fmla="*/ 1121686 w 5965940"/>
                  <a:gd name="connsiteY111" fmla="*/ 974326 h 2951634"/>
                  <a:gd name="connsiteX112" fmla="*/ 1121686 w 5965940"/>
                  <a:gd name="connsiteY112" fmla="*/ 1866318 h 2951634"/>
                  <a:gd name="connsiteX113" fmla="*/ 1025040 w 5965940"/>
                  <a:gd name="connsiteY113" fmla="*/ 1866318 h 2951634"/>
                  <a:gd name="connsiteX114" fmla="*/ 1025040 w 5965940"/>
                  <a:gd name="connsiteY114" fmla="*/ 1777911 h 2951634"/>
                  <a:gd name="connsiteX115" fmla="*/ 1025040 w 5965940"/>
                  <a:gd name="connsiteY115" fmla="*/ 1776407 h 2951634"/>
                  <a:gd name="connsiteX116" fmla="*/ 904032 w 5965940"/>
                  <a:gd name="connsiteY116" fmla="*/ 1776407 h 2951634"/>
                  <a:gd name="connsiteX117" fmla="*/ 904032 w 5965940"/>
                  <a:gd name="connsiteY117" fmla="*/ 1132629 h 2951634"/>
                  <a:gd name="connsiteX118" fmla="*/ 904032 w 5965940"/>
                  <a:gd name="connsiteY118" fmla="*/ 1132626 h 2951634"/>
                  <a:gd name="connsiteX119" fmla="*/ 904031 w 5965940"/>
                  <a:gd name="connsiteY119" fmla="*/ 1132626 h 2951634"/>
                  <a:gd name="connsiteX120" fmla="*/ 904031 w 5965940"/>
                  <a:gd name="connsiteY120" fmla="*/ 974323 h 2951634"/>
                  <a:gd name="connsiteX121" fmla="*/ 904030 w 5965940"/>
                  <a:gd name="connsiteY121" fmla="*/ 974323 h 2951634"/>
                  <a:gd name="connsiteX122" fmla="*/ 752351 w 5965940"/>
                  <a:gd name="connsiteY122" fmla="*/ 974323 h 2951634"/>
                  <a:gd name="connsiteX123" fmla="*/ 600673 w 5965940"/>
                  <a:gd name="connsiteY123" fmla="*/ 974323 h 2951634"/>
                  <a:gd name="connsiteX124" fmla="*/ 600673 w 5965940"/>
                  <a:gd name="connsiteY124" fmla="*/ 1147341 h 2951634"/>
                  <a:gd name="connsiteX125" fmla="*/ 600674 w 5965940"/>
                  <a:gd name="connsiteY125" fmla="*/ 1147341 h 2951634"/>
                  <a:gd name="connsiteX126" fmla="*/ 600674 w 5965940"/>
                  <a:gd name="connsiteY126" fmla="*/ 1778187 h 2951634"/>
                  <a:gd name="connsiteX127" fmla="*/ 505978 w 5965940"/>
                  <a:gd name="connsiteY127" fmla="*/ 1778187 h 2951634"/>
                  <a:gd name="connsiteX128" fmla="*/ 505978 w 5965940"/>
                  <a:gd name="connsiteY128" fmla="*/ 1775522 h 2951634"/>
                  <a:gd name="connsiteX129" fmla="*/ 505978 w 5965940"/>
                  <a:gd name="connsiteY129" fmla="*/ 1450932 h 2951634"/>
                  <a:gd name="connsiteX130" fmla="*/ 0 w 5965940"/>
                  <a:gd name="connsiteY130" fmla="*/ 1750841 h 2951634"/>
                  <a:gd name="connsiteX131" fmla="*/ 0 w 5965940"/>
                  <a:gd name="connsiteY131" fmla="*/ 2951634 h 2951634"/>
                  <a:gd name="connsiteX132" fmla="*/ 505978 w 5965940"/>
                  <a:gd name="connsiteY132" fmla="*/ 2951634 h 2951634"/>
                  <a:gd name="connsiteX133" fmla="*/ 1339431 w 5965940"/>
                  <a:gd name="connsiteY133" fmla="*/ 2951634 h 2951634"/>
                  <a:gd name="connsiteX134" fmla="*/ 3384619 w 5965940"/>
                  <a:gd name="connsiteY134" fmla="*/ 2951634 h 2951634"/>
                  <a:gd name="connsiteX135" fmla="*/ 4172617 w 5965940"/>
                  <a:gd name="connsiteY135" fmla="*/ 2951634 h 2951634"/>
                  <a:gd name="connsiteX136" fmla="*/ 4172620 w 5965940"/>
                  <a:gd name="connsiteY136" fmla="*/ 2951052 h 2951634"/>
                  <a:gd name="connsiteX137" fmla="*/ 5965874 w 5965940"/>
                  <a:gd name="connsiteY137" fmla="*/ 2951052 h 2951634"/>
                  <a:gd name="connsiteX138" fmla="*/ 5965208 w 5965940"/>
                  <a:gd name="connsiteY138" fmla="*/ 2865948 h 2951634"/>
                  <a:gd name="connsiteX139" fmla="*/ 5965877 w 5965940"/>
                  <a:gd name="connsiteY139" fmla="*/ 2857204 h 2951634"/>
                  <a:gd name="connsiteX140" fmla="*/ 5965877 w 5965940"/>
                  <a:gd name="connsiteY140" fmla="*/ 2309858 h 2951634"/>
                  <a:gd name="connsiteX141" fmla="*/ 5965877 w 5965940"/>
                  <a:gd name="connsiteY141" fmla="*/ 2302863 h 2951634"/>
                  <a:gd name="connsiteX142" fmla="*/ 5953806 w 5965940"/>
                  <a:gd name="connsiteY142" fmla="*/ 2292370 h 2951634"/>
                  <a:gd name="connsiteX143" fmla="*/ 5924966 w 5965940"/>
                  <a:gd name="connsiteY143" fmla="*/ 2291786 h 2951634"/>
                  <a:gd name="connsiteX144" fmla="*/ 5924295 w 5965940"/>
                  <a:gd name="connsiteY144" fmla="*/ 2167629 h 2951634"/>
                  <a:gd name="connsiteX145" fmla="*/ 5890762 w 5965940"/>
                  <a:gd name="connsiteY145" fmla="*/ 2132072 h 2951634"/>
                  <a:gd name="connsiteX146" fmla="*/ 5879361 w 5965940"/>
                  <a:gd name="connsiteY146" fmla="*/ 2127993 h 2951634"/>
                  <a:gd name="connsiteX147" fmla="*/ 5849180 w 5965940"/>
                  <a:gd name="connsiteY147" fmla="*/ 2055714 h 2951634"/>
                  <a:gd name="connsiteX148" fmla="*/ 5363604 w 5965940"/>
                  <a:gd name="connsiteY148" fmla="*/ 1753185 h 2951634"/>
                  <a:gd name="connsiteX149" fmla="*/ 5137584 w 5965940"/>
                  <a:gd name="connsiteY149" fmla="*/ 1770090 h 2951634"/>
                  <a:gd name="connsiteX150" fmla="*/ 5126181 w 5965940"/>
                  <a:gd name="connsiteY150" fmla="*/ 1763096 h 2951634"/>
                  <a:gd name="connsiteX151" fmla="*/ 5126181 w 5965940"/>
                  <a:gd name="connsiteY151" fmla="*/ 1746774 h 2951634"/>
                  <a:gd name="connsiteX152" fmla="*/ 5126181 w 5965940"/>
                  <a:gd name="connsiteY152" fmla="*/ 1209917 h 2951634"/>
                  <a:gd name="connsiteX153" fmla="*/ 4964547 w 5965940"/>
                  <a:gd name="connsiteY153" fmla="*/ 1075267 h 2951634"/>
                  <a:gd name="connsiteX154" fmla="*/ 4935706 w 5965940"/>
                  <a:gd name="connsiteY154" fmla="*/ 1075848 h 2951634"/>
                  <a:gd name="connsiteX155" fmla="*/ 4798887 w 5965940"/>
                  <a:gd name="connsiteY155" fmla="*/ 1216330 h 2951634"/>
                  <a:gd name="connsiteX156" fmla="*/ 4798887 w 5965940"/>
                  <a:gd name="connsiteY156" fmla="*/ 1364968 h 2951634"/>
                  <a:gd name="connsiteX157" fmla="*/ 4798887 w 5965940"/>
                  <a:gd name="connsiteY157" fmla="*/ 1968276 h 2951634"/>
                  <a:gd name="connsiteX158" fmla="*/ 4788156 w 5965940"/>
                  <a:gd name="connsiteY158" fmla="*/ 2002086 h 2951634"/>
                  <a:gd name="connsiteX159" fmla="*/ 4745232 w 5965940"/>
                  <a:gd name="connsiteY159" fmla="*/ 2077280 h 2951634"/>
                  <a:gd name="connsiteX160" fmla="*/ 4738526 w 5965940"/>
                  <a:gd name="connsiteY160" fmla="*/ 2056877 h 2951634"/>
                  <a:gd name="connsiteX161" fmla="*/ 4738526 w 5965940"/>
                  <a:gd name="connsiteY161" fmla="*/ 1648846 h 2951634"/>
                  <a:gd name="connsiteX162" fmla="*/ 4738526 w 5965940"/>
                  <a:gd name="connsiteY162" fmla="*/ 1210501 h 2951634"/>
                  <a:gd name="connsiteX163" fmla="*/ 4576891 w 5965940"/>
                  <a:gd name="connsiteY163" fmla="*/ 1075848 h 2951634"/>
                  <a:gd name="connsiteX164" fmla="*/ 4411904 w 5965940"/>
                  <a:gd name="connsiteY164" fmla="*/ 1200591 h 2951634"/>
                  <a:gd name="connsiteX165" fmla="*/ 4410563 w 5965940"/>
                  <a:gd name="connsiteY165" fmla="*/ 1211083 h 2951634"/>
                  <a:gd name="connsiteX166" fmla="*/ 4410563 w 5965940"/>
                  <a:gd name="connsiteY166" fmla="*/ 1786995 h 2951634"/>
                  <a:gd name="connsiteX167" fmla="*/ 4411231 w 5965940"/>
                  <a:gd name="connsiteY167" fmla="*/ 1787577 h 2951634"/>
                  <a:gd name="connsiteX168" fmla="*/ 4408550 w 5965940"/>
                  <a:gd name="connsiteY168" fmla="*/ 1787577 h 2951634"/>
                  <a:gd name="connsiteX169" fmla="*/ 4409220 w 5965940"/>
                  <a:gd name="connsiteY169" fmla="*/ 1762513 h 2951634"/>
                  <a:gd name="connsiteX170" fmla="*/ 4409220 w 5965940"/>
                  <a:gd name="connsiteY170" fmla="*/ 1225656 h 2951634"/>
                  <a:gd name="connsiteX171" fmla="*/ 4408550 w 5965940"/>
                  <a:gd name="connsiteY171" fmla="*/ 1200591 h 2951634"/>
                  <a:gd name="connsiteX172" fmla="*/ 4405197 w 5965940"/>
                  <a:gd name="connsiteY172" fmla="*/ 1221575 h 2951634"/>
                  <a:gd name="connsiteX173" fmla="*/ 4405197 w 5965940"/>
                  <a:gd name="connsiteY173" fmla="*/ 1423843 h 2951634"/>
                  <a:gd name="connsiteX174" fmla="*/ 4405197 w 5965940"/>
                  <a:gd name="connsiteY174" fmla="*/ 1767758 h 2951634"/>
                  <a:gd name="connsiteX175" fmla="*/ 4387758 w 5965940"/>
                  <a:gd name="connsiteY175" fmla="*/ 1785246 h 2951634"/>
                  <a:gd name="connsiteX176" fmla="*/ 4176908 w 5965940"/>
                  <a:gd name="connsiteY176" fmla="*/ 1785246 h 2951634"/>
                  <a:gd name="connsiteX177" fmla="*/ 4177402 w 5965940"/>
                  <a:gd name="connsiteY177" fmla="*/ 1651098 h 2951634"/>
                  <a:gd name="connsiteX178" fmla="*/ 3987168 w 5965940"/>
                  <a:gd name="connsiteY178" fmla="*/ 1647507 h 2951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5965940" h="2951634">
                    <a:moveTo>
                      <a:pt x="5965877" y="2951052"/>
                    </a:moveTo>
                    <a:lnTo>
                      <a:pt x="5965874" y="2951052"/>
                    </a:lnTo>
                    <a:lnTo>
                      <a:pt x="5965877" y="2951634"/>
                    </a:lnTo>
                    <a:close/>
                    <a:moveTo>
                      <a:pt x="2224803" y="1672633"/>
                    </a:moveTo>
                    <a:cubicBezTo>
                      <a:pt x="2247536" y="1672633"/>
                      <a:pt x="2252320" y="1682204"/>
                      <a:pt x="2252320" y="1702545"/>
                    </a:cubicBezTo>
                    <a:lnTo>
                      <a:pt x="2252320" y="1866318"/>
                    </a:lnTo>
                    <a:lnTo>
                      <a:pt x="2193129" y="1866318"/>
                    </a:lnTo>
                    <a:lnTo>
                      <a:pt x="2193695" y="1701348"/>
                    </a:lnTo>
                    <a:cubicBezTo>
                      <a:pt x="2193695" y="1677417"/>
                      <a:pt x="2204464" y="1672633"/>
                      <a:pt x="2224803" y="1672633"/>
                    </a:cubicBezTo>
                    <a:close/>
                    <a:moveTo>
                      <a:pt x="2547842" y="1574524"/>
                    </a:moveTo>
                    <a:cubicBezTo>
                      <a:pt x="2566986" y="1574524"/>
                      <a:pt x="2572969" y="1582900"/>
                      <a:pt x="2572969" y="1600847"/>
                    </a:cubicBezTo>
                    <a:cubicBezTo>
                      <a:pt x="2572969" y="1624774"/>
                      <a:pt x="2572969" y="1647507"/>
                      <a:pt x="2572969" y="1671436"/>
                    </a:cubicBezTo>
                    <a:cubicBezTo>
                      <a:pt x="2572969" y="1671436"/>
                      <a:pt x="2572969" y="1671436"/>
                      <a:pt x="2574165" y="1671436"/>
                    </a:cubicBezTo>
                    <a:cubicBezTo>
                      <a:pt x="2574165" y="1694169"/>
                      <a:pt x="2574165" y="1716902"/>
                      <a:pt x="2574165" y="1738437"/>
                    </a:cubicBezTo>
                    <a:cubicBezTo>
                      <a:pt x="2574165" y="1765955"/>
                      <a:pt x="2586129" y="1779116"/>
                      <a:pt x="2614844" y="1777919"/>
                    </a:cubicBezTo>
                    <a:cubicBezTo>
                      <a:pt x="2643559" y="1776723"/>
                      <a:pt x="2672274" y="1777919"/>
                      <a:pt x="2700989" y="1777919"/>
                    </a:cubicBezTo>
                    <a:cubicBezTo>
                      <a:pt x="2718935" y="1777919"/>
                      <a:pt x="2727310" y="1782706"/>
                      <a:pt x="2727310" y="1801849"/>
                    </a:cubicBezTo>
                    <a:cubicBezTo>
                      <a:pt x="2726114" y="1826974"/>
                      <a:pt x="2734488" y="1856885"/>
                      <a:pt x="2691417" y="1856885"/>
                    </a:cubicBezTo>
                    <a:lnTo>
                      <a:pt x="2680232" y="1866318"/>
                    </a:lnTo>
                    <a:lnTo>
                      <a:pt x="2525808" y="1866318"/>
                    </a:lnTo>
                    <a:lnTo>
                      <a:pt x="2525112" y="1599648"/>
                    </a:lnTo>
                    <a:cubicBezTo>
                      <a:pt x="2525112" y="1584095"/>
                      <a:pt x="2529896" y="1574524"/>
                      <a:pt x="2547842" y="1574524"/>
                    </a:cubicBezTo>
                    <a:close/>
                    <a:moveTo>
                      <a:pt x="2607665" y="1231144"/>
                    </a:moveTo>
                    <a:cubicBezTo>
                      <a:pt x="2633987" y="1229947"/>
                      <a:pt x="2641166" y="1240715"/>
                      <a:pt x="2639969" y="1264645"/>
                    </a:cubicBezTo>
                    <a:cubicBezTo>
                      <a:pt x="2638772" y="1319681"/>
                      <a:pt x="2639969" y="1374719"/>
                      <a:pt x="2639969" y="1429754"/>
                    </a:cubicBezTo>
                    <a:cubicBezTo>
                      <a:pt x="2639969" y="1429754"/>
                      <a:pt x="2639969" y="1429754"/>
                      <a:pt x="2641166" y="1429754"/>
                    </a:cubicBezTo>
                    <a:cubicBezTo>
                      <a:pt x="2641166" y="1483594"/>
                      <a:pt x="2641166" y="1537435"/>
                      <a:pt x="2641166" y="1592472"/>
                    </a:cubicBezTo>
                    <a:cubicBezTo>
                      <a:pt x="2641166" y="1631954"/>
                      <a:pt x="2650739" y="1640328"/>
                      <a:pt x="2690220" y="1642722"/>
                    </a:cubicBezTo>
                    <a:cubicBezTo>
                      <a:pt x="2729702" y="1643918"/>
                      <a:pt x="2729702" y="1647507"/>
                      <a:pt x="2727310" y="1706132"/>
                    </a:cubicBezTo>
                    <a:cubicBezTo>
                      <a:pt x="2726114" y="1739634"/>
                      <a:pt x="2704578" y="1732455"/>
                      <a:pt x="2684237" y="1731258"/>
                    </a:cubicBezTo>
                    <a:cubicBezTo>
                      <a:pt x="2680648" y="1731258"/>
                      <a:pt x="2678257" y="1730063"/>
                      <a:pt x="2674666" y="1730063"/>
                    </a:cubicBezTo>
                    <a:cubicBezTo>
                      <a:pt x="2619628" y="1727669"/>
                      <a:pt x="2619628" y="1727669"/>
                      <a:pt x="2619628" y="1670240"/>
                    </a:cubicBezTo>
                    <a:cubicBezTo>
                      <a:pt x="2619628" y="1631954"/>
                      <a:pt x="2617236" y="1594865"/>
                      <a:pt x="2620827" y="1556577"/>
                    </a:cubicBezTo>
                    <a:cubicBezTo>
                      <a:pt x="2622024" y="1537435"/>
                      <a:pt x="2612451" y="1533844"/>
                      <a:pt x="2599290" y="1531453"/>
                    </a:cubicBezTo>
                    <a:cubicBezTo>
                      <a:pt x="2594506" y="1530255"/>
                      <a:pt x="2589718" y="1530255"/>
                      <a:pt x="2583736" y="1530255"/>
                    </a:cubicBezTo>
                    <a:cubicBezTo>
                      <a:pt x="2521521" y="1530255"/>
                      <a:pt x="2525112" y="1536238"/>
                      <a:pt x="2526306" y="1468040"/>
                    </a:cubicBezTo>
                    <a:cubicBezTo>
                      <a:pt x="2528699" y="1395057"/>
                      <a:pt x="2503576" y="1338824"/>
                      <a:pt x="2432984" y="1308912"/>
                    </a:cubicBezTo>
                    <a:cubicBezTo>
                      <a:pt x="2401878" y="1295753"/>
                      <a:pt x="2417431" y="1268233"/>
                      <a:pt x="2417431" y="1246697"/>
                    </a:cubicBezTo>
                    <a:cubicBezTo>
                      <a:pt x="2417431" y="1227553"/>
                      <a:pt x="2435376" y="1231144"/>
                      <a:pt x="2448538" y="1231144"/>
                    </a:cubicBezTo>
                    <a:cubicBezTo>
                      <a:pt x="2501182" y="1231144"/>
                      <a:pt x="2555021" y="1232341"/>
                      <a:pt x="2607665" y="1231144"/>
                    </a:cubicBezTo>
                    <a:close/>
                    <a:moveTo>
                      <a:pt x="1542988" y="1125838"/>
                    </a:moveTo>
                    <a:lnTo>
                      <a:pt x="1542988" y="1264073"/>
                    </a:lnTo>
                    <a:lnTo>
                      <a:pt x="1489378" y="1274897"/>
                    </a:lnTo>
                    <a:cubicBezTo>
                      <a:pt x="1427198" y="1301196"/>
                      <a:pt x="1383569" y="1362765"/>
                      <a:pt x="1383569" y="1434522"/>
                    </a:cubicBezTo>
                    <a:lnTo>
                      <a:pt x="1383569" y="1866318"/>
                    </a:lnTo>
                    <a:lnTo>
                      <a:pt x="1323073" y="1866318"/>
                    </a:lnTo>
                    <a:lnTo>
                      <a:pt x="1323073" y="1125838"/>
                    </a:lnTo>
                    <a:close/>
                    <a:moveTo>
                      <a:pt x="2002911" y="1125838"/>
                    </a:moveTo>
                    <a:lnTo>
                      <a:pt x="2002911" y="1263591"/>
                    </a:lnTo>
                    <a:lnTo>
                      <a:pt x="1947459" y="1274786"/>
                    </a:lnTo>
                    <a:cubicBezTo>
                      <a:pt x="1885280" y="1301086"/>
                      <a:pt x="1841653" y="1362655"/>
                      <a:pt x="1841653" y="1434414"/>
                    </a:cubicBezTo>
                    <a:lnTo>
                      <a:pt x="1841653" y="1866318"/>
                    </a:lnTo>
                    <a:lnTo>
                      <a:pt x="1730051" y="1866318"/>
                    </a:lnTo>
                    <a:lnTo>
                      <a:pt x="1730052" y="1434522"/>
                    </a:lnTo>
                    <a:lnTo>
                      <a:pt x="1730051" y="1434519"/>
                    </a:lnTo>
                    <a:lnTo>
                      <a:pt x="1730051" y="1420568"/>
                    </a:lnTo>
                    <a:lnTo>
                      <a:pt x="1727234" y="1420568"/>
                    </a:lnTo>
                    <a:lnTo>
                      <a:pt x="1716437" y="1367090"/>
                    </a:lnTo>
                    <a:cubicBezTo>
                      <a:pt x="1696714" y="1320455"/>
                      <a:pt x="1657149" y="1284256"/>
                      <a:pt x="1608327" y="1269071"/>
                    </a:cubicBezTo>
                    <a:lnTo>
                      <a:pt x="1586325" y="1265744"/>
                    </a:lnTo>
                    <a:lnTo>
                      <a:pt x="1586325" y="1125838"/>
                    </a:lnTo>
                    <a:close/>
                    <a:moveTo>
                      <a:pt x="3907006" y="0"/>
                    </a:moveTo>
                    <a:lnTo>
                      <a:pt x="3732325" y="0"/>
                    </a:lnTo>
                    <a:lnTo>
                      <a:pt x="3654557" y="1648703"/>
                    </a:lnTo>
                    <a:lnTo>
                      <a:pt x="3552858" y="1652295"/>
                    </a:lnTo>
                    <a:lnTo>
                      <a:pt x="3472697" y="338595"/>
                    </a:lnTo>
                    <a:lnTo>
                      <a:pt x="3294425" y="338595"/>
                    </a:lnTo>
                    <a:lnTo>
                      <a:pt x="3217853" y="1658274"/>
                    </a:lnTo>
                    <a:lnTo>
                      <a:pt x="3071887" y="1665454"/>
                    </a:lnTo>
                    <a:cubicBezTo>
                      <a:pt x="3071887" y="1593668"/>
                      <a:pt x="3071887" y="1520683"/>
                      <a:pt x="3071887" y="1448897"/>
                    </a:cubicBezTo>
                    <a:cubicBezTo>
                      <a:pt x="3071887" y="1392664"/>
                      <a:pt x="3049154" y="1348396"/>
                      <a:pt x="2998904" y="1319681"/>
                    </a:cubicBezTo>
                    <a:cubicBezTo>
                      <a:pt x="2990528" y="1314896"/>
                      <a:pt x="2984548" y="1310109"/>
                      <a:pt x="2979760" y="1301735"/>
                    </a:cubicBezTo>
                    <a:cubicBezTo>
                      <a:pt x="2968992" y="1281394"/>
                      <a:pt x="2906777" y="1274218"/>
                      <a:pt x="2896009" y="1293360"/>
                    </a:cubicBezTo>
                    <a:cubicBezTo>
                      <a:pt x="2885241" y="1312501"/>
                      <a:pt x="2868490" y="1319681"/>
                      <a:pt x="2854133" y="1331645"/>
                    </a:cubicBezTo>
                    <a:cubicBezTo>
                      <a:pt x="2820633" y="1357968"/>
                      <a:pt x="2800293" y="1391467"/>
                      <a:pt x="2800293" y="1433343"/>
                    </a:cubicBezTo>
                    <a:cubicBezTo>
                      <a:pt x="2800293" y="1463256"/>
                      <a:pt x="2788329" y="1471630"/>
                      <a:pt x="2762007" y="1468040"/>
                    </a:cubicBezTo>
                    <a:cubicBezTo>
                      <a:pt x="2735686" y="1464451"/>
                      <a:pt x="2724917" y="1478808"/>
                      <a:pt x="2726114" y="1503935"/>
                    </a:cubicBezTo>
                    <a:cubicBezTo>
                      <a:pt x="2727310" y="1523079"/>
                      <a:pt x="2726114" y="1542221"/>
                      <a:pt x="2726114" y="1562559"/>
                    </a:cubicBezTo>
                    <a:cubicBezTo>
                      <a:pt x="2726114" y="1570933"/>
                      <a:pt x="2727310" y="1580506"/>
                      <a:pt x="2715346" y="1581703"/>
                    </a:cubicBezTo>
                    <a:cubicBezTo>
                      <a:pt x="2702184" y="1582900"/>
                      <a:pt x="2702184" y="1570933"/>
                      <a:pt x="2702184" y="1561362"/>
                    </a:cubicBezTo>
                    <a:cubicBezTo>
                      <a:pt x="2700989" y="1530255"/>
                      <a:pt x="2698595" y="1497950"/>
                      <a:pt x="2698595" y="1466843"/>
                    </a:cubicBezTo>
                    <a:cubicBezTo>
                      <a:pt x="2697399" y="1383093"/>
                      <a:pt x="2697399" y="1299341"/>
                      <a:pt x="2698595" y="1215590"/>
                    </a:cubicBezTo>
                    <a:cubicBezTo>
                      <a:pt x="2698595" y="1190464"/>
                      <a:pt x="2690220" y="1173716"/>
                      <a:pt x="2661505" y="1173716"/>
                    </a:cubicBezTo>
                    <a:cubicBezTo>
                      <a:pt x="2570575" y="1173716"/>
                      <a:pt x="2479646" y="1173716"/>
                      <a:pt x="2388716" y="1173716"/>
                    </a:cubicBezTo>
                    <a:cubicBezTo>
                      <a:pt x="2365983" y="1173716"/>
                      <a:pt x="2355216" y="1185679"/>
                      <a:pt x="2356411" y="1208411"/>
                    </a:cubicBezTo>
                    <a:cubicBezTo>
                      <a:pt x="2356411" y="1229947"/>
                      <a:pt x="2355216" y="1251485"/>
                      <a:pt x="2357608" y="1273020"/>
                    </a:cubicBezTo>
                    <a:cubicBezTo>
                      <a:pt x="2360001" y="1296948"/>
                      <a:pt x="2351626" y="1310109"/>
                      <a:pt x="2328893" y="1319681"/>
                    </a:cubicBezTo>
                    <a:cubicBezTo>
                      <a:pt x="2278642" y="1342413"/>
                      <a:pt x="2254715" y="1384290"/>
                      <a:pt x="2253518" y="1439325"/>
                    </a:cubicBezTo>
                    <a:cubicBezTo>
                      <a:pt x="2253518" y="1477612"/>
                      <a:pt x="2253518" y="1517094"/>
                      <a:pt x="2253518" y="1555380"/>
                    </a:cubicBezTo>
                    <a:cubicBezTo>
                      <a:pt x="2253518" y="1623580"/>
                      <a:pt x="2260697" y="1615203"/>
                      <a:pt x="2192497" y="1615203"/>
                    </a:cubicBezTo>
                    <a:lnTo>
                      <a:pt x="2188133" y="1615952"/>
                    </a:lnTo>
                    <a:lnTo>
                      <a:pt x="2188133" y="1434414"/>
                    </a:lnTo>
                    <a:lnTo>
                      <a:pt x="2188133" y="1434408"/>
                    </a:lnTo>
                    <a:lnTo>
                      <a:pt x="2188133" y="1420459"/>
                    </a:lnTo>
                    <a:lnTo>
                      <a:pt x="2186024" y="1420459"/>
                    </a:lnTo>
                    <a:lnTo>
                      <a:pt x="2180346" y="1382898"/>
                    </a:lnTo>
                    <a:cubicBezTo>
                      <a:pt x="2165160" y="1334076"/>
                      <a:pt x="2128961" y="1294511"/>
                      <a:pt x="2082327" y="1274786"/>
                    </a:cubicBezTo>
                    <a:lnTo>
                      <a:pt x="2046247" y="1267503"/>
                    </a:lnTo>
                    <a:lnTo>
                      <a:pt x="2046247" y="1060383"/>
                    </a:lnTo>
                    <a:lnTo>
                      <a:pt x="2002911" y="1060383"/>
                    </a:lnTo>
                    <a:lnTo>
                      <a:pt x="2002911" y="1060832"/>
                    </a:lnTo>
                    <a:lnTo>
                      <a:pt x="1323073" y="1060832"/>
                    </a:lnTo>
                    <a:lnTo>
                      <a:pt x="1323073" y="974326"/>
                    </a:lnTo>
                    <a:lnTo>
                      <a:pt x="1323073" y="938000"/>
                    </a:lnTo>
                    <a:lnTo>
                      <a:pt x="1323073" y="937995"/>
                    </a:lnTo>
                    <a:lnTo>
                      <a:pt x="1323073" y="781004"/>
                    </a:lnTo>
                    <a:lnTo>
                      <a:pt x="1323073" y="781003"/>
                    </a:lnTo>
                    <a:lnTo>
                      <a:pt x="1217309" y="781003"/>
                    </a:lnTo>
                    <a:lnTo>
                      <a:pt x="1217309" y="781004"/>
                    </a:lnTo>
                    <a:lnTo>
                      <a:pt x="1121686" y="781004"/>
                    </a:lnTo>
                    <a:lnTo>
                      <a:pt x="1121686" y="938000"/>
                    </a:lnTo>
                    <a:lnTo>
                      <a:pt x="1121686" y="974326"/>
                    </a:lnTo>
                    <a:lnTo>
                      <a:pt x="1121686" y="1866318"/>
                    </a:lnTo>
                    <a:lnTo>
                      <a:pt x="1025040" y="1866318"/>
                    </a:lnTo>
                    <a:lnTo>
                      <a:pt x="1025040" y="1777911"/>
                    </a:lnTo>
                    <a:lnTo>
                      <a:pt x="1025040" y="1776407"/>
                    </a:lnTo>
                    <a:lnTo>
                      <a:pt x="904032" y="1776407"/>
                    </a:lnTo>
                    <a:lnTo>
                      <a:pt x="904032" y="1132629"/>
                    </a:lnTo>
                    <a:lnTo>
                      <a:pt x="904032" y="1132626"/>
                    </a:lnTo>
                    <a:lnTo>
                      <a:pt x="904031" y="1132626"/>
                    </a:lnTo>
                    <a:lnTo>
                      <a:pt x="904031" y="974323"/>
                    </a:lnTo>
                    <a:lnTo>
                      <a:pt x="904030" y="974323"/>
                    </a:lnTo>
                    <a:lnTo>
                      <a:pt x="752351" y="974323"/>
                    </a:lnTo>
                    <a:lnTo>
                      <a:pt x="600673" y="974323"/>
                    </a:lnTo>
                    <a:lnTo>
                      <a:pt x="600673" y="1147341"/>
                    </a:lnTo>
                    <a:lnTo>
                      <a:pt x="600674" y="1147341"/>
                    </a:lnTo>
                    <a:lnTo>
                      <a:pt x="600674" y="1778187"/>
                    </a:lnTo>
                    <a:lnTo>
                      <a:pt x="505978" y="1778187"/>
                    </a:lnTo>
                    <a:lnTo>
                      <a:pt x="505978" y="1775522"/>
                    </a:lnTo>
                    <a:lnTo>
                      <a:pt x="505978" y="1450932"/>
                    </a:lnTo>
                    <a:lnTo>
                      <a:pt x="0" y="1750841"/>
                    </a:lnTo>
                    <a:lnTo>
                      <a:pt x="0" y="2951634"/>
                    </a:lnTo>
                    <a:lnTo>
                      <a:pt x="505978" y="2951634"/>
                    </a:lnTo>
                    <a:lnTo>
                      <a:pt x="1339431" y="2951634"/>
                    </a:lnTo>
                    <a:lnTo>
                      <a:pt x="3384619" y="2951634"/>
                    </a:lnTo>
                    <a:lnTo>
                      <a:pt x="4172617" y="2951634"/>
                    </a:lnTo>
                    <a:lnTo>
                      <a:pt x="4172620" y="2951052"/>
                    </a:lnTo>
                    <a:lnTo>
                      <a:pt x="5965874" y="2951052"/>
                    </a:lnTo>
                    <a:lnTo>
                      <a:pt x="5965208" y="2865948"/>
                    </a:lnTo>
                    <a:cubicBezTo>
                      <a:pt x="5965208" y="2863033"/>
                      <a:pt x="5965877" y="2860118"/>
                      <a:pt x="5965877" y="2857204"/>
                    </a:cubicBezTo>
                    <a:cubicBezTo>
                      <a:pt x="5965877" y="2674754"/>
                      <a:pt x="5965877" y="2492307"/>
                      <a:pt x="5965877" y="2309858"/>
                    </a:cubicBezTo>
                    <a:cubicBezTo>
                      <a:pt x="5965877" y="2307526"/>
                      <a:pt x="5965877" y="2305193"/>
                      <a:pt x="5965877" y="2302863"/>
                    </a:cubicBezTo>
                    <a:cubicBezTo>
                      <a:pt x="5966548" y="2295285"/>
                      <a:pt x="5961854" y="2292370"/>
                      <a:pt x="5953806" y="2292370"/>
                    </a:cubicBezTo>
                    <a:cubicBezTo>
                      <a:pt x="5944417" y="2292370"/>
                      <a:pt x="5934356" y="2292370"/>
                      <a:pt x="5924966" y="2291786"/>
                    </a:cubicBezTo>
                    <a:cubicBezTo>
                      <a:pt x="5924966" y="2250402"/>
                      <a:pt x="5924966" y="2209015"/>
                      <a:pt x="5924295" y="2167629"/>
                    </a:cubicBezTo>
                    <a:cubicBezTo>
                      <a:pt x="5924295" y="2146062"/>
                      <a:pt x="5914908" y="2136735"/>
                      <a:pt x="5890762" y="2132072"/>
                    </a:cubicBezTo>
                    <a:cubicBezTo>
                      <a:pt x="5886739" y="2131489"/>
                      <a:pt x="5883385" y="2129742"/>
                      <a:pt x="5879361" y="2127993"/>
                    </a:cubicBezTo>
                    <a:cubicBezTo>
                      <a:pt x="5873324" y="2102928"/>
                      <a:pt x="5861923" y="2079028"/>
                      <a:pt x="5849180" y="2055714"/>
                    </a:cubicBezTo>
                    <a:cubicBezTo>
                      <a:pt x="5749920" y="1879092"/>
                      <a:pt x="5587613" y="1777669"/>
                      <a:pt x="5363604" y="1753185"/>
                    </a:cubicBezTo>
                    <a:cubicBezTo>
                      <a:pt x="5287817" y="1745025"/>
                      <a:pt x="5211359" y="1750270"/>
                      <a:pt x="5137584" y="1770090"/>
                    </a:cubicBezTo>
                    <a:cubicBezTo>
                      <a:pt x="5132217" y="1770090"/>
                      <a:pt x="5126181" y="1769506"/>
                      <a:pt x="5126181" y="1763096"/>
                    </a:cubicBezTo>
                    <a:cubicBezTo>
                      <a:pt x="5126181" y="1757848"/>
                      <a:pt x="5126181" y="1752602"/>
                      <a:pt x="5126181" y="1746774"/>
                    </a:cubicBezTo>
                    <a:cubicBezTo>
                      <a:pt x="5126181" y="1567822"/>
                      <a:pt x="5125511" y="1388867"/>
                      <a:pt x="5126181" y="1209917"/>
                    </a:cubicBezTo>
                    <a:cubicBezTo>
                      <a:pt x="5126181" y="1141136"/>
                      <a:pt x="5052407" y="1071769"/>
                      <a:pt x="4964547" y="1075267"/>
                    </a:cubicBezTo>
                    <a:cubicBezTo>
                      <a:pt x="4955158" y="1074101"/>
                      <a:pt x="4945097" y="1074101"/>
                      <a:pt x="4935706" y="1075848"/>
                    </a:cubicBezTo>
                    <a:cubicBezTo>
                      <a:pt x="4847177" y="1090422"/>
                      <a:pt x="4796875" y="1155707"/>
                      <a:pt x="4798887" y="1216330"/>
                    </a:cubicBezTo>
                    <a:cubicBezTo>
                      <a:pt x="4800230" y="1265875"/>
                      <a:pt x="4798887" y="1315421"/>
                      <a:pt x="4798887" y="1364968"/>
                    </a:cubicBezTo>
                    <a:cubicBezTo>
                      <a:pt x="4798887" y="1566074"/>
                      <a:pt x="4798887" y="1767175"/>
                      <a:pt x="4798887" y="1968276"/>
                    </a:cubicBezTo>
                    <a:cubicBezTo>
                      <a:pt x="4798887" y="1980517"/>
                      <a:pt x="4796205" y="1991009"/>
                      <a:pt x="4788156" y="2002086"/>
                    </a:cubicBezTo>
                    <a:cubicBezTo>
                      <a:pt x="4771389" y="2025985"/>
                      <a:pt x="4755963" y="2050466"/>
                      <a:pt x="4745232" y="2077280"/>
                    </a:cubicBezTo>
                    <a:cubicBezTo>
                      <a:pt x="4733832" y="2072617"/>
                      <a:pt x="4738526" y="2063873"/>
                      <a:pt x="4738526" y="2056877"/>
                    </a:cubicBezTo>
                    <a:cubicBezTo>
                      <a:pt x="4738526" y="1921062"/>
                      <a:pt x="4738526" y="1784662"/>
                      <a:pt x="4738526" y="1648846"/>
                    </a:cubicBezTo>
                    <a:cubicBezTo>
                      <a:pt x="4738526" y="1502537"/>
                      <a:pt x="4737856" y="1356226"/>
                      <a:pt x="4738526" y="1210501"/>
                    </a:cubicBezTo>
                    <a:cubicBezTo>
                      <a:pt x="4739197" y="1139970"/>
                      <a:pt x="4661398" y="1071186"/>
                      <a:pt x="4576891" y="1075848"/>
                    </a:cubicBezTo>
                    <a:cubicBezTo>
                      <a:pt x="4511835" y="1070020"/>
                      <a:pt x="4422634" y="1116652"/>
                      <a:pt x="4411904" y="1200591"/>
                    </a:cubicBezTo>
                    <a:cubicBezTo>
                      <a:pt x="4409890" y="1204087"/>
                      <a:pt x="4410563" y="1207586"/>
                      <a:pt x="4410563" y="1211083"/>
                    </a:cubicBezTo>
                    <a:cubicBezTo>
                      <a:pt x="4410563" y="1402859"/>
                      <a:pt x="4410563" y="1595219"/>
                      <a:pt x="4410563" y="1786995"/>
                    </a:cubicBezTo>
                    <a:cubicBezTo>
                      <a:pt x="4410563" y="1786995"/>
                      <a:pt x="4411231" y="1787577"/>
                      <a:pt x="4411231" y="1787577"/>
                    </a:cubicBezTo>
                    <a:cubicBezTo>
                      <a:pt x="4410563" y="1787577"/>
                      <a:pt x="4409220" y="1787577"/>
                      <a:pt x="4408550" y="1787577"/>
                    </a:cubicBezTo>
                    <a:cubicBezTo>
                      <a:pt x="4408550" y="1779416"/>
                      <a:pt x="4409220" y="1770673"/>
                      <a:pt x="4409220" y="1762513"/>
                    </a:cubicBezTo>
                    <a:cubicBezTo>
                      <a:pt x="4409220" y="1583562"/>
                      <a:pt x="4409220" y="1404606"/>
                      <a:pt x="4409220" y="1225656"/>
                    </a:cubicBezTo>
                    <a:cubicBezTo>
                      <a:pt x="4409220" y="1217494"/>
                      <a:pt x="4409220" y="1208751"/>
                      <a:pt x="4408550" y="1200591"/>
                    </a:cubicBezTo>
                    <a:cubicBezTo>
                      <a:pt x="4402512" y="1207002"/>
                      <a:pt x="4405197" y="1214579"/>
                      <a:pt x="4405197" y="1221575"/>
                    </a:cubicBezTo>
                    <a:cubicBezTo>
                      <a:pt x="4405197" y="1289192"/>
                      <a:pt x="4405197" y="1356226"/>
                      <a:pt x="4405197" y="1423843"/>
                    </a:cubicBezTo>
                    <a:cubicBezTo>
                      <a:pt x="4405197" y="1538679"/>
                      <a:pt x="4405197" y="1652926"/>
                      <a:pt x="4405197" y="1767758"/>
                    </a:cubicBezTo>
                    <a:cubicBezTo>
                      <a:pt x="4405197" y="1784662"/>
                      <a:pt x="4405197" y="1785246"/>
                      <a:pt x="4387758" y="1785246"/>
                    </a:cubicBezTo>
                    <a:lnTo>
                      <a:pt x="4176908" y="1785246"/>
                    </a:lnTo>
                    <a:lnTo>
                      <a:pt x="4177402" y="1651098"/>
                    </a:lnTo>
                    <a:lnTo>
                      <a:pt x="3987168" y="1647507"/>
                    </a:lnTo>
                    <a:close/>
                  </a:path>
                </a:pathLst>
              </a:custGeom>
              <a:solidFill>
                <a:schemeClr val="bg1"/>
              </a:solidFill>
              <a:ln w="36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B4D8DC-FA44-45FB-8BFB-D992B9DB3DEC}"/>
                </a:ext>
              </a:extLst>
            </p:cNvPr>
            <p:cNvSpPr txBox="1"/>
            <p:nvPr/>
          </p:nvSpPr>
          <p:spPr>
            <a:xfrm>
              <a:off x="2611792" y="3143965"/>
              <a:ext cx="4438231" cy="646270"/>
            </a:xfrm>
            <a:custGeom>
              <a:avLst/>
              <a:gdLst>
                <a:gd name="connsiteX0" fmla="*/ 1217399 w 4438231"/>
                <a:gd name="connsiteY0" fmla="*/ 148169 h 646270"/>
                <a:gd name="connsiteX1" fmla="*/ 1217399 w 4438231"/>
                <a:gd name="connsiteY1" fmla="*/ 496301 h 646270"/>
                <a:gd name="connsiteX2" fmla="*/ 1253957 w 4438231"/>
                <a:gd name="connsiteY2" fmla="*/ 496301 h 646270"/>
                <a:gd name="connsiteX3" fmla="*/ 1395216 w 4438231"/>
                <a:gd name="connsiteY3" fmla="*/ 433537 h 646270"/>
                <a:gd name="connsiteX4" fmla="*/ 1430872 w 4438231"/>
                <a:gd name="connsiteY4" fmla="*/ 322009 h 646270"/>
                <a:gd name="connsiteX5" fmla="*/ 1395216 w 4438231"/>
                <a:gd name="connsiteY5" fmla="*/ 210933 h 646270"/>
                <a:gd name="connsiteX6" fmla="*/ 1253957 w 4438231"/>
                <a:gd name="connsiteY6" fmla="*/ 148169 h 646270"/>
                <a:gd name="connsiteX7" fmla="*/ 3484816 w 4438231"/>
                <a:gd name="connsiteY7" fmla="*/ 136461 h 646270"/>
                <a:gd name="connsiteX8" fmla="*/ 3484816 w 4438231"/>
                <a:gd name="connsiteY8" fmla="*/ 289583 h 646270"/>
                <a:gd name="connsiteX9" fmla="*/ 3514647 w 4438231"/>
                <a:gd name="connsiteY9" fmla="*/ 289583 h 646270"/>
                <a:gd name="connsiteX10" fmla="*/ 3587415 w 4438231"/>
                <a:gd name="connsiteY10" fmla="*/ 268481 h 646270"/>
                <a:gd name="connsiteX11" fmla="*/ 3611369 w 4438231"/>
                <a:gd name="connsiteY11" fmla="*/ 212797 h 646270"/>
                <a:gd name="connsiteX12" fmla="*/ 3587415 w 4438231"/>
                <a:gd name="connsiteY12" fmla="*/ 157564 h 646270"/>
                <a:gd name="connsiteX13" fmla="*/ 3514647 w 4438231"/>
                <a:gd name="connsiteY13" fmla="*/ 136461 h 646270"/>
                <a:gd name="connsiteX14" fmla="*/ 3825741 w 4438231"/>
                <a:gd name="connsiteY14" fmla="*/ 14864 h 646270"/>
                <a:gd name="connsiteX15" fmla="*/ 4016693 w 4438231"/>
                <a:gd name="connsiteY15" fmla="*/ 14864 h 646270"/>
                <a:gd name="connsiteX16" fmla="*/ 4132887 w 4438231"/>
                <a:gd name="connsiteY16" fmla="*/ 182398 h 646270"/>
                <a:gd name="connsiteX17" fmla="*/ 4244577 w 4438231"/>
                <a:gd name="connsiteY17" fmla="*/ 14864 h 646270"/>
                <a:gd name="connsiteX18" fmla="*/ 4438231 w 4438231"/>
                <a:gd name="connsiteY18" fmla="*/ 14864 h 646270"/>
                <a:gd name="connsiteX19" fmla="*/ 4208098 w 4438231"/>
                <a:gd name="connsiteY19" fmla="*/ 334171 h 646270"/>
                <a:gd name="connsiteX20" fmla="*/ 4208098 w 4438231"/>
                <a:gd name="connsiteY20" fmla="*/ 629607 h 646270"/>
                <a:gd name="connsiteX21" fmla="*/ 4048218 w 4438231"/>
                <a:gd name="connsiteY21" fmla="*/ 629607 h 646270"/>
                <a:gd name="connsiteX22" fmla="*/ 4048218 w 4438231"/>
                <a:gd name="connsiteY22" fmla="*/ 334171 h 646270"/>
                <a:gd name="connsiteX23" fmla="*/ 3324939 w 4438231"/>
                <a:gd name="connsiteY23" fmla="*/ 14864 h 646270"/>
                <a:gd name="connsiteX24" fmla="*/ 3573538 w 4438231"/>
                <a:gd name="connsiteY24" fmla="*/ 14864 h 646270"/>
                <a:gd name="connsiteX25" fmla="*/ 3734768 w 4438231"/>
                <a:gd name="connsiteY25" fmla="*/ 80165 h 646270"/>
                <a:gd name="connsiteX26" fmla="*/ 3777103 w 4438231"/>
                <a:gd name="connsiteY26" fmla="*/ 204014 h 646270"/>
                <a:gd name="connsiteX27" fmla="*/ 3728463 w 4438231"/>
                <a:gd name="connsiteY27" fmla="*/ 334171 h 646270"/>
                <a:gd name="connsiteX28" fmla="*/ 3642893 w 4438231"/>
                <a:gd name="connsiteY28" fmla="*/ 377405 h 646270"/>
                <a:gd name="connsiteX29" fmla="*/ 3836099 w 4438231"/>
                <a:gd name="connsiteY29" fmla="*/ 629607 h 646270"/>
                <a:gd name="connsiteX30" fmla="*/ 3637490 w 4438231"/>
                <a:gd name="connsiteY30" fmla="*/ 629607 h 646270"/>
                <a:gd name="connsiteX31" fmla="*/ 3484816 w 4438231"/>
                <a:gd name="connsiteY31" fmla="*/ 393618 h 646270"/>
                <a:gd name="connsiteX32" fmla="*/ 3484816 w 4438231"/>
                <a:gd name="connsiteY32" fmla="*/ 629607 h 646270"/>
                <a:gd name="connsiteX33" fmla="*/ 3324939 w 4438231"/>
                <a:gd name="connsiteY33" fmla="*/ 629607 h 646270"/>
                <a:gd name="connsiteX34" fmla="*/ 2831294 w 4438231"/>
                <a:gd name="connsiteY34" fmla="*/ 14864 h 646270"/>
                <a:gd name="connsiteX35" fmla="*/ 3253732 w 4438231"/>
                <a:gd name="connsiteY35" fmla="*/ 14864 h 646270"/>
                <a:gd name="connsiteX36" fmla="*/ 3253732 w 4438231"/>
                <a:gd name="connsiteY36" fmla="*/ 148169 h 646270"/>
                <a:gd name="connsiteX37" fmla="*/ 3121325 w 4438231"/>
                <a:gd name="connsiteY37" fmla="*/ 148169 h 646270"/>
                <a:gd name="connsiteX38" fmla="*/ 3121325 w 4438231"/>
                <a:gd name="connsiteY38" fmla="*/ 629607 h 646270"/>
                <a:gd name="connsiteX39" fmla="*/ 2961448 w 4438231"/>
                <a:gd name="connsiteY39" fmla="*/ 629607 h 646270"/>
                <a:gd name="connsiteX40" fmla="*/ 2961448 w 4438231"/>
                <a:gd name="connsiteY40" fmla="*/ 148169 h 646270"/>
                <a:gd name="connsiteX41" fmla="*/ 2831294 w 4438231"/>
                <a:gd name="connsiteY41" fmla="*/ 148169 h 646270"/>
                <a:gd name="connsiteX42" fmla="*/ 1698036 w 4438231"/>
                <a:gd name="connsiteY42" fmla="*/ 14864 h 646270"/>
                <a:gd name="connsiteX43" fmla="*/ 1857913 w 4438231"/>
                <a:gd name="connsiteY43" fmla="*/ 14864 h 646270"/>
                <a:gd name="connsiteX44" fmla="*/ 1857913 w 4438231"/>
                <a:gd name="connsiteY44" fmla="*/ 347379 h 646270"/>
                <a:gd name="connsiteX45" fmla="*/ 1859265 w 4438231"/>
                <a:gd name="connsiteY45" fmla="*/ 407220 h 646270"/>
                <a:gd name="connsiteX46" fmla="*/ 1916460 w 4438231"/>
                <a:gd name="connsiteY46" fmla="*/ 494505 h 646270"/>
                <a:gd name="connsiteX47" fmla="*/ 1964197 w 4438231"/>
                <a:gd name="connsiteY47" fmla="*/ 504857 h 646270"/>
                <a:gd name="connsiteX48" fmla="*/ 2052468 w 4438231"/>
                <a:gd name="connsiteY48" fmla="*/ 463910 h 646270"/>
                <a:gd name="connsiteX49" fmla="*/ 2074537 w 4438231"/>
                <a:gd name="connsiteY49" fmla="*/ 347379 h 646270"/>
                <a:gd name="connsiteX50" fmla="*/ 2074537 w 4438231"/>
                <a:gd name="connsiteY50" fmla="*/ 14864 h 646270"/>
                <a:gd name="connsiteX51" fmla="*/ 2234415 w 4438231"/>
                <a:gd name="connsiteY51" fmla="*/ 14864 h 646270"/>
                <a:gd name="connsiteX52" fmla="*/ 2234415 w 4438231"/>
                <a:gd name="connsiteY52" fmla="*/ 369298 h 646270"/>
                <a:gd name="connsiteX53" fmla="*/ 2225409 w 4438231"/>
                <a:gd name="connsiteY53" fmla="*/ 463874 h 646270"/>
                <a:gd name="connsiteX54" fmla="*/ 2158754 w 4438231"/>
                <a:gd name="connsiteY54" fmla="*/ 574664 h 646270"/>
                <a:gd name="connsiteX55" fmla="*/ 1958795 w 4438231"/>
                <a:gd name="connsiteY55" fmla="*/ 645369 h 646270"/>
                <a:gd name="connsiteX56" fmla="*/ 1759734 w 4438231"/>
                <a:gd name="connsiteY56" fmla="*/ 573312 h 646270"/>
                <a:gd name="connsiteX57" fmla="*/ 1707944 w 4438231"/>
                <a:gd name="connsiteY57" fmla="*/ 478286 h 646270"/>
                <a:gd name="connsiteX58" fmla="*/ 1698036 w 4438231"/>
                <a:gd name="connsiteY58" fmla="*/ 369298 h 646270"/>
                <a:gd name="connsiteX59" fmla="*/ 1057522 w 4438231"/>
                <a:gd name="connsiteY59" fmla="*/ 14864 h 646270"/>
                <a:gd name="connsiteX60" fmla="*/ 1293511 w 4438231"/>
                <a:gd name="connsiteY60" fmla="*/ 14864 h 646270"/>
                <a:gd name="connsiteX61" fmla="*/ 1453840 w 4438231"/>
                <a:gd name="connsiteY61" fmla="*/ 63050 h 646270"/>
                <a:gd name="connsiteX62" fmla="*/ 1565079 w 4438231"/>
                <a:gd name="connsiteY62" fmla="*/ 188252 h 646270"/>
                <a:gd name="connsiteX63" fmla="*/ 1596604 w 4438231"/>
                <a:gd name="connsiteY63" fmla="*/ 322009 h 646270"/>
                <a:gd name="connsiteX64" fmla="*/ 1538732 w 4438231"/>
                <a:gd name="connsiteY64" fmla="*/ 499678 h 646270"/>
                <a:gd name="connsiteX65" fmla="*/ 1390789 w 4438231"/>
                <a:gd name="connsiteY65" fmla="*/ 612944 h 646270"/>
                <a:gd name="connsiteX66" fmla="*/ 1293511 w 4438231"/>
                <a:gd name="connsiteY66" fmla="*/ 629607 h 646270"/>
                <a:gd name="connsiteX67" fmla="*/ 1057522 w 4438231"/>
                <a:gd name="connsiteY67" fmla="*/ 629607 h 646270"/>
                <a:gd name="connsiteX68" fmla="*/ 294637 w 4438231"/>
                <a:gd name="connsiteY68" fmla="*/ 13238 h 646270"/>
                <a:gd name="connsiteX69" fmla="*/ 454515 w 4438231"/>
                <a:gd name="connsiteY69" fmla="*/ 13238 h 646270"/>
                <a:gd name="connsiteX70" fmla="*/ 748600 w 4438231"/>
                <a:gd name="connsiteY70" fmla="*/ 389290 h 646270"/>
                <a:gd name="connsiteX71" fmla="*/ 748600 w 4438231"/>
                <a:gd name="connsiteY71" fmla="*/ 13238 h 646270"/>
                <a:gd name="connsiteX72" fmla="*/ 908479 w 4438231"/>
                <a:gd name="connsiteY72" fmla="*/ 13238 h 646270"/>
                <a:gd name="connsiteX73" fmla="*/ 908479 w 4438231"/>
                <a:gd name="connsiteY73" fmla="*/ 627982 h 646270"/>
                <a:gd name="connsiteX74" fmla="*/ 748600 w 4438231"/>
                <a:gd name="connsiteY74" fmla="*/ 627982 h 646270"/>
                <a:gd name="connsiteX75" fmla="*/ 454515 w 4438231"/>
                <a:gd name="connsiteY75" fmla="*/ 251478 h 646270"/>
                <a:gd name="connsiteX76" fmla="*/ 454515 w 4438231"/>
                <a:gd name="connsiteY76" fmla="*/ 627982 h 646270"/>
                <a:gd name="connsiteX77" fmla="*/ 294637 w 4438231"/>
                <a:gd name="connsiteY77" fmla="*/ 627982 h 646270"/>
                <a:gd name="connsiteX78" fmla="*/ 0 w 4438231"/>
                <a:gd name="connsiteY78" fmla="*/ 13238 h 646270"/>
                <a:gd name="connsiteX79" fmla="*/ 159879 w 4438231"/>
                <a:gd name="connsiteY79" fmla="*/ 13238 h 646270"/>
                <a:gd name="connsiteX80" fmla="*/ 159879 w 4438231"/>
                <a:gd name="connsiteY80" fmla="*/ 627982 h 646270"/>
                <a:gd name="connsiteX81" fmla="*/ 0 w 4438231"/>
                <a:gd name="connsiteY81" fmla="*/ 627982 h 646270"/>
                <a:gd name="connsiteX82" fmla="*/ 2570434 w 4438231"/>
                <a:gd name="connsiteY82" fmla="*/ 0 h 646270"/>
                <a:gd name="connsiteX83" fmla="*/ 2765440 w 4438231"/>
                <a:gd name="connsiteY83" fmla="*/ 49991 h 646270"/>
                <a:gd name="connsiteX84" fmla="*/ 2701489 w 4438231"/>
                <a:gd name="connsiteY84" fmla="*/ 174291 h 646270"/>
                <a:gd name="connsiteX85" fmla="*/ 2595830 w 4438231"/>
                <a:gd name="connsiteY85" fmla="*/ 133309 h 646270"/>
                <a:gd name="connsiteX86" fmla="*/ 2549773 w 4438231"/>
                <a:gd name="connsiteY86" fmla="*/ 146417 h 646270"/>
                <a:gd name="connsiteX87" fmla="*/ 2526751 w 4438231"/>
                <a:gd name="connsiteY87" fmla="*/ 186197 h 646270"/>
                <a:gd name="connsiteX88" fmla="*/ 2556973 w 4438231"/>
                <a:gd name="connsiteY88" fmla="*/ 228228 h 646270"/>
                <a:gd name="connsiteX89" fmla="*/ 2638178 w 4438231"/>
                <a:gd name="connsiteY89" fmla="*/ 256255 h 646270"/>
                <a:gd name="connsiteX90" fmla="*/ 2759080 w 4438231"/>
                <a:gd name="connsiteY90" fmla="*/ 326598 h 646270"/>
                <a:gd name="connsiteX91" fmla="*/ 2790212 w 4438231"/>
                <a:gd name="connsiteY91" fmla="*/ 426239 h 646270"/>
                <a:gd name="connsiteX92" fmla="*/ 2653300 w 4438231"/>
                <a:gd name="connsiteY92" fmla="*/ 629586 h 646270"/>
                <a:gd name="connsiteX93" fmla="*/ 2550619 w 4438231"/>
                <a:gd name="connsiteY93" fmla="*/ 646270 h 646270"/>
                <a:gd name="connsiteX94" fmla="*/ 2336697 w 4438231"/>
                <a:gd name="connsiteY94" fmla="*/ 576465 h 646270"/>
                <a:gd name="connsiteX95" fmla="*/ 2405151 w 4438231"/>
                <a:gd name="connsiteY95" fmla="*/ 447660 h 646270"/>
                <a:gd name="connsiteX96" fmla="*/ 2546403 w 4438231"/>
                <a:gd name="connsiteY96" fmla="*/ 512964 h 646270"/>
                <a:gd name="connsiteX97" fmla="*/ 2599209 w 4438231"/>
                <a:gd name="connsiteY97" fmla="*/ 498404 h 646270"/>
                <a:gd name="connsiteX98" fmla="*/ 2624478 w 4438231"/>
                <a:gd name="connsiteY98" fmla="*/ 452004 h 646270"/>
                <a:gd name="connsiteX99" fmla="*/ 2596506 w 4438231"/>
                <a:gd name="connsiteY99" fmla="*/ 406508 h 646270"/>
                <a:gd name="connsiteX100" fmla="*/ 2526580 w 4438231"/>
                <a:gd name="connsiteY100" fmla="*/ 378754 h 646270"/>
                <a:gd name="connsiteX101" fmla="*/ 2451694 w 4438231"/>
                <a:gd name="connsiteY101" fmla="*/ 354465 h 646270"/>
                <a:gd name="connsiteX102" fmla="*/ 2410191 w 4438231"/>
                <a:gd name="connsiteY102" fmla="*/ 330171 h 646270"/>
                <a:gd name="connsiteX103" fmla="*/ 2361016 w 4438231"/>
                <a:gd name="connsiteY103" fmla="*/ 207821 h 646270"/>
                <a:gd name="connsiteX104" fmla="*/ 2411907 w 4438231"/>
                <a:gd name="connsiteY104" fmla="*/ 66127 h 646270"/>
                <a:gd name="connsiteX105" fmla="*/ 2570434 w 4438231"/>
                <a:gd name="connsiteY105" fmla="*/ 0 h 64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438231" h="646270">
                  <a:moveTo>
                    <a:pt x="1217399" y="148169"/>
                  </a:moveTo>
                  <a:lnTo>
                    <a:pt x="1217399" y="496301"/>
                  </a:lnTo>
                  <a:lnTo>
                    <a:pt x="1253957" y="496301"/>
                  </a:lnTo>
                  <a:cubicBezTo>
                    <a:pt x="1316838" y="496301"/>
                    <a:pt x="1363925" y="475380"/>
                    <a:pt x="1395216" y="433537"/>
                  </a:cubicBezTo>
                  <a:cubicBezTo>
                    <a:pt x="1418986" y="401628"/>
                    <a:pt x="1430872" y="364452"/>
                    <a:pt x="1430872" y="322009"/>
                  </a:cubicBezTo>
                  <a:cubicBezTo>
                    <a:pt x="1430872" y="279568"/>
                    <a:pt x="1418986" y="242542"/>
                    <a:pt x="1395216" y="210933"/>
                  </a:cubicBezTo>
                  <a:cubicBezTo>
                    <a:pt x="1363625" y="169091"/>
                    <a:pt x="1316538" y="148169"/>
                    <a:pt x="1253957" y="148169"/>
                  </a:cubicBezTo>
                  <a:close/>
                  <a:moveTo>
                    <a:pt x="3484816" y="136461"/>
                  </a:moveTo>
                  <a:lnTo>
                    <a:pt x="3484816" y="289583"/>
                  </a:lnTo>
                  <a:lnTo>
                    <a:pt x="3514647" y="289583"/>
                  </a:lnTo>
                  <a:cubicBezTo>
                    <a:pt x="3548395" y="289583"/>
                    <a:pt x="3572651" y="282550"/>
                    <a:pt x="3587415" y="268481"/>
                  </a:cubicBezTo>
                  <a:cubicBezTo>
                    <a:pt x="3603385" y="253209"/>
                    <a:pt x="3611369" y="234650"/>
                    <a:pt x="3611369" y="212797"/>
                  </a:cubicBezTo>
                  <a:cubicBezTo>
                    <a:pt x="3611369" y="190945"/>
                    <a:pt x="3603385" y="172534"/>
                    <a:pt x="3587415" y="157564"/>
                  </a:cubicBezTo>
                  <a:cubicBezTo>
                    <a:pt x="3572347" y="143495"/>
                    <a:pt x="3548091" y="136461"/>
                    <a:pt x="3514647" y="136461"/>
                  </a:cubicBezTo>
                  <a:close/>
                  <a:moveTo>
                    <a:pt x="3825741" y="14864"/>
                  </a:moveTo>
                  <a:lnTo>
                    <a:pt x="4016693" y="14864"/>
                  </a:lnTo>
                  <a:lnTo>
                    <a:pt x="4132887" y="182398"/>
                  </a:lnTo>
                  <a:lnTo>
                    <a:pt x="4244577" y="14864"/>
                  </a:lnTo>
                  <a:lnTo>
                    <a:pt x="4438231" y="14864"/>
                  </a:lnTo>
                  <a:lnTo>
                    <a:pt x="4208098" y="334171"/>
                  </a:lnTo>
                  <a:lnTo>
                    <a:pt x="4208098" y="629607"/>
                  </a:lnTo>
                  <a:lnTo>
                    <a:pt x="4048218" y="629607"/>
                  </a:lnTo>
                  <a:lnTo>
                    <a:pt x="4048218" y="334171"/>
                  </a:lnTo>
                  <a:close/>
                  <a:moveTo>
                    <a:pt x="3324939" y="14864"/>
                  </a:moveTo>
                  <a:lnTo>
                    <a:pt x="3573538" y="14864"/>
                  </a:lnTo>
                  <a:cubicBezTo>
                    <a:pt x="3646198" y="14864"/>
                    <a:pt x="3699939" y="36630"/>
                    <a:pt x="3734768" y="80165"/>
                  </a:cubicBezTo>
                  <a:cubicBezTo>
                    <a:pt x="3762990" y="115293"/>
                    <a:pt x="3777103" y="156577"/>
                    <a:pt x="3777103" y="204014"/>
                  </a:cubicBezTo>
                  <a:cubicBezTo>
                    <a:pt x="3777103" y="258358"/>
                    <a:pt x="3760890" y="301744"/>
                    <a:pt x="3728463" y="334171"/>
                  </a:cubicBezTo>
                  <a:cubicBezTo>
                    <a:pt x="3707747" y="354886"/>
                    <a:pt x="3679224" y="369298"/>
                    <a:pt x="3642893" y="377405"/>
                  </a:cubicBezTo>
                  <a:lnTo>
                    <a:pt x="3836099" y="629607"/>
                  </a:lnTo>
                  <a:lnTo>
                    <a:pt x="3637490" y="629607"/>
                  </a:lnTo>
                  <a:lnTo>
                    <a:pt x="3484816" y="393618"/>
                  </a:lnTo>
                  <a:lnTo>
                    <a:pt x="3484816" y="629607"/>
                  </a:lnTo>
                  <a:lnTo>
                    <a:pt x="3324939" y="629607"/>
                  </a:lnTo>
                  <a:close/>
                  <a:moveTo>
                    <a:pt x="2831294" y="14864"/>
                  </a:moveTo>
                  <a:lnTo>
                    <a:pt x="3253732" y="14864"/>
                  </a:lnTo>
                  <a:lnTo>
                    <a:pt x="3253732" y="148169"/>
                  </a:lnTo>
                  <a:lnTo>
                    <a:pt x="3121325" y="148169"/>
                  </a:lnTo>
                  <a:lnTo>
                    <a:pt x="3121325" y="629607"/>
                  </a:lnTo>
                  <a:lnTo>
                    <a:pt x="2961448" y="629607"/>
                  </a:lnTo>
                  <a:lnTo>
                    <a:pt x="2961448" y="148169"/>
                  </a:lnTo>
                  <a:lnTo>
                    <a:pt x="2831294" y="148169"/>
                  </a:lnTo>
                  <a:close/>
                  <a:moveTo>
                    <a:pt x="1698036" y="14864"/>
                  </a:moveTo>
                  <a:lnTo>
                    <a:pt x="1857913" y="14864"/>
                  </a:lnTo>
                  <a:lnTo>
                    <a:pt x="1857913" y="347379"/>
                  </a:lnTo>
                  <a:cubicBezTo>
                    <a:pt x="1857913" y="374071"/>
                    <a:pt x="1858364" y="394018"/>
                    <a:pt x="1859265" y="407220"/>
                  </a:cubicBezTo>
                  <a:cubicBezTo>
                    <a:pt x="1862267" y="448915"/>
                    <a:pt x="1881332" y="478011"/>
                    <a:pt x="1916460" y="494505"/>
                  </a:cubicBezTo>
                  <a:cubicBezTo>
                    <a:pt x="1930871" y="501406"/>
                    <a:pt x="1946784" y="504857"/>
                    <a:pt x="1964197" y="504857"/>
                  </a:cubicBezTo>
                  <a:cubicBezTo>
                    <a:pt x="2003230" y="504857"/>
                    <a:pt x="2032653" y="491207"/>
                    <a:pt x="2052468" y="463910"/>
                  </a:cubicBezTo>
                  <a:cubicBezTo>
                    <a:pt x="2067181" y="443812"/>
                    <a:pt x="2074537" y="404967"/>
                    <a:pt x="2074537" y="347379"/>
                  </a:cubicBezTo>
                  <a:lnTo>
                    <a:pt x="2074537" y="14864"/>
                  </a:lnTo>
                  <a:lnTo>
                    <a:pt x="2234415" y="14864"/>
                  </a:lnTo>
                  <a:lnTo>
                    <a:pt x="2234415" y="369298"/>
                  </a:lnTo>
                  <a:cubicBezTo>
                    <a:pt x="2234415" y="406228"/>
                    <a:pt x="2231413" y="437752"/>
                    <a:pt x="2225409" y="463874"/>
                  </a:cubicBezTo>
                  <a:cubicBezTo>
                    <a:pt x="2216101" y="504406"/>
                    <a:pt x="2193883" y="541337"/>
                    <a:pt x="2158754" y="574664"/>
                  </a:cubicBezTo>
                  <a:cubicBezTo>
                    <a:pt x="2108914" y="621801"/>
                    <a:pt x="2042261" y="645369"/>
                    <a:pt x="1958795" y="645369"/>
                  </a:cubicBezTo>
                  <a:cubicBezTo>
                    <a:pt x="1873826" y="645369"/>
                    <a:pt x="1807473" y="621350"/>
                    <a:pt x="1759734" y="573312"/>
                  </a:cubicBezTo>
                  <a:cubicBezTo>
                    <a:pt x="1734515" y="548091"/>
                    <a:pt x="1717250" y="516416"/>
                    <a:pt x="1707944" y="478286"/>
                  </a:cubicBezTo>
                  <a:cubicBezTo>
                    <a:pt x="1701338" y="451264"/>
                    <a:pt x="1698036" y="414934"/>
                    <a:pt x="1698036" y="369298"/>
                  </a:cubicBezTo>
                  <a:close/>
                  <a:moveTo>
                    <a:pt x="1057522" y="14864"/>
                  </a:moveTo>
                  <a:lnTo>
                    <a:pt x="1293511" y="14864"/>
                  </a:lnTo>
                  <a:cubicBezTo>
                    <a:pt x="1351157" y="14864"/>
                    <a:pt x="1404601" y="30924"/>
                    <a:pt x="1453840" y="63050"/>
                  </a:cubicBezTo>
                  <a:cubicBezTo>
                    <a:pt x="1502179" y="94276"/>
                    <a:pt x="1539258" y="136011"/>
                    <a:pt x="1565079" y="188252"/>
                  </a:cubicBezTo>
                  <a:cubicBezTo>
                    <a:pt x="1586097" y="231486"/>
                    <a:pt x="1596604" y="276072"/>
                    <a:pt x="1596604" y="322009"/>
                  </a:cubicBezTo>
                  <a:cubicBezTo>
                    <a:pt x="1596604" y="385961"/>
                    <a:pt x="1577313" y="445185"/>
                    <a:pt x="1538732" y="499678"/>
                  </a:cubicBezTo>
                  <a:cubicBezTo>
                    <a:pt x="1500153" y="554171"/>
                    <a:pt x="1450836" y="591926"/>
                    <a:pt x="1390789" y="612944"/>
                  </a:cubicBezTo>
                  <a:cubicBezTo>
                    <a:pt x="1358964" y="624052"/>
                    <a:pt x="1326538" y="629607"/>
                    <a:pt x="1293511" y="629607"/>
                  </a:cubicBezTo>
                  <a:lnTo>
                    <a:pt x="1057522" y="629607"/>
                  </a:lnTo>
                  <a:close/>
                  <a:moveTo>
                    <a:pt x="294637" y="13238"/>
                  </a:moveTo>
                  <a:lnTo>
                    <a:pt x="454515" y="13238"/>
                  </a:lnTo>
                  <a:lnTo>
                    <a:pt x="748600" y="389290"/>
                  </a:lnTo>
                  <a:lnTo>
                    <a:pt x="748600" y="13238"/>
                  </a:lnTo>
                  <a:lnTo>
                    <a:pt x="908479" y="13238"/>
                  </a:lnTo>
                  <a:lnTo>
                    <a:pt x="908479" y="627982"/>
                  </a:lnTo>
                  <a:lnTo>
                    <a:pt x="748600" y="627982"/>
                  </a:lnTo>
                  <a:lnTo>
                    <a:pt x="454515" y="251478"/>
                  </a:lnTo>
                  <a:lnTo>
                    <a:pt x="454515" y="627982"/>
                  </a:lnTo>
                  <a:lnTo>
                    <a:pt x="294637" y="627982"/>
                  </a:lnTo>
                  <a:close/>
                  <a:moveTo>
                    <a:pt x="0" y="13238"/>
                  </a:moveTo>
                  <a:lnTo>
                    <a:pt x="159879" y="13238"/>
                  </a:lnTo>
                  <a:lnTo>
                    <a:pt x="159879" y="627982"/>
                  </a:lnTo>
                  <a:lnTo>
                    <a:pt x="0" y="627982"/>
                  </a:lnTo>
                  <a:close/>
                  <a:moveTo>
                    <a:pt x="2570434" y="0"/>
                  </a:moveTo>
                  <a:cubicBezTo>
                    <a:pt x="2636788" y="0"/>
                    <a:pt x="2701790" y="16663"/>
                    <a:pt x="2765440" y="49991"/>
                  </a:cubicBezTo>
                  <a:lnTo>
                    <a:pt x="2701489" y="174291"/>
                  </a:lnTo>
                  <a:cubicBezTo>
                    <a:pt x="2666572" y="146968"/>
                    <a:pt x="2631352" y="133309"/>
                    <a:pt x="2595830" y="133309"/>
                  </a:cubicBezTo>
                  <a:cubicBezTo>
                    <a:pt x="2578675" y="133309"/>
                    <a:pt x="2563322" y="137678"/>
                    <a:pt x="2549773" y="146417"/>
                  </a:cubicBezTo>
                  <a:cubicBezTo>
                    <a:pt x="2534424" y="156363"/>
                    <a:pt x="2526751" y="169624"/>
                    <a:pt x="2526751" y="186197"/>
                  </a:cubicBezTo>
                  <a:cubicBezTo>
                    <a:pt x="2526751" y="202467"/>
                    <a:pt x="2536823" y="216477"/>
                    <a:pt x="2556973" y="228228"/>
                  </a:cubicBezTo>
                  <a:cubicBezTo>
                    <a:pt x="2565998" y="233657"/>
                    <a:pt x="2593069" y="242999"/>
                    <a:pt x="2638178" y="256255"/>
                  </a:cubicBezTo>
                  <a:cubicBezTo>
                    <a:pt x="2694723" y="272790"/>
                    <a:pt x="2735022" y="296237"/>
                    <a:pt x="2759080" y="326598"/>
                  </a:cubicBezTo>
                  <a:cubicBezTo>
                    <a:pt x="2779834" y="352448"/>
                    <a:pt x="2790212" y="385661"/>
                    <a:pt x="2790212" y="426239"/>
                  </a:cubicBezTo>
                  <a:cubicBezTo>
                    <a:pt x="2790212" y="530241"/>
                    <a:pt x="2744575" y="598023"/>
                    <a:pt x="2653300" y="629586"/>
                  </a:cubicBezTo>
                  <a:cubicBezTo>
                    <a:pt x="2621475" y="640709"/>
                    <a:pt x="2587247" y="646270"/>
                    <a:pt x="2550619" y="646270"/>
                  </a:cubicBezTo>
                  <a:cubicBezTo>
                    <a:pt x="2473756" y="646270"/>
                    <a:pt x="2402450" y="623003"/>
                    <a:pt x="2336697" y="576465"/>
                  </a:cubicBezTo>
                  <a:lnTo>
                    <a:pt x="2405151" y="447660"/>
                  </a:lnTo>
                  <a:cubicBezTo>
                    <a:pt x="2453288" y="491195"/>
                    <a:pt x="2500372" y="512964"/>
                    <a:pt x="2546403" y="512964"/>
                  </a:cubicBezTo>
                  <a:cubicBezTo>
                    <a:pt x="2567163" y="512964"/>
                    <a:pt x="2584764" y="508110"/>
                    <a:pt x="2599209" y="498404"/>
                  </a:cubicBezTo>
                  <a:cubicBezTo>
                    <a:pt x="2616055" y="487487"/>
                    <a:pt x="2624478" y="472021"/>
                    <a:pt x="2624478" y="452004"/>
                  </a:cubicBezTo>
                  <a:cubicBezTo>
                    <a:pt x="2624478" y="433804"/>
                    <a:pt x="2615154" y="418641"/>
                    <a:pt x="2596506" y="406508"/>
                  </a:cubicBezTo>
                  <a:cubicBezTo>
                    <a:pt x="2582672" y="397408"/>
                    <a:pt x="2559363" y="388157"/>
                    <a:pt x="2526580" y="378754"/>
                  </a:cubicBezTo>
                  <a:cubicBezTo>
                    <a:pt x="2486883" y="367060"/>
                    <a:pt x="2461921" y="358963"/>
                    <a:pt x="2451694" y="354465"/>
                  </a:cubicBezTo>
                  <a:cubicBezTo>
                    <a:pt x="2435452" y="347569"/>
                    <a:pt x="2421619" y="339470"/>
                    <a:pt x="2410191" y="330171"/>
                  </a:cubicBezTo>
                  <a:cubicBezTo>
                    <a:pt x="2377407" y="303183"/>
                    <a:pt x="2361016" y="262400"/>
                    <a:pt x="2361016" y="207821"/>
                  </a:cubicBezTo>
                  <a:cubicBezTo>
                    <a:pt x="2361016" y="150842"/>
                    <a:pt x="2377981" y="103609"/>
                    <a:pt x="2411907" y="66127"/>
                  </a:cubicBezTo>
                  <a:cubicBezTo>
                    <a:pt x="2451539" y="22042"/>
                    <a:pt x="2504382" y="0"/>
                    <a:pt x="25704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54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981185-B17A-411A-817A-411B329380BA}"/>
                </a:ext>
              </a:extLst>
            </p:cNvPr>
            <p:cNvSpPr/>
            <p:nvPr/>
          </p:nvSpPr>
          <p:spPr>
            <a:xfrm>
              <a:off x="3308523" y="4212614"/>
              <a:ext cx="554834" cy="553327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0EFFB30-A160-4211-8E55-E91CF2EEC5C1}"/>
              </a:ext>
            </a:extLst>
          </p:cNvPr>
          <p:cNvSpPr/>
          <p:nvPr/>
        </p:nvSpPr>
        <p:spPr>
          <a:xfrm>
            <a:off x="889399" y="-6081"/>
            <a:ext cx="274320" cy="596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53259C-53AF-4B92-A063-551B86BBFEAA}"/>
              </a:ext>
            </a:extLst>
          </p:cNvPr>
          <p:cNvSpPr/>
          <p:nvPr/>
        </p:nvSpPr>
        <p:spPr>
          <a:xfrm>
            <a:off x="804864" y="183646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24DE2F-EF95-4D1B-982B-694A7101623F}"/>
              </a:ext>
            </a:extLst>
          </p:cNvPr>
          <p:cNvGrpSpPr/>
          <p:nvPr/>
        </p:nvGrpSpPr>
        <p:grpSpPr>
          <a:xfrm>
            <a:off x="2" y="491130"/>
            <a:ext cx="2300512" cy="1658160"/>
            <a:chOff x="2" y="491130"/>
            <a:chExt cx="2300512" cy="165816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F1ACE8-C541-4C9F-BF36-E4A177C88D7C}"/>
                </a:ext>
              </a:extLst>
            </p:cNvPr>
            <p:cNvSpPr/>
            <p:nvPr/>
          </p:nvSpPr>
          <p:spPr>
            <a:xfrm>
              <a:off x="2" y="590550"/>
              <a:ext cx="160972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8AA0CE-12BB-4474-9226-04D727757709}"/>
                </a:ext>
              </a:extLst>
            </p:cNvPr>
            <p:cNvSpPr/>
            <p:nvPr/>
          </p:nvSpPr>
          <p:spPr>
            <a:xfrm>
              <a:off x="1935253" y="1162049"/>
              <a:ext cx="274320" cy="987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36D23E0E-ACBE-41A0-8BBC-638DF0620A05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060AD60-4AA0-4914-8719-383BECD61096}"/>
                </a:ext>
              </a:extLst>
            </p:cNvPr>
            <p:cNvSpPr/>
            <p:nvPr/>
          </p:nvSpPr>
          <p:spPr>
            <a:xfrm>
              <a:off x="1843314" y="12480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9FD6AEC-A2F3-4D68-912B-FA75682DB3CC}"/>
                </a:ext>
              </a:extLst>
            </p:cNvPr>
            <p:cNvSpPr/>
            <p:nvPr/>
          </p:nvSpPr>
          <p:spPr>
            <a:xfrm>
              <a:off x="139290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0EF282-A0CC-490B-BCB6-E2ABE06A53EA}"/>
              </a:ext>
            </a:extLst>
          </p:cNvPr>
          <p:cNvGrpSpPr/>
          <p:nvPr/>
        </p:nvGrpSpPr>
        <p:grpSpPr>
          <a:xfrm flipH="1">
            <a:off x="9655505" y="4921717"/>
            <a:ext cx="2536495" cy="1319868"/>
            <a:chOff x="-83581" y="643530"/>
            <a:chExt cx="2536495" cy="131986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D4E2454-C9E2-4303-8EE3-2E1498D516F4}"/>
                </a:ext>
              </a:extLst>
            </p:cNvPr>
            <p:cNvSpPr/>
            <p:nvPr/>
          </p:nvSpPr>
          <p:spPr>
            <a:xfrm>
              <a:off x="-83581" y="742950"/>
              <a:ext cx="1845707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AA979D-898D-4CBD-93ED-73B82D9F5021}"/>
                </a:ext>
              </a:extLst>
            </p:cNvPr>
            <p:cNvSpPr/>
            <p:nvPr/>
          </p:nvSpPr>
          <p:spPr>
            <a:xfrm>
              <a:off x="2087653" y="1314450"/>
              <a:ext cx="274320" cy="6489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E679347E-6EB2-42D0-B802-471174ED5743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21DE897-9941-498E-8DD9-D52E1A90A696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8D6255-5F0E-4E26-82BD-AAAA2252A0CD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26564DD-3722-4C3B-B731-DB294D88A036}"/>
              </a:ext>
            </a:extLst>
          </p:cNvPr>
          <p:cNvGrpSpPr/>
          <p:nvPr/>
        </p:nvGrpSpPr>
        <p:grpSpPr>
          <a:xfrm rot="10800000">
            <a:off x="1992952" y="4741678"/>
            <a:ext cx="8494072" cy="1827926"/>
            <a:chOff x="-6041158" y="643530"/>
            <a:chExt cx="8494072" cy="182792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01C9E7-1211-404D-91CC-7E0FC2EEBA4A}"/>
                </a:ext>
              </a:extLst>
            </p:cNvPr>
            <p:cNvSpPr/>
            <p:nvPr/>
          </p:nvSpPr>
          <p:spPr>
            <a:xfrm>
              <a:off x="-6041158" y="742950"/>
              <a:ext cx="7803285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02B4BCE-D6D4-4F8C-B9D0-94DAA3C14F8F}"/>
                </a:ext>
              </a:extLst>
            </p:cNvPr>
            <p:cNvSpPr/>
            <p:nvPr/>
          </p:nvSpPr>
          <p:spPr>
            <a:xfrm>
              <a:off x="2087653" y="1314450"/>
              <a:ext cx="274320" cy="11570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Block Arc 50">
              <a:extLst>
                <a:ext uri="{FF2B5EF4-FFF2-40B4-BE49-F238E27FC236}">
                  <a16:creationId xmlns:a16="http://schemas.microsoft.com/office/drawing/2014/main" id="{B6388E78-95F8-4872-BBCF-22E5CA9974B8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17FFF0A-7C9D-4506-92CF-C2D742FD0FBE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6B5C83F-F678-4889-8CC0-2EA7FDA50FC8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53585F-6CF0-41A7-B203-E1433ACA49E4}"/>
              </a:ext>
            </a:extLst>
          </p:cNvPr>
          <p:cNvGrpSpPr/>
          <p:nvPr/>
        </p:nvGrpSpPr>
        <p:grpSpPr>
          <a:xfrm>
            <a:off x="9974895" y="6108175"/>
            <a:ext cx="1311887" cy="1319867"/>
            <a:chOff x="989126" y="491130"/>
            <a:chExt cx="1311887" cy="1319867"/>
          </a:xfrm>
        </p:grpSpPr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DC8F628B-D206-46BC-BC86-2A8CF00BB5F7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C3F4A65E-289E-4484-97CB-7E1D72FE8232}"/>
                </a:ext>
              </a:extLst>
            </p:cNvPr>
            <p:cNvSpPr/>
            <p:nvPr/>
          </p:nvSpPr>
          <p:spPr>
            <a:xfrm>
              <a:off x="1843813" y="1070609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F7F8F0D-719F-4E8A-993A-7FADB3407717}"/>
                </a:ext>
              </a:extLst>
            </p:cNvPr>
            <p:cNvSpPr/>
            <p:nvPr/>
          </p:nvSpPr>
          <p:spPr>
            <a:xfrm>
              <a:off x="141195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E89CEC1-DC81-41AF-A969-ED5E962DA9E8}"/>
              </a:ext>
            </a:extLst>
          </p:cNvPr>
          <p:cNvSpPr txBox="1"/>
          <p:nvPr/>
        </p:nvSpPr>
        <p:spPr>
          <a:xfrm>
            <a:off x="5171263" y="2592083"/>
            <a:ext cx="48036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Metode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digunakan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adalah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metode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deskriptif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kualitatif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Pendekatan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kualitatif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menjadi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pendekatan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utama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bertujuan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memberikan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deskripsi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rinci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Untuk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memperoleh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 di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digunakan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beberapa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metode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pengumpulan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tersebut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Berikut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adalah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tahapan-tahapan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: 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3F2DEB-2A68-4124-9779-9F76084F904D}"/>
              </a:ext>
            </a:extLst>
          </p:cNvPr>
          <p:cNvSpPr txBox="1"/>
          <p:nvPr/>
        </p:nvSpPr>
        <p:spPr>
          <a:xfrm>
            <a:off x="2168494" y="948330"/>
            <a:ext cx="306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METODE</a:t>
            </a:r>
          </a:p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PENELITIAN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40BA5B-2F93-4AB5-9411-959D009F0329}"/>
              </a:ext>
            </a:extLst>
          </p:cNvPr>
          <p:cNvGrpSpPr/>
          <p:nvPr/>
        </p:nvGrpSpPr>
        <p:grpSpPr>
          <a:xfrm rot="16200000" flipH="1">
            <a:off x="9646767" y="722578"/>
            <a:ext cx="3273891" cy="1816575"/>
            <a:chOff x="-820977" y="643530"/>
            <a:chExt cx="3273891" cy="181657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5C7899-A839-4A96-B212-4CDF34DE411E}"/>
                </a:ext>
              </a:extLst>
            </p:cNvPr>
            <p:cNvSpPr/>
            <p:nvPr/>
          </p:nvSpPr>
          <p:spPr>
            <a:xfrm>
              <a:off x="-820977" y="742951"/>
              <a:ext cx="258310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5E65A1-B9A9-4E9C-8A5D-7AC8C158EEBE}"/>
                </a:ext>
              </a:extLst>
            </p:cNvPr>
            <p:cNvSpPr/>
            <p:nvPr/>
          </p:nvSpPr>
          <p:spPr>
            <a:xfrm>
              <a:off x="2087653" y="1314450"/>
              <a:ext cx="274320" cy="11456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37A21BCC-CB69-4EC7-ADD9-352EB018ABEA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FBE240E-1F3A-4600-BA16-C5A37AA8AD70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787523B-703C-44BD-87D0-846766EBFA8A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386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4F6199B-2971-40BB-8935-905F573F8B7C}"/>
              </a:ext>
            </a:extLst>
          </p:cNvPr>
          <p:cNvGrpSpPr/>
          <p:nvPr/>
        </p:nvGrpSpPr>
        <p:grpSpPr>
          <a:xfrm>
            <a:off x="588057" y="1808151"/>
            <a:ext cx="3856005" cy="3241698"/>
            <a:chOff x="588057" y="489291"/>
            <a:chExt cx="7012893" cy="589565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29380C-D701-430A-82D5-D18760DC350D}"/>
                </a:ext>
              </a:extLst>
            </p:cNvPr>
            <p:cNvGrpSpPr/>
            <p:nvPr/>
          </p:nvGrpSpPr>
          <p:grpSpPr>
            <a:xfrm>
              <a:off x="588057" y="489291"/>
              <a:ext cx="7012893" cy="5895657"/>
              <a:chOff x="588057" y="489291"/>
              <a:chExt cx="7012893" cy="58956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95B59AA-DF2A-432B-AE13-FAE5C0512D64}"/>
                  </a:ext>
                </a:extLst>
              </p:cNvPr>
              <p:cNvSpPr/>
              <p:nvPr/>
            </p:nvSpPr>
            <p:spPr>
              <a:xfrm>
                <a:off x="588057" y="489291"/>
                <a:ext cx="5731815" cy="5895657"/>
              </a:xfrm>
              <a:custGeom>
                <a:avLst/>
                <a:gdLst>
                  <a:gd name="connsiteX0" fmla="*/ 2900635 w 5731815"/>
                  <a:gd name="connsiteY0" fmla="*/ 0 h 5895657"/>
                  <a:gd name="connsiteX1" fmla="*/ 2939708 w 5731815"/>
                  <a:gd name="connsiteY1" fmla="*/ 611 h 5895657"/>
                  <a:gd name="connsiteX2" fmla="*/ 2939708 w 5731815"/>
                  <a:gd name="connsiteY2" fmla="*/ 1068227 h 5895657"/>
                  <a:gd name="connsiteX3" fmla="*/ 2919437 w 5731815"/>
                  <a:gd name="connsiteY3" fmla="*/ 1067354 h 5895657"/>
                  <a:gd name="connsiteX4" fmla="*/ 1061610 w 5731815"/>
                  <a:gd name="connsiteY4" fmla="*/ 2959366 h 5895657"/>
                  <a:gd name="connsiteX5" fmla="*/ 2950199 w 5731815"/>
                  <a:gd name="connsiteY5" fmla="*/ 4818902 h 5895657"/>
                  <a:gd name="connsiteX6" fmla="*/ 4729170 w 5731815"/>
                  <a:gd name="connsiteY6" fmla="*/ 3499518 h 5895657"/>
                  <a:gd name="connsiteX7" fmla="*/ 4747685 w 5731815"/>
                  <a:gd name="connsiteY7" fmla="*/ 3425483 h 5895657"/>
                  <a:gd name="connsiteX8" fmla="*/ 5338746 w 5731815"/>
                  <a:gd name="connsiteY8" fmla="*/ 3425483 h 5895657"/>
                  <a:gd name="connsiteX9" fmla="*/ 5303677 w 5731815"/>
                  <a:gd name="connsiteY9" fmla="*/ 3583197 h 5895657"/>
                  <a:gd name="connsiteX10" fmla="*/ 5334442 w 5731815"/>
                  <a:gd name="connsiteY10" fmla="*/ 3636182 h 5895657"/>
                  <a:gd name="connsiteX11" fmla="*/ 5717289 w 5731815"/>
                  <a:gd name="connsiteY11" fmla="*/ 3848114 h 5895657"/>
                  <a:gd name="connsiteX12" fmla="*/ 5727544 w 5731815"/>
                  <a:gd name="connsiteY12" fmla="*/ 3889135 h 5895657"/>
                  <a:gd name="connsiteX13" fmla="*/ 5609612 w 5731815"/>
                  <a:gd name="connsiteY13" fmla="*/ 4186524 h 5895657"/>
                  <a:gd name="connsiteX14" fmla="*/ 5568594 w 5731815"/>
                  <a:gd name="connsiteY14" fmla="*/ 4207032 h 5895657"/>
                  <a:gd name="connsiteX15" fmla="*/ 5238730 w 5731815"/>
                  <a:gd name="connsiteY15" fmla="*/ 4140376 h 5895657"/>
                  <a:gd name="connsiteX16" fmla="*/ 5143018 w 5731815"/>
                  <a:gd name="connsiteY16" fmla="*/ 4094230 h 5895657"/>
                  <a:gd name="connsiteX17" fmla="*/ 5095163 w 5731815"/>
                  <a:gd name="connsiteY17" fmla="*/ 4107904 h 5895657"/>
                  <a:gd name="connsiteX18" fmla="*/ 4879813 w 5731815"/>
                  <a:gd name="connsiteY18" fmla="*/ 4441183 h 5895657"/>
                  <a:gd name="connsiteX19" fmla="*/ 4886650 w 5731815"/>
                  <a:gd name="connsiteY19" fmla="*/ 4499293 h 5895657"/>
                  <a:gd name="connsiteX20" fmla="*/ 5084908 w 5731815"/>
                  <a:gd name="connsiteY20" fmla="*/ 4736863 h 5895657"/>
                  <a:gd name="connsiteX21" fmla="*/ 5119092 w 5731815"/>
                  <a:gd name="connsiteY21" fmla="*/ 4786430 h 5895657"/>
                  <a:gd name="connsiteX22" fmla="*/ 5110546 w 5731815"/>
                  <a:gd name="connsiteY22" fmla="*/ 4935125 h 5895657"/>
                  <a:gd name="connsiteX23" fmla="*/ 4939632 w 5731815"/>
                  <a:gd name="connsiteY23" fmla="*/ 5109454 h 5895657"/>
                  <a:gd name="connsiteX24" fmla="*/ 4876394 w 5731815"/>
                  <a:gd name="connsiteY24" fmla="*/ 5114582 h 5895657"/>
                  <a:gd name="connsiteX25" fmla="*/ 4616605 w 5731815"/>
                  <a:gd name="connsiteY25" fmla="*/ 4941958 h 5895657"/>
                  <a:gd name="connsiteX26" fmla="*/ 4537988 w 5731815"/>
                  <a:gd name="connsiteY26" fmla="*/ 4858214 h 5895657"/>
                  <a:gd name="connsiteX27" fmla="*/ 4481584 w 5731815"/>
                  <a:gd name="connsiteY27" fmla="*/ 4851377 h 5895657"/>
                  <a:gd name="connsiteX28" fmla="*/ 4155141 w 5731815"/>
                  <a:gd name="connsiteY28" fmla="*/ 5076982 h 5895657"/>
                  <a:gd name="connsiteX29" fmla="*/ 4136340 w 5731815"/>
                  <a:gd name="connsiteY29" fmla="*/ 5116291 h 5895657"/>
                  <a:gd name="connsiteX30" fmla="*/ 4254269 w 5731815"/>
                  <a:gd name="connsiteY30" fmla="*/ 5505974 h 5895657"/>
                  <a:gd name="connsiteX31" fmla="*/ 4202996 w 5731815"/>
                  <a:gd name="connsiteY31" fmla="*/ 5608523 h 5895657"/>
                  <a:gd name="connsiteX32" fmla="*/ 3960298 w 5731815"/>
                  <a:gd name="connsiteY32" fmla="*/ 5712778 h 5895657"/>
                  <a:gd name="connsiteX33" fmla="*/ 3903898 w 5731815"/>
                  <a:gd name="connsiteY33" fmla="*/ 5695689 h 5895657"/>
                  <a:gd name="connsiteX34" fmla="*/ 3727856 w 5731815"/>
                  <a:gd name="connsiteY34" fmla="*/ 5432481 h 5895657"/>
                  <a:gd name="connsiteX35" fmla="*/ 3686838 w 5731815"/>
                  <a:gd name="connsiteY35" fmla="*/ 5321389 h 5895657"/>
                  <a:gd name="connsiteX36" fmla="*/ 3642399 w 5731815"/>
                  <a:gd name="connsiteY36" fmla="*/ 5297460 h 5895657"/>
                  <a:gd name="connsiteX37" fmla="*/ 3245882 w 5731815"/>
                  <a:gd name="connsiteY37" fmla="*/ 5381208 h 5895657"/>
                  <a:gd name="connsiteX38" fmla="*/ 3220244 w 5731815"/>
                  <a:gd name="connsiteY38" fmla="*/ 5415389 h 5895657"/>
                  <a:gd name="connsiteX39" fmla="*/ 3172390 w 5731815"/>
                  <a:gd name="connsiteY39" fmla="*/ 5854639 h 5895657"/>
                  <a:gd name="connsiteX40" fmla="*/ 3133078 w 5731815"/>
                  <a:gd name="connsiteY40" fmla="*/ 5888820 h 5895657"/>
                  <a:gd name="connsiteX41" fmla="*/ 2967291 w 5731815"/>
                  <a:gd name="connsiteY41" fmla="*/ 5895657 h 5895657"/>
                  <a:gd name="connsiteX42" fmla="*/ 2963873 w 5731815"/>
                  <a:gd name="connsiteY42" fmla="*/ 5881983 h 5895657"/>
                  <a:gd name="connsiteX43" fmla="*/ 2823724 w 5731815"/>
                  <a:gd name="connsiteY43" fmla="*/ 5881983 h 5895657"/>
                  <a:gd name="connsiteX44" fmla="*/ 2780997 w 5731815"/>
                  <a:gd name="connsiteY44" fmla="*/ 5846093 h 5895657"/>
                  <a:gd name="connsiteX45" fmla="*/ 2716051 w 5731815"/>
                  <a:gd name="connsiteY45" fmla="*/ 5519647 h 5895657"/>
                  <a:gd name="connsiteX46" fmla="*/ 2722888 w 5731815"/>
                  <a:gd name="connsiteY46" fmla="*/ 5422226 h 5895657"/>
                  <a:gd name="connsiteX47" fmla="*/ 2688703 w 5731815"/>
                  <a:gd name="connsiteY47" fmla="*/ 5377790 h 5895657"/>
                  <a:gd name="connsiteX48" fmla="*/ 2302439 w 5731815"/>
                  <a:gd name="connsiteY48" fmla="*/ 5306006 h 5895657"/>
                  <a:gd name="connsiteX49" fmla="*/ 2252875 w 5731815"/>
                  <a:gd name="connsiteY49" fmla="*/ 5335060 h 5895657"/>
                  <a:gd name="connsiteX50" fmla="*/ 2037522 w 5731815"/>
                  <a:gd name="connsiteY50" fmla="*/ 5721324 h 5895657"/>
                  <a:gd name="connsiteX51" fmla="*/ 1999922 w 5731815"/>
                  <a:gd name="connsiteY51" fmla="*/ 5731579 h 5895657"/>
                  <a:gd name="connsiteX52" fmla="*/ 1699115 w 5731815"/>
                  <a:gd name="connsiteY52" fmla="*/ 5611941 h 5895657"/>
                  <a:gd name="connsiteX53" fmla="*/ 1680314 w 5731815"/>
                  <a:gd name="connsiteY53" fmla="*/ 5570920 h 5895657"/>
                  <a:gd name="connsiteX54" fmla="*/ 1746969 w 5731815"/>
                  <a:gd name="connsiteY54" fmla="*/ 5244478 h 5895657"/>
                  <a:gd name="connsiteX55" fmla="*/ 1794827 w 5731815"/>
                  <a:gd name="connsiteY55" fmla="*/ 5143638 h 5895657"/>
                  <a:gd name="connsiteX56" fmla="*/ 1781153 w 5731815"/>
                  <a:gd name="connsiteY56" fmla="*/ 5099199 h 5895657"/>
                  <a:gd name="connsiteX57" fmla="*/ 1441038 w 5731815"/>
                  <a:gd name="connsiteY57" fmla="*/ 4878721 h 5895657"/>
                  <a:gd name="connsiteX58" fmla="*/ 1393180 w 5731815"/>
                  <a:gd name="connsiteY58" fmla="*/ 4885558 h 5895657"/>
                  <a:gd name="connsiteX59" fmla="*/ 1044518 w 5731815"/>
                  <a:gd name="connsiteY59" fmla="*/ 5164149 h 5895657"/>
                  <a:gd name="connsiteX60" fmla="*/ 1003497 w 5731815"/>
                  <a:gd name="connsiteY60" fmla="*/ 5159021 h 5895657"/>
                  <a:gd name="connsiteX61" fmla="*/ 774473 w 5731815"/>
                  <a:gd name="connsiteY61" fmla="*/ 4936834 h 5895657"/>
                  <a:gd name="connsiteX62" fmla="*/ 771054 w 5731815"/>
                  <a:gd name="connsiteY62" fmla="*/ 4892394 h 5895657"/>
                  <a:gd name="connsiteX63" fmla="*/ 957351 w 5731815"/>
                  <a:gd name="connsiteY63" fmla="*/ 4615516 h 5895657"/>
                  <a:gd name="connsiteX64" fmla="*/ 1035972 w 5731815"/>
                  <a:gd name="connsiteY64" fmla="*/ 4543732 h 5895657"/>
                  <a:gd name="connsiteX65" fmla="*/ 1042808 w 5731815"/>
                  <a:gd name="connsiteY65" fmla="*/ 4490750 h 5895657"/>
                  <a:gd name="connsiteX66" fmla="*/ 815494 w 5731815"/>
                  <a:gd name="connsiteY66" fmla="*/ 4159177 h 5895657"/>
                  <a:gd name="connsiteX67" fmla="*/ 764217 w 5731815"/>
                  <a:gd name="connsiteY67" fmla="*/ 4150631 h 5895657"/>
                  <a:gd name="connsiteX68" fmla="*/ 340354 w 5731815"/>
                  <a:gd name="connsiteY68" fmla="*/ 4271978 h 5895657"/>
                  <a:gd name="connsiteX69" fmla="*/ 304464 w 5731815"/>
                  <a:gd name="connsiteY69" fmla="*/ 4249762 h 5895657"/>
                  <a:gd name="connsiteX70" fmla="*/ 177985 w 5731815"/>
                  <a:gd name="connsiteY70" fmla="*/ 3955791 h 5895657"/>
                  <a:gd name="connsiteX71" fmla="*/ 193368 w 5731815"/>
                  <a:gd name="connsiteY71" fmla="*/ 3913061 h 5895657"/>
                  <a:gd name="connsiteX72" fmla="*/ 471956 w 5731815"/>
                  <a:gd name="connsiteY72" fmla="*/ 3728476 h 5895657"/>
                  <a:gd name="connsiteX73" fmla="*/ 576214 w 5731815"/>
                  <a:gd name="connsiteY73" fmla="*/ 3690874 h 5895657"/>
                  <a:gd name="connsiteX74" fmla="*/ 598434 w 5731815"/>
                  <a:gd name="connsiteY74" fmla="*/ 3649856 h 5895657"/>
                  <a:gd name="connsiteX75" fmla="*/ 512977 w 5731815"/>
                  <a:gd name="connsiteY75" fmla="*/ 3249918 h 5895657"/>
                  <a:gd name="connsiteX76" fmla="*/ 477084 w 5731815"/>
                  <a:gd name="connsiteY76" fmla="*/ 3224280 h 5895657"/>
                  <a:gd name="connsiteX77" fmla="*/ 34418 w 5731815"/>
                  <a:gd name="connsiteY77" fmla="*/ 3174716 h 5895657"/>
                  <a:gd name="connsiteX78" fmla="*/ 7071 w 5731815"/>
                  <a:gd name="connsiteY78" fmla="*/ 3142241 h 5895657"/>
                  <a:gd name="connsiteX79" fmla="*/ 1947 w 5731815"/>
                  <a:gd name="connsiteY79" fmla="*/ 2817508 h 5895657"/>
                  <a:gd name="connsiteX80" fmla="*/ 34418 w 5731815"/>
                  <a:gd name="connsiteY80" fmla="*/ 2785033 h 5895657"/>
                  <a:gd name="connsiteX81" fmla="*/ 365992 w 5731815"/>
                  <a:gd name="connsiteY81" fmla="*/ 2718377 h 5895657"/>
                  <a:gd name="connsiteX82" fmla="*/ 463410 w 5731815"/>
                  <a:gd name="connsiteY82" fmla="*/ 2725214 h 5895657"/>
                  <a:gd name="connsiteX83" fmla="*/ 507849 w 5731815"/>
                  <a:gd name="connsiteY83" fmla="*/ 2689321 h 5895657"/>
                  <a:gd name="connsiteX84" fmla="*/ 577924 w 5731815"/>
                  <a:gd name="connsiteY84" fmla="*/ 2308184 h 5895657"/>
                  <a:gd name="connsiteX85" fmla="*/ 543739 w 5731815"/>
                  <a:gd name="connsiteY85" fmla="*/ 2253492 h 5895657"/>
                  <a:gd name="connsiteX86" fmla="*/ 162606 w 5731815"/>
                  <a:gd name="connsiteY86" fmla="*/ 2039851 h 5895657"/>
                  <a:gd name="connsiteX87" fmla="*/ 152347 w 5731815"/>
                  <a:gd name="connsiteY87" fmla="*/ 2007376 h 5895657"/>
                  <a:gd name="connsiteX88" fmla="*/ 273698 w 5731815"/>
                  <a:gd name="connsiteY88" fmla="*/ 1701441 h 5895657"/>
                  <a:gd name="connsiteX89" fmla="*/ 311297 w 5731815"/>
                  <a:gd name="connsiteY89" fmla="*/ 1684352 h 5895657"/>
                  <a:gd name="connsiteX90" fmla="*/ 742001 w 5731815"/>
                  <a:gd name="connsiteY90" fmla="*/ 1798863 h 5895657"/>
                  <a:gd name="connsiteX91" fmla="*/ 784728 w 5731815"/>
                  <a:gd name="connsiteY91" fmla="*/ 1785189 h 5895657"/>
                  <a:gd name="connsiteX92" fmla="*/ 1001787 w 5731815"/>
                  <a:gd name="connsiteY92" fmla="*/ 1448491 h 5895657"/>
                  <a:gd name="connsiteX93" fmla="*/ 1003497 w 5731815"/>
                  <a:gd name="connsiteY93" fmla="*/ 1402343 h 5895657"/>
                  <a:gd name="connsiteX94" fmla="*/ 789856 w 5731815"/>
                  <a:gd name="connsiteY94" fmla="*/ 1149393 h 5895657"/>
                  <a:gd name="connsiteX95" fmla="*/ 757384 w 5731815"/>
                  <a:gd name="connsiteY95" fmla="*/ 1103245 h 5895657"/>
                  <a:gd name="connsiteX96" fmla="*/ 764217 w 5731815"/>
                  <a:gd name="connsiteY96" fmla="*/ 961387 h 5895657"/>
                  <a:gd name="connsiteX97" fmla="*/ 940259 w 5731815"/>
                  <a:gd name="connsiteY97" fmla="*/ 781930 h 5895657"/>
                  <a:gd name="connsiteX98" fmla="*/ 994951 w 5731815"/>
                  <a:gd name="connsiteY98" fmla="*/ 776802 h 5895657"/>
                  <a:gd name="connsiteX99" fmla="*/ 1261577 w 5731815"/>
                  <a:gd name="connsiteY99" fmla="*/ 954550 h 5895657"/>
                  <a:gd name="connsiteX100" fmla="*/ 1335070 w 5731815"/>
                  <a:gd name="connsiteY100" fmla="*/ 1031461 h 5895657"/>
                  <a:gd name="connsiteX101" fmla="*/ 1398307 w 5731815"/>
                  <a:gd name="connsiteY101" fmla="*/ 1040007 h 5895657"/>
                  <a:gd name="connsiteX102" fmla="*/ 1721335 w 5731815"/>
                  <a:gd name="connsiteY102" fmla="*/ 817820 h 5895657"/>
                  <a:gd name="connsiteX103" fmla="*/ 1738423 w 5731815"/>
                  <a:gd name="connsiteY103" fmla="*/ 775093 h 5895657"/>
                  <a:gd name="connsiteX104" fmla="*/ 1630750 w 5731815"/>
                  <a:gd name="connsiteY104" fmla="*/ 423009 h 5895657"/>
                  <a:gd name="connsiteX105" fmla="*/ 1704242 w 5731815"/>
                  <a:gd name="connsiteY105" fmla="*/ 272606 h 5895657"/>
                  <a:gd name="connsiteX106" fmla="*/ 1916174 w 5731815"/>
                  <a:gd name="connsiteY106" fmla="*/ 183733 h 5895657"/>
                  <a:gd name="connsiteX107" fmla="*/ 1972575 w 5731815"/>
                  <a:gd name="connsiteY107" fmla="*/ 199113 h 5895657"/>
                  <a:gd name="connsiteX108" fmla="*/ 2148617 w 5731815"/>
                  <a:gd name="connsiteY108" fmla="*/ 462321 h 5895657"/>
                  <a:gd name="connsiteX109" fmla="*/ 2189638 w 5731815"/>
                  <a:gd name="connsiteY109" fmla="*/ 569995 h 5895657"/>
                  <a:gd name="connsiteX110" fmla="*/ 2237492 w 5731815"/>
                  <a:gd name="connsiteY110" fmla="*/ 597342 h 5895657"/>
                  <a:gd name="connsiteX111" fmla="*/ 2625466 w 5731815"/>
                  <a:gd name="connsiteY111" fmla="*/ 515303 h 5895657"/>
                  <a:gd name="connsiteX112" fmla="*/ 2656228 w 5731815"/>
                  <a:gd name="connsiteY112" fmla="*/ 475995 h 5895657"/>
                  <a:gd name="connsiteX113" fmla="*/ 2705795 w 5731815"/>
                  <a:gd name="connsiteY113" fmla="*/ 36748 h 5895657"/>
                  <a:gd name="connsiteX114" fmla="*/ 2736558 w 5731815"/>
                  <a:gd name="connsiteY114" fmla="*/ 7692 h 5895657"/>
                  <a:gd name="connsiteX115" fmla="*/ 2900635 w 5731815"/>
                  <a:gd name="connsiteY115" fmla="*/ 0 h 589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5731815" h="5895657">
                    <a:moveTo>
                      <a:pt x="2900635" y="0"/>
                    </a:moveTo>
                    <a:lnTo>
                      <a:pt x="2939708" y="611"/>
                    </a:lnTo>
                    <a:lnTo>
                      <a:pt x="2939708" y="1068227"/>
                    </a:lnTo>
                    <a:lnTo>
                      <a:pt x="2919437" y="1067354"/>
                    </a:lnTo>
                    <a:cubicBezTo>
                      <a:pt x="1893958" y="1074191"/>
                      <a:pt x="1054770" y="1891157"/>
                      <a:pt x="1061610" y="2959366"/>
                    </a:cubicBezTo>
                    <a:cubicBezTo>
                      <a:pt x="1070152" y="3983135"/>
                      <a:pt x="1885412" y="4810356"/>
                      <a:pt x="2950199" y="4818902"/>
                    </a:cubicBezTo>
                    <a:cubicBezTo>
                      <a:pt x="3780626" y="4805015"/>
                      <a:pt x="4493709" y="4273241"/>
                      <a:pt x="4729170" y="3499518"/>
                    </a:cubicBezTo>
                    <a:lnTo>
                      <a:pt x="4747685" y="3425483"/>
                    </a:lnTo>
                    <a:lnTo>
                      <a:pt x="5338746" y="3425483"/>
                    </a:lnTo>
                    <a:lnTo>
                      <a:pt x="5303677" y="3583197"/>
                    </a:lnTo>
                    <a:cubicBezTo>
                      <a:pt x="5295131" y="3613963"/>
                      <a:pt x="5305386" y="3629345"/>
                      <a:pt x="5334442" y="3636182"/>
                    </a:cubicBezTo>
                    <a:cubicBezTo>
                      <a:pt x="5481428" y="3672072"/>
                      <a:pt x="5589105" y="3778040"/>
                      <a:pt x="5717289" y="3848114"/>
                    </a:cubicBezTo>
                    <a:cubicBezTo>
                      <a:pt x="5734381" y="3858369"/>
                      <a:pt x="5734381" y="3872043"/>
                      <a:pt x="5727544" y="3889135"/>
                    </a:cubicBezTo>
                    <a:cubicBezTo>
                      <a:pt x="5693360" y="3989972"/>
                      <a:pt x="5652342" y="4089103"/>
                      <a:pt x="5609612" y="4186524"/>
                    </a:cubicBezTo>
                    <a:cubicBezTo>
                      <a:pt x="5601066" y="4205322"/>
                      <a:pt x="5589105" y="4212159"/>
                      <a:pt x="5568594" y="4207032"/>
                    </a:cubicBezTo>
                    <a:cubicBezTo>
                      <a:pt x="5459208" y="4184815"/>
                      <a:pt x="5348116" y="4164305"/>
                      <a:pt x="5238730" y="4140376"/>
                    </a:cubicBezTo>
                    <a:cubicBezTo>
                      <a:pt x="5204549" y="4131830"/>
                      <a:pt x="5173783" y="4111322"/>
                      <a:pt x="5143018" y="4094230"/>
                    </a:cubicBezTo>
                    <a:cubicBezTo>
                      <a:pt x="5120801" y="4082266"/>
                      <a:pt x="5108837" y="4083975"/>
                      <a:pt x="5095163" y="4107904"/>
                    </a:cubicBezTo>
                    <a:cubicBezTo>
                      <a:pt x="5031926" y="4224124"/>
                      <a:pt x="4961852" y="4336928"/>
                      <a:pt x="4879813" y="4441183"/>
                    </a:cubicBezTo>
                    <a:cubicBezTo>
                      <a:pt x="4861012" y="4465112"/>
                      <a:pt x="4857593" y="4480495"/>
                      <a:pt x="4886650" y="4499293"/>
                    </a:cubicBezTo>
                    <a:cubicBezTo>
                      <a:pt x="4977234" y="4557406"/>
                      <a:pt x="5021670" y="4654824"/>
                      <a:pt x="5084908" y="4736863"/>
                    </a:cubicBezTo>
                    <a:cubicBezTo>
                      <a:pt x="5096872" y="4752246"/>
                      <a:pt x="5107128" y="4769338"/>
                      <a:pt x="5119092" y="4786430"/>
                    </a:cubicBezTo>
                    <a:cubicBezTo>
                      <a:pt x="5187457" y="4885558"/>
                      <a:pt x="5184039" y="4851377"/>
                      <a:pt x="5110546" y="4935125"/>
                    </a:cubicBezTo>
                    <a:cubicBezTo>
                      <a:pt x="5057564" y="4996653"/>
                      <a:pt x="4996032" y="5051344"/>
                      <a:pt x="4939632" y="5109454"/>
                    </a:cubicBezTo>
                    <a:cubicBezTo>
                      <a:pt x="4919121" y="5131674"/>
                      <a:pt x="4902033" y="5131674"/>
                      <a:pt x="4876394" y="5114582"/>
                    </a:cubicBezTo>
                    <a:cubicBezTo>
                      <a:pt x="4790937" y="5056472"/>
                      <a:pt x="4703771" y="4998362"/>
                      <a:pt x="4616605" y="4941958"/>
                    </a:cubicBezTo>
                    <a:cubicBezTo>
                      <a:pt x="4584133" y="4919742"/>
                      <a:pt x="4561913" y="4887267"/>
                      <a:pt x="4537988" y="4858214"/>
                    </a:cubicBezTo>
                    <a:cubicBezTo>
                      <a:pt x="4519186" y="4835994"/>
                      <a:pt x="4503803" y="4832575"/>
                      <a:pt x="4481584" y="4851377"/>
                    </a:cubicBezTo>
                    <a:cubicBezTo>
                      <a:pt x="4379035" y="4935125"/>
                      <a:pt x="4269652" y="5010326"/>
                      <a:pt x="4155141" y="5076982"/>
                    </a:cubicBezTo>
                    <a:cubicBezTo>
                      <a:pt x="4139759" y="5085528"/>
                      <a:pt x="4122666" y="5094074"/>
                      <a:pt x="4136340" y="5116291"/>
                    </a:cubicBezTo>
                    <a:cubicBezTo>
                      <a:pt x="4214961" y="5234223"/>
                      <a:pt x="4220088" y="5374371"/>
                      <a:pt x="4254269" y="5505974"/>
                    </a:cubicBezTo>
                    <a:cubicBezTo>
                      <a:pt x="4274779" y="5582885"/>
                      <a:pt x="4279907" y="5572630"/>
                      <a:pt x="4202996" y="5608523"/>
                    </a:cubicBezTo>
                    <a:cubicBezTo>
                      <a:pt x="4122666" y="5646122"/>
                      <a:pt x="4040628" y="5678597"/>
                      <a:pt x="3960298" y="5712778"/>
                    </a:cubicBezTo>
                    <a:cubicBezTo>
                      <a:pt x="3934660" y="5723033"/>
                      <a:pt x="3919281" y="5719615"/>
                      <a:pt x="3903898" y="5695689"/>
                    </a:cubicBezTo>
                    <a:cubicBezTo>
                      <a:pt x="3845788" y="5606814"/>
                      <a:pt x="3785969" y="5521357"/>
                      <a:pt x="3727856" y="5432481"/>
                    </a:cubicBezTo>
                    <a:cubicBezTo>
                      <a:pt x="3705639" y="5398300"/>
                      <a:pt x="3697093" y="5358988"/>
                      <a:pt x="3686838" y="5321389"/>
                    </a:cubicBezTo>
                    <a:cubicBezTo>
                      <a:pt x="3680001" y="5297460"/>
                      <a:pt x="3668037" y="5290623"/>
                      <a:pt x="3642399" y="5297460"/>
                    </a:cubicBezTo>
                    <a:cubicBezTo>
                      <a:pt x="3512505" y="5336769"/>
                      <a:pt x="3380903" y="5364116"/>
                      <a:pt x="3245882" y="5381208"/>
                    </a:cubicBezTo>
                    <a:cubicBezTo>
                      <a:pt x="3223662" y="5384627"/>
                      <a:pt x="3216826" y="5394879"/>
                      <a:pt x="3220244" y="5415389"/>
                    </a:cubicBezTo>
                    <a:cubicBezTo>
                      <a:pt x="3244173" y="5565793"/>
                      <a:pt x="3189479" y="5707650"/>
                      <a:pt x="3172390" y="5854639"/>
                    </a:cubicBezTo>
                    <a:cubicBezTo>
                      <a:pt x="3168971" y="5880274"/>
                      <a:pt x="3155297" y="5888820"/>
                      <a:pt x="3133078" y="5888820"/>
                    </a:cubicBezTo>
                    <a:cubicBezTo>
                      <a:pt x="3078387" y="5890529"/>
                      <a:pt x="3021986" y="5893948"/>
                      <a:pt x="2967291" y="5895657"/>
                    </a:cubicBezTo>
                    <a:cubicBezTo>
                      <a:pt x="2963873" y="5883692"/>
                      <a:pt x="2963873" y="5883692"/>
                      <a:pt x="2963873" y="5881983"/>
                    </a:cubicBezTo>
                    <a:cubicBezTo>
                      <a:pt x="2917728" y="5881983"/>
                      <a:pt x="2869870" y="5881983"/>
                      <a:pt x="2823724" y="5881983"/>
                    </a:cubicBezTo>
                    <a:cubicBezTo>
                      <a:pt x="2798086" y="5881983"/>
                      <a:pt x="2784416" y="5871728"/>
                      <a:pt x="2780997" y="5846093"/>
                    </a:cubicBezTo>
                    <a:cubicBezTo>
                      <a:pt x="2760487" y="5736707"/>
                      <a:pt x="2736558" y="5629030"/>
                      <a:pt x="2716051" y="5519647"/>
                    </a:cubicBezTo>
                    <a:cubicBezTo>
                      <a:pt x="2709214" y="5487172"/>
                      <a:pt x="2719469" y="5454701"/>
                      <a:pt x="2722888" y="5422226"/>
                    </a:cubicBezTo>
                    <a:cubicBezTo>
                      <a:pt x="2726306" y="5394879"/>
                      <a:pt x="2719469" y="5381208"/>
                      <a:pt x="2688703" y="5377790"/>
                    </a:cubicBezTo>
                    <a:cubicBezTo>
                      <a:pt x="2558810" y="5364116"/>
                      <a:pt x="2428914" y="5340187"/>
                      <a:pt x="2302439" y="5306006"/>
                    </a:cubicBezTo>
                    <a:cubicBezTo>
                      <a:pt x="2275091" y="5299169"/>
                      <a:pt x="2259712" y="5307715"/>
                      <a:pt x="2252875" y="5335060"/>
                    </a:cubicBezTo>
                    <a:cubicBezTo>
                      <a:pt x="2216982" y="5483754"/>
                      <a:pt x="2109308" y="5591431"/>
                      <a:pt x="2037522" y="5721324"/>
                    </a:cubicBezTo>
                    <a:cubicBezTo>
                      <a:pt x="2028979" y="5736707"/>
                      <a:pt x="2015305" y="5736707"/>
                      <a:pt x="1999922" y="5731579"/>
                    </a:cubicBezTo>
                    <a:cubicBezTo>
                      <a:pt x="1897376" y="5697398"/>
                      <a:pt x="1796536" y="5656377"/>
                      <a:pt x="1699115" y="5611941"/>
                    </a:cubicBezTo>
                    <a:cubicBezTo>
                      <a:pt x="1678604" y="5603395"/>
                      <a:pt x="1676895" y="5588012"/>
                      <a:pt x="1680314" y="5570920"/>
                    </a:cubicBezTo>
                    <a:cubicBezTo>
                      <a:pt x="1702533" y="5461538"/>
                      <a:pt x="1721335" y="5352152"/>
                      <a:pt x="1746969" y="5244478"/>
                    </a:cubicBezTo>
                    <a:cubicBezTo>
                      <a:pt x="1755515" y="5208585"/>
                      <a:pt x="1776026" y="5176110"/>
                      <a:pt x="1794827" y="5143638"/>
                    </a:cubicBezTo>
                    <a:cubicBezTo>
                      <a:pt x="1806792" y="5123128"/>
                      <a:pt x="1803373" y="5111163"/>
                      <a:pt x="1781153" y="5099199"/>
                    </a:cubicBezTo>
                    <a:cubicBezTo>
                      <a:pt x="1661512" y="5035961"/>
                      <a:pt x="1548711" y="4960759"/>
                      <a:pt x="1441038" y="4878721"/>
                    </a:cubicBezTo>
                    <a:cubicBezTo>
                      <a:pt x="1422236" y="4863341"/>
                      <a:pt x="1408563" y="4863341"/>
                      <a:pt x="1393180" y="4885558"/>
                    </a:cubicBezTo>
                    <a:cubicBezTo>
                      <a:pt x="1304304" y="5010326"/>
                      <a:pt x="1162446" y="5071855"/>
                      <a:pt x="1044518" y="5164149"/>
                    </a:cubicBezTo>
                    <a:cubicBezTo>
                      <a:pt x="1029135" y="5176110"/>
                      <a:pt x="1017170" y="5170985"/>
                      <a:pt x="1003497" y="5159021"/>
                    </a:cubicBezTo>
                    <a:cubicBezTo>
                      <a:pt x="923167" y="5088947"/>
                      <a:pt x="847965" y="5012036"/>
                      <a:pt x="774473" y="4936834"/>
                    </a:cubicBezTo>
                    <a:cubicBezTo>
                      <a:pt x="760802" y="4921451"/>
                      <a:pt x="759090" y="4909486"/>
                      <a:pt x="771054" y="4892394"/>
                    </a:cubicBezTo>
                    <a:cubicBezTo>
                      <a:pt x="832582" y="4800100"/>
                      <a:pt x="894114" y="4707810"/>
                      <a:pt x="957351" y="4615516"/>
                    </a:cubicBezTo>
                    <a:cubicBezTo>
                      <a:pt x="977859" y="4586459"/>
                      <a:pt x="1008624" y="4567658"/>
                      <a:pt x="1035972" y="4543732"/>
                    </a:cubicBezTo>
                    <a:cubicBezTo>
                      <a:pt x="1056482" y="4526640"/>
                      <a:pt x="1059901" y="4511257"/>
                      <a:pt x="1042808" y="4490750"/>
                    </a:cubicBezTo>
                    <a:cubicBezTo>
                      <a:pt x="959061" y="4386492"/>
                      <a:pt x="882150" y="4277106"/>
                      <a:pt x="815494" y="4159177"/>
                    </a:cubicBezTo>
                    <a:cubicBezTo>
                      <a:pt x="800111" y="4131830"/>
                      <a:pt x="784728" y="4136957"/>
                      <a:pt x="764217" y="4150631"/>
                    </a:cubicBezTo>
                    <a:cubicBezTo>
                      <a:pt x="634324" y="4230960"/>
                      <a:pt x="482211" y="4232670"/>
                      <a:pt x="340354" y="4271978"/>
                    </a:cubicBezTo>
                    <a:cubicBezTo>
                      <a:pt x="321552" y="4277106"/>
                      <a:pt x="311297" y="4266851"/>
                      <a:pt x="304464" y="4249762"/>
                    </a:cubicBezTo>
                    <a:cubicBezTo>
                      <a:pt x="258315" y="4154049"/>
                      <a:pt x="215588" y="4054919"/>
                      <a:pt x="177985" y="3955791"/>
                    </a:cubicBezTo>
                    <a:cubicBezTo>
                      <a:pt x="171148" y="3935281"/>
                      <a:pt x="176276" y="3923316"/>
                      <a:pt x="193368" y="3913061"/>
                    </a:cubicBezTo>
                    <a:cubicBezTo>
                      <a:pt x="285662" y="3851533"/>
                      <a:pt x="376247" y="3788295"/>
                      <a:pt x="471956" y="3728476"/>
                    </a:cubicBezTo>
                    <a:cubicBezTo>
                      <a:pt x="502722" y="3709675"/>
                      <a:pt x="540321" y="3701129"/>
                      <a:pt x="576214" y="3690874"/>
                    </a:cubicBezTo>
                    <a:cubicBezTo>
                      <a:pt x="598434" y="3684037"/>
                      <a:pt x="605268" y="3673782"/>
                      <a:pt x="598434" y="3649856"/>
                    </a:cubicBezTo>
                    <a:cubicBezTo>
                      <a:pt x="559122" y="3518250"/>
                      <a:pt x="531778" y="3384939"/>
                      <a:pt x="512977" y="3249918"/>
                    </a:cubicBezTo>
                    <a:cubicBezTo>
                      <a:pt x="509559" y="3227698"/>
                      <a:pt x="499303" y="3220861"/>
                      <a:pt x="477084" y="3224280"/>
                    </a:cubicBezTo>
                    <a:cubicBezTo>
                      <a:pt x="324971" y="3249918"/>
                      <a:pt x="181404" y="3191808"/>
                      <a:pt x="34418" y="3174716"/>
                    </a:cubicBezTo>
                    <a:cubicBezTo>
                      <a:pt x="15617" y="3173007"/>
                      <a:pt x="8784" y="3161042"/>
                      <a:pt x="7071" y="3142241"/>
                    </a:cubicBezTo>
                    <a:cubicBezTo>
                      <a:pt x="-3181" y="3034567"/>
                      <a:pt x="238" y="2926891"/>
                      <a:pt x="1947" y="2817508"/>
                    </a:cubicBezTo>
                    <a:cubicBezTo>
                      <a:pt x="1947" y="2796997"/>
                      <a:pt x="15617" y="2788451"/>
                      <a:pt x="34418" y="2785033"/>
                    </a:cubicBezTo>
                    <a:cubicBezTo>
                      <a:pt x="145514" y="2762813"/>
                      <a:pt x="254896" y="2740597"/>
                      <a:pt x="365992" y="2718377"/>
                    </a:cubicBezTo>
                    <a:cubicBezTo>
                      <a:pt x="398463" y="2711540"/>
                      <a:pt x="430938" y="2721795"/>
                      <a:pt x="463410" y="2725214"/>
                    </a:cubicBezTo>
                    <a:cubicBezTo>
                      <a:pt x="490757" y="2728633"/>
                      <a:pt x="504431" y="2718377"/>
                      <a:pt x="507849" y="2689321"/>
                    </a:cubicBezTo>
                    <a:cubicBezTo>
                      <a:pt x="521523" y="2561136"/>
                      <a:pt x="545449" y="2432952"/>
                      <a:pt x="577924" y="2308184"/>
                    </a:cubicBezTo>
                    <a:cubicBezTo>
                      <a:pt x="586470" y="2275712"/>
                      <a:pt x="574505" y="2260329"/>
                      <a:pt x="543739" y="2253492"/>
                    </a:cubicBezTo>
                    <a:cubicBezTo>
                      <a:pt x="398463" y="2215893"/>
                      <a:pt x="289081" y="2109925"/>
                      <a:pt x="162606" y="2039851"/>
                    </a:cubicBezTo>
                    <a:cubicBezTo>
                      <a:pt x="148929" y="2033014"/>
                      <a:pt x="148929" y="2021050"/>
                      <a:pt x="152347" y="2007376"/>
                    </a:cubicBezTo>
                    <a:cubicBezTo>
                      <a:pt x="186531" y="1903121"/>
                      <a:pt x="229258" y="1802281"/>
                      <a:pt x="273698" y="1701441"/>
                    </a:cubicBezTo>
                    <a:cubicBezTo>
                      <a:pt x="282244" y="1682643"/>
                      <a:pt x="295917" y="1679225"/>
                      <a:pt x="311297" y="1684352"/>
                    </a:cubicBezTo>
                    <a:cubicBezTo>
                      <a:pt x="454867" y="1721952"/>
                      <a:pt x="608689" y="1718533"/>
                      <a:pt x="742001" y="1798863"/>
                    </a:cubicBezTo>
                    <a:cubicBezTo>
                      <a:pt x="764217" y="1812536"/>
                      <a:pt x="774473" y="1803990"/>
                      <a:pt x="784728" y="1785189"/>
                    </a:cubicBezTo>
                    <a:cubicBezTo>
                      <a:pt x="847965" y="1667260"/>
                      <a:pt x="921458" y="1554456"/>
                      <a:pt x="1001787" y="1448491"/>
                    </a:cubicBezTo>
                    <a:cubicBezTo>
                      <a:pt x="1012043" y="1434818"/>
                      <a:pt x="1029135" y="1419435"/>
                      <a:pt x="1003497" y="1402343"/>
                    </a:cubicBezTo>
                    <a:cubicBezTo>
                      <a:pt x="906078" y="1339105"/>
                      <a:pt x="856511" y="1238269"/>
                      <a:pt x="789856" y="1149393"/>
                    </a:cubicBezTo>
                    <a:cubicBezTo>
                      <a:pt x="777891" y="1134010"/>
                      <a:pt x="769348" y="1118627"/>
                      <a:pt x="757384" y="1103245"/>
                    </a:cubicBezTo>
                    <a:cubicBezTo>
                      <a:pt x="704398" y="1028043"/>
                      <a:pt x="702689" y="1026333"/>
                      <a:pt x="764217" y="961387"/>
                    </a:cubicBezTo>
                    <a:cubicBezTo>
                      <a:pt x="822331" y="899859"/>
                      <a:pt x="882150" y="841749"/>
                      <a:pt x="940259" y="781930"/>
                    </a:cubicBezTo>
                    <a:cubicBezTo>
                      <a:pt x="959061" y="763129"/>
                      <a:pt x="974443" y="761419"/>
                      <a:pt x="994951" y="776802"/>
                    </a:cubicBezTo>
                    <a:cubicBezTo>
                      <a:pt x="1083826" y="836621"/>
                      <a:pt x="1172702" y="894731"/>
                      <a:pt x="1261577" y="954550"/>
                    </a:cubicBezTo>
                    <a:cubicBezTo>
                      <a:pt x="1292340" y="975061"/>
                      <a:pt x="1312850" y="1004117"/>
                      <a:pt x="1335070" y="1031461"/>
                    </a:cubicBezTo>
                    <a:cubicBezTo>
                      <a:pt x="1353871" y="1057099"/>
                      <a:pt x="1370960" y="1062227"/>
                      <a:pt x="1398307" y="1040007"/>
                    </a:cubicBezTo>
                    <a:cubicBezTo>
                      <a:pt x="1499147" y="956259"/>
                      <a:pt x="1608530" y="882767"/>
                      <a:pt x="1721335" y="817820"/>
                    </a:cubicBezTo>
                    <a:cubicBezTo>
                      <a:pt x="1738423" y="807565"/>
                      <a:pt x="1753806" y="797310"/>
                      <a:pt x="1738423" y="775093"/>
                    </a:cubicBezTo>
                    <a:cubicBezTo>
                      <a:pt x="1664931" y="669125"/>
                      <a:pt x="1659806" y="542651"/>
                      <a:pt x="1630750" y="423009"/>
                    </a:cubicBezTo>
                    <a:cubicBezTo>
                      <a:pt x="1605112" y="318754"/>
                      <a:pt x="1608530" y="320464"/>
                      <a:pt x="1704242" y="272606"/>
                    </a:cubicBezTo>
                    <a:cubicBezTo>
                      <a:pt x="1772607" y="238425"/>
                      <a:pt x="1846100" y="212787"/>
                      <a:pt x="1916174" y="183733"/>
                    </a:cubicBezTo>
                    <a:cubicBezTo>
                      <a:pt x="1941812" y="173478"/>
                      <a:pt x="1957195" y="175187"/>
                      <a:pt x="1972575" y="199113"/>
                    </a:cubicBezTo>
                    <a:cubicBezTo>
                      <a:pt x="2030688" y="287989"/>
                      <a:pt x="2088798" y="375155"/>
                      <a:pt x="2148617" y="462321"/>
                    </a:cubicBezTo>
                    <a:cubicBezTo>
                      <a:pt x="2170836" y="494793"/>
                      <a:pt x="2177673" y="532395"/>
                      <a:pt x="2189638" y="569995"/>
                    </a:cubicBezTo>
                    <a:cubicBezTo>
                      <a:pt x="2198180" y="597342"/>
                      <a:pt x="2210145" y="605888"/>
                      <a:pt x="2237492" y="597342"/>
                    </a:cubicBezTo>
                    <a:cubicBezTo>
                      <a:pt x="2363967" y="559743"/>
                      <a:pt x="2493861" y="532395"/>
                      <a:pt x="2625466" y="515303"/>
                    </a:cubicBezTo>
                    <a:cubicBezTo>
                      <a:pt x="2651101" y="511885"/>
                      <a:pt x="2659647" y="501630"/>
                      <a:pt x="2656228" y="475995"/>
                    </a:cubicBezTo>
                    <a:cubicBezTo>
                      <a:pt x="2634012" y="325591"/>
                      <a:pt x="2688703" y="183733"/>
                      <a:pt x="2705795" y="36748"/>
                    </a:cubicBezTo>
                    <a:cubicBezTo>
                      <a:pt x="2707505" y="19656"/>
                      <a:pt x="2717760" y="9401"/>
                      <a:pt x="2736558" y="7692"/>
                    </a:cubicBezTo>
                    <a:cubicBezTo>
                      <a:pt x="2791251" y="1709"/>
                      <a:pt x="2845943" y="0"/>
                      <a:pt x="290063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D7D1009-0F39-4A7A-95B2-2B67C9CB6E10}"/>
                  </a:ext>
                </a:extLst>
              </p:cNvPr>
              <p:cNvSpPr/>
              <p:nvPr/>
            </p:nvSpPr>
            <p:spPr>
              <a:xfrm flipH="1">
                <a:off x="1635010" y="971550"/>
                <a:ext cx="5965940" cy="2951634"/>
              </a:xfrm>
              <a:custGeom>
                <a:avLst/>
                <a:gdLst>
                  <a:gd name="connsiteX0" fmla="*/ 5965877 w 5965940"/>
                  <a:gd name="connsiteY0" fmla="*/ 2951052 h 2951634"/>
                  <a:gd name="connsiteX1" fmla="*/ 5965874 w 5965940"/>
                  <a:gd name="connsiteY1" fmla="*/ 2951052 h 2951634"/>
                  <a:gd name="connsiteX2" fmla="*/ 5965877 w 5965940"/>
                  <a:gd name="connsiteY2" fmla="*/ 2951634 h 2951634"/>
                  <a:gd name="connsiteX3" fmla="*/ 2224803 w 5965940"/>
                  <a:gd name="connsiteY3" fmla="*/ 1672633 h 2951634"/>
                  <a:gd name="connsiteX4" fmla="*/ 2252320 w 5965940"/>
                  <a:gd name="connsiteY4" fmla="*/ 1702545 h 2951634"/>
                  <a:gd name="connsiteX5" fmla="*/ 2252320 w 5965940"/>
                  <a:gd name="connsiteY5" fmla="*/ 1866318 h 2951634"/>
                  <a:gd name="connsiteX6" fmla="*/ 2193129 w 5965940"/>
                  <a:gd name="connsiteY6" fmla="*/ 1866318 h 2951634"/>
                  <a:gd name="connsiteX7" fmla="*/ 2193695 w 5965940"/>
                  <a:gd name="connsiteY7" fmla="*/ 1701348 h 2951634"/>
                  <a:gd name="connsiteX8" fmla="*/ 2224803 w 5965940"/>
                  <a:gd name="connsiteY8" fmla="*/ 1672633 h 2951634"/>
                  <a:gd name="connsiteX9" fmla="*/ 2547842 w 5965940"/>
                  <a:gd name="connsiteY9" fmla="*/ 1574524 h 2951634"/>
                  <a:gd name="connsiteX10" fmla="*/ 2572969 w 5965940"/>
                  <a:gd name="connsiteY10" fmla="*/ 1600847 h 2951634"/>
                  <a:gd name="connsiteX11" fmla="*/ 2572969 w 5965940"/>
                  <a:gd name="connsiteY11" fmla="*/ 1671436 h 2951634"/>
                  <a:gd name="connsiteX12" fmla="*/ 2574165 w 5965940"/>
                  <a:gd name="connsiteY12" fmla="*/ 1671436 h 2951634"/>
                  <a:gd name="connsiteX13" fmla="*/ 2574165 w 5965940"/>
                  <a:gd name="connsiteY13" fmla="*/ 1738437 h 2951634"/>
                  <a:gd name="connsiteX14" fmla="*/ 2614844 w 5965940"/>
                  <a:gd name="connsiteY14" fmla="*/ 1777919 h 2951634"/>
                  <a:gd name="connsiteX15" fmla="*/ 2700989 w 5965940"/>
                  <a:gd name="connsiteY15" fmla="*/ 1777919 h 2951634"/>
                  <a:gd name="connsiteX16" fmla="*/ 2727310 w 5965940"/>
                  <a:gd name="connsiteY16" fmla="*/ 1801849 h 2951634"/>
                  <a:gd name="connsiteX17" fmla="*/ 2691417 w 5965940"/>
                  <a:gd name="connsiteY17" fmla="*/ 1856885 h 2951634"/>
                  <a:gd name="connsiteX18" fmla="*/ 2680232 w 5965940"/>
                  <a:gd name="connsiteY18" fmla="*/ 1866318 h 2951634"/>
                  <a:gd name="connsiteX19" fmla="*/ 2525808 w 5965940"/>
                  <a:gd name="connsiteY19" fmla="*/ 1866318 h 2951634"/>
                  <a:gd name="connsiteX20" fmla="*/ 2525112 w 5965940"/>
                  <a:gd name="connsiteY20" fmla="*/ 1599648 h 2951634"/>
                  <a:gd name="connsiteX21" fmla="*/ 2547842 w 5965940"/>
                  <a:gd name="connsiteY21" fmla="*/ 1574524 h 2951634"/>
                  <a:gd name="connsiteX22" fmla="*/ 2607665 w 5965940"/>
                  <a:gd name="connsiteY22" fmla="*/ 1231144 h 2951634"/>
                  <a:gd name="connsiteX23" fmla="*/ 2639969 w 5965940"/>
                  <a:gd name="connsiteY23" fmla="*/ 1264645 h 2951634"/>
                  <a:gd name="connsiteX24" fmla="*/ 2639969 w 5965940"/>
                  <a:gd name="connsiteY24" fmla="*/ 1429754 h 2951634"/>
                  <a:gd name="connsiteX25" fmla="*/ 2641166 w 5965940"/>
                  <a:gd name="connsiteY25" fmla="*/ 1429754 h 2951634"/>
                  <a:gd name="connsiteX26" fmla="*/ 2641166 w 5965940"/>
                  <a:gd name="connsiteY26" fmla="*/ 1592472 h 2951634"/>
                  <a:gd name="connsiteX27" fmla="*/ 2690220 w 5965940"/>
                  <a:gd name="connsiteY27" fmla="*/ 1642722 h 2951634"/>
                  <a:gd name="connsiteX28" fmla="*/ 2727310 w 5965940"/>
                  <a:gd name="connsiteY28" fmla="*/ 1706132 h 2951634"/>
                  <a:gd name="connsiteX29" fmla="*/ 2684237 w 5965940"/>
                  <a:gd name="connsiteY29" fmla="*/ 1731258 h 2951634"/>
                  <a:gd name="connsiteX30" fmla="*/ 2674666 w 5965940"/>
                  <a:gd name="connsiteY30" fmla="*/ 1730063 h 2951634"/>
                  <a:gd name="connsiteX31" fmla="*/ 2619628 w 5965940"/>
                  <a:gd name="connsiteY31" fmla="*/ 1670240 h 2951634"/>
                  <a:gd name="connsiteX32" fmla="*/ 2620827 w 5965940"/>
                  <a:gd name="connsiteY32" fmla="*/ 1556577 h 2951634"/>
                  <a:gd name="connsiteX33" fmla="*/ 2599290 w 5965940"/>
                  <a:gd name="connsiteY33" fmla="*/ 1531453 h 2951634"/>
                  <a:gd name="connsiteX34" fmla="*/ 2583736 w 5965940"/>
                  <a:gd name="connsiteY34" fmla="*/ 1530255 h 2951634"/>
                  <a:gd name="connsiteX35" fmla="*/ 2526306 w 5965940"/>
                  <a:gd name="connsiteY35" fmla="*/ 1468040 h 2951634"/>
                  <a:gd name="connsiteX36" fmla="*/ 2432984 w 5965940"/>
                  <a:gd name="connsiteY36" fmla="*/ 1308912 h 2951634"/>
                  <a:gd name="connsiteX37" fmla="*/ 2417431 w 5965940"/>
                  <a:gd name="connsiteY37" fmla="*/ 1246697 h 2951634"/>
                  <a:gd name="connsiteX38" fmla="*/ 2448538 w 5965940"/>
                  <a:gd name="connsiteY38" fmla="*/ 1231144 h 2951634"/>
                  <a:gd name="connsiteX39" fmla="*/ 2607665 w 5965940"/>
                  <a:gd name="connsiteY39" fmla="*/ 1231144 h 2951634"/>
                  <a:gd name="connsiteX40" fmla="*/ 1542988 w 5965940"/>
                  <a:gd name="connsiteY40" fmla="*/ 1125838 h 2951634"/>
                  <a:gd name="connsiteX41" fmla="*/ 1542988 w 5965940"/>
                  <a:gd name="connsiteY41" fmla="*/ 1264073 h 2951634"/>
                  <a:gd name="connsiteX42" fmla="*/ 1489378 w 5965940"/>
                  <a:gd name="connsiteY42" fmla="*/ 1274897 h 2951634"/>
                  <a:gd name="connsiteX43" fmla="*/ 1383569 w 5965940"/>
                  <a:gd name="connsiteY43" fmla="*/ 1434522 h 2951634"/>
                  <a:gd name="connsiteX44" fmla="*/ 1383569 w 5965940"/>
                  <a:gd name="connsiteY44" fmla="*/ 1866318 h 2951634"/>
                  <a:gd name="connsiteX45" fmla="*/ 1323073 w 5965940"/>
                  <a:gd name="connsiteY45" fmla="*/ 1866318 h 2951634"/>
                  <a:gd name="connsiteX46" fmla="*/ 1323073 w 5965940"/>
                  <a:gd name="connsiteY46" fmla="*/ 1125838 h 2951634"/>
                  <a:gd name="connsiteX47" fmla="*/ 2002911 w 5965940"/>
                  <a:gd name="connsiteY47" fmla="*/ 1125838 h 2951634"/>
                  <a:gd name="connsiteX48" fmla="*/ 2002911 w 5965940"/>
                  <a:gd name="connsiteY48" fmla="*/ 1263591 h 2951634"/>
                  <a:gd name="connsiteX49" fmla="*/ 1947459 w 5965940"/>
                  <a:gd name="connsiteY49" fmla="*/ 1274786 h 2951634"/>
                  <a:gd name="connsiteX50" fmla="*/ 1841653 w 5965940"/>
                  <a:gd name="connsiteY50" fmla="*/ 1434414 h 2951634"/>
                  <a:gd name="connsiteX51" fmla="*/ 1841653 w 5965940"/>
                  <a:gd name="connsiteY51" fmla="*/ 1866318 h 2951634"/>
                  <a:gd name="connsiteX52" fmla="*/ 1730051 w 5965940"/>
                  <a:gd name="connsiteY52" fmla="*/ 1866318 h 2951634"/>
                  <a:gd name="connsiteX53" fmla="*/ 1730052 w 5965940"/>
                  <a:gd name="connsiteY53" fmla="*/ 1434522 h 2951634"/>
                  <a:gd name="connsiteX54" fmla="*/ 1730051 w 5965940"/>
                  <a:gd name="connsiteY54" fmla="*/ 1434519 h 2951634"/>
                  <a:gd name="connsiteX55" fmla="*/ 1730051 w 5965940"/>
                  <a:gd name="connsiteY55" fmla="*/ 1420568 h 2951634"/>
                  <a:gd name="connsiteX56" fmla="*/ 1727234 w 5965940"/>
                  <a:gd name="connsiteY56" fmla="*/ 1420568 h 2951634"/>
                  <a:gd name="connsiteX57" fmla="*/ 1716437 w 5965940"/>
                  <a:gd name="connsiteY57" fmla="*/ 1367090 h 2951634"/>
                  <a:gd name="connsiteX58" fmla="*/ 1608327 w 5965940"/>
                  <a:gd name="connsiteY58" fmla="*/ 1269071 h 2951634"/>
                  <a:gd name="connsiteX59" fmla="*/ 1586325 w 5965940"/>
                  <a:gd name="connsiteY59" fmla="*/ 1265744 h 2951634"/>
                  <a:gd name="connsiteX60" fmla="*/ 1586325 w 5965940"/>
                  <a:gd name="connsiteY60" fmla="*/ 1125838 h 2951634"/>
                  <a:gd name="connsiteX61" fmla="*/ 3907006 w 5965940"/>
                  <a:gd name="connsiteY61" fmla="*/ 0 h 2951634"/>
                  <a:gd name="connsiteX62" fmla="*/ 3732325 w 5965940"/>
                  <a:gd name="connsiteY62" fmla="*/ 0 h 2951634"/>
                  <a:gd name="connsiteX63" fmla="*/ 3654557 w 5965940"/>
                  <a:gd name="connsiteY63" fmla="*/ 1648703 h 2951634"/>
                  <a:gd name="connsiteX64" fmla="*/ 3552858 w 5965940"/>
                  <a:gd name="connsiteY64" fmla="*/ 1652295 h 2951634"/>
                  <a:gd name="connsiteX65" fmla="*/ 3472697 w 5965940"/>
                  <a:gd name="connsiteY65" fmla="*/ 338595 h 2951634"/>
                  <a:gd name="connsiteX66" fmla="*/ 3294425 w 5965940"/>
                  <a:gd name="connsiteY66" fmla="*/ 338595 h 2951634"/>
                  <a:gd name="connsiteX67" fmla="*/ 3217853 w 5965940"/>
                  <a:gd name="connsiteY67" fmla="*/ 1658274 h 2951634"/>
                  <a:gd name="connsiteX68" fmla="*/ 3071887 w 5965940"/>
                  <a:gd name="connsiteY68" fmla="*/ 1665454 h 2951634"/>
                  <a:gd name="connsiteX69" fmla="*/ 3071887 w 5965940"/>
                  <a:gd name="connsiteY69" fmla="*/ 1448897 h 2951634"/>
                  <a:gd name="connsiteX70" fmla="*/ 2998904 w 5965940"/>
                  <a:gd name="connsiteY70" fmla="*/ 1319681 h 2951634"/>
                  <a:gd name="connsiteX71" fmla="*/ 2979760 w 5965940"/>
                  <a:gd name="connsiteY71" fmla="*/ 1301735 h 2951634"/>
                  <a:gd name="connsiteX72" fmla="*/ 2896009 w 5965940"/>
                  <a:gd name="connsiteY72" fmla="*/ 1293360 h 2951634"/>
                  <a:gd name="connsiteX73" fmla="*/ 2854133 w 5965940"/>
                  <a:gd name="connsiteY73" fmla="*/ 1331645 h 2951634"/>
                  <a:gd name="connsiteX74" fmla="*/ 2800293 w 5965940"/>
                  <a:gd name="connsiteY74" fmla="*/ 1433343 h 2951634"/>
                  <a:gd name="connsiteX75" fmla="*/ 2762007 w 5965940"/>
                  <a:gd name="connsiteY75" fmla="*/ 1468040 h 2951634"/>
                  <a:gd name="connsiteX76" fmla="*/ 2726114 w 5965940"/>
                  <a:gd name="connsiteY76" fmla="*/ 1503935 h 2951634"/>
                  <a:gd name="connsiteX77" fmla="*/ 2726114 w 5965940"/>
                  <a:gd name="connsiteY77" fmla="*/ 1562559 h 2951634"/>
                  <a:gd name="connsiteX78" fmla="*/ 2715346 w 5965940"/>
                  <a:gd name="connsiteY78" fmla="*/ 1581703 h 2951634"/>
                  <a:gd name="connsiteX79" fmla="*/ 2702184 w 5965940"/>
                  <a:gd name="connsiteY79" fmla="*/ 1561362 h 2951634"/>
                  <a:gd name="connsiteX80" fmla="*/ 2698595 w 5965940"/>
                  <a:gd name="connsiteY80" fmla="*/ 1466843 h 2951634"/>
                  <a:gd name="connsiteX81" fmla="*/ 2698595 w 5965940"/>
                  <a:gd name="connsiteY81" fmla="*/ 1215590 h 2951634"/>
                  <a:gd name="connsiteX82" fmla="*/ 2661505 w 5965940"/>
                  <a:gd name="connsiteY82" fmla="*/ 1173716 h 2951634"/>
                  <a:gd name="connsiteX83" fmla="*/ 2388716 w 5965940"/>
                  <a:gd name="connsiteY83" fmla="*/ 1173716 h 2951634"/>
                  <a:gd name="connsiteX84" fmla="*/ 2356411 w 5965940"/>
                  <a:gd name="connsiteY84" fmla="*/ 1208411 h 2951634"/>
                  <a:gd name="connsiteX85" fmla="*/ 2357608 w 5965940"/>
                  <a:gd name="connsiteY85" fmla="*/ 1273020 h 2951634"/>
                  <a:gd name="connsiteX86" fmla="*/ 2328893 w 5965940"/>
                  <a:gd name="connsiteY86" fmla="*/ 1319681 h 2951634"/>
                  <a:gd name="connsiteX87" fmla="*/ 2253518 w 5965940"/>
                  <a:gd name="connsiteY87" fmla="*/ 1439325 h 2951634"/>
                  <a:gd name="connsiteX88" fmla="*/ 2253518 w 5965940"/>
                  <a:gd name="connsiteY88" fmla="*/ 1555380 h 2951634"/>
                  <a:gd name="connsiteX89" fmla="*/ 2192497 w 5965940"/>
                  <a:gd name="connsiteY89" fmla="*/ 1615203 h 2951634"/>
                  <a:gd name="connsiteX90" fmla="*/ 2188133 w 5965940"/>
                  <a:gd name="connsiteY90" fmla="*/ 1615952 h 2951634"/>
                  <a:gd name="connsiteX91" fmla="*/ 2188133 w 5965940"/>
                  <a:gd name="connsiteY91" fmla="*/ 1434414 h 2951634"/>
                  <a:gd name="connsiteX92" fmla="*/ 2188133 w 5965940"/>
                  <a:gd name="connsiteY92" fmla="*/ 1434408 h 2951634"/>
                  <a:gd name="connsiteX93" fmla="*/ 2188133 w 5965940"/>
                  <a:gd name="connsiteY93" fmla="*/ 1420459 h 2951634"/>
                  <a:gd name="connsiteX94" fmla="*/ 2186024 w 5965940"/>
                  <a:gd name="connsiteY94" fmla="*/ 1420459 h 2951634"/>
                  <a:gd name="connsiteX95" fmla="*/ 2180346 w 5965940"/>
                  <a:gd name="connsiteY95" fmla="*/ 1382898 h 2951634"/>
                  <a:gd name="connsiteX96" fmla="*/ 2082327 w 5965940"/>
                  <a:gd name="connsiteY96" fmla="*/ 1274786 h 2951634"/>
                  <a:gd name="connsiteX97" fmla="*/ 2046247 w 5965940"/>
                  <a:gd name="connsiteY97" fmla="*/ 1267503 h 2951634"/>
                  <a:gd name="connsiteX98" fmla="*/ 2046247 w 5965940"/>
                  <a:gd name="connsiteY98" fmla="*/ 1060383 h 2951634"/>
                  <a:gd name="connsiteX99" fmla="*/ 2002911 w 5965940"/>
                  <a:gd name="connsiteY99" fmla="*/ 1060383 h 2951634"/>
                  <a:gd name="connsiteX100" fmla="*/ 2002911 w 5965940"/>
                  <a:gd name="connsiteY100" fmla="*/ 1060832 h 2951634"/>
                  <a:gd name="connsiteX101" fmla="*/ 1323073 w 5965940"/>
                  <a:gd name="connsiteY101" fmla="*/ 1060832 h 2951634"/>
                  <a:gd name="connsiteX102" fmla="*/ 1323073 w 5965940"/>
                  <a:gd name="connsiteY102" fmla="*/ 974326 h 2951634"/>
                  <a:gd name="connsiteX103" fmla="*/ 1323073 w 5965940"/>
                  <a:gd name="connsiteY103" fmla="*/ 938000 h 2951634"/>
                  <a:gd name="connsiteX104" fmla="*/ 1323073 w 5965940"/>
                  <a:gd name="connsiteY104" fmla="*/ 937995 h 2951634"/>
                  <a:gd name="connsiteX105" fmla="*/ 1323073 w 5965940"/>
                  <a:gd name="connsiteY105" fmla="*/ 781004 h 2951634"/>
                  <a:gd name="connsiteX106" fmla="*/ 1323073 w 5965940"/>
                  <a:gd name="connsiteY106" fmla="*/ 781003 h 2951634"/>
                  <a:gd name="connsiteX107" fmla="*/ 1217309 w 5965940"/>
                  <a:gd name="connsiteY107" fmla="*/ 781003 h 2951634"/>
                  <a:gd name="connsiteX108" fmla="*/ 1217309 w 5965940"/>
                  <a:gd name="connsiteY108" fmla="*/ 781004 h 2951634"/>
                  <a:gd name="connsiteX109" fmla="*/ 1121686 w 5965940"/>
                  <a:gd name="connsiteY109" fmla="*/ 781004 h 2951634"/>
                  <a:gd name="connsiteX110" fmla="*/ 1121686 w 5965940"/>
                  <a:gd name="connsiteY110" fmla="*/ 938000 h 2951634"/>
                  <a:gd name="connsiteX111" fmla="*/ 1121686 w 5965940"/>
                  <a:gd name="connsiteY111" fmla="*/ 974326 h 2951634"/>
                  <a:gd name="connsiteX112" fmla="*/ 1121686 w 5965940"/>
                  <a:gd name="connsiteY112" fmla="*/ 1866318 h 2951634"/>
                  <a:gd name="connsiteX113" fmla="*/ 1025040 w 5965940"/>
                  <a:gd name="connsiteY113" fmla="*/ 1866318 h 2951634"/>
                  <a:gd name="connsiteX114" fmla="*/ 1025040 w 5965940"/>
                  <a:gd name="connsiteY114" fmla="*/ 1777911 h 2951634"/>
                  <a:gd name="connsiteX115" fmla="*/ 1025040 w 5965940"/>
                  <a:gd name="connsiteY115" fmla="*/ 1776407 h 2951634"/>
                  <a:gd name="connsiteX116" fmla="*/ 904032 w 5965940"/>
                  <a:gd name="connsiteY116" fmla="*/ 1776407 h 2951634"/>
                  <a:gd name="connsiteX117" fmla="*/ 904032 w 5965940"/>
                  <a:gd name="connsiteY117" fmla="*/ 1132629 h 2951634"/>
                  <a:gd name="connsiteX118" fmla="*/ 904032 w 5965940"/>
                  <a:gd name="connsiteY118" fmla="*/ 1132626 h 2951634"/>
                  <a:gd name="connsiteX119" fmla="*/ 904031 w 5965940"/>
                  <a:gd name="connsiteY119" fmla="*/ 1132626 h 2951634"/>
                  <a:gd name="connsiteX120" fmla="*/ 904031 w 5965940"/>
                  <a:gd name="connsiteY120" fmla="*/ 974323 h 2951634"/>
                  <a:gd name="connsiteX121" fmla="*/ 904030 w 5965940"/>
                  <a:gd name="connsiteY121" fmla="*/ 974323 h 2951634"/>
                  <a:gd name="connsiteX122" fmla="*/ 752351 w 5965940"/>
                  <a:gd name="connsiteY122" fmla="*/ 974323 h 2951634"/>
                  <a:gd name="connsiteX123" fmla="*/ 600673 w 5965940"/>
                  <a:gd name="connsiteY123" fmla="*/ 974323 h 2951634"/>
                  <a:gd name="connsiteX124" fmla="*/ 600673 w 5965940"/>
                  <a:gd name="connsiteY124" fmla="*/ 1147341 h 2951634"/>
                  <a:gd name="connsiteX125" fmla="*/ 600674 w 5965940"/>
                  <a:gd name="connsiteY125" fmla="*/ 1147341 h 2951634"/>
                  <a:gd name="connsiteX126" fmla="*/ 600674 w 5965940"/>
                  <a:gd name="connsiteY126" fmla="*/ 1778187 h 2951634"/>
                  <a:gd name="connsiteX127" fmla="*/ 505978 w 5965940"/>
                  <a:gd name="connsiteY127" fmla="*/ 1778187 h 2951634"/>
                  <a:gd name="connsiteX128" fmla="*/ 505978 w 5965940"/>
                  <a:gd name="connsiteY128" fmla="*/ 1775522 h 2951634"/>
                  <a:gd name="connsiteX129" fmla="*/ 505978 w 5965940"/>
                  <a:gd name="connsiteY129" fmla="*/ 1450932 h 2951634"/>
                  <a:gd name="connsiteX130" fmla="*/ 0 w 5965940"/>
                  <a:gd name="connsiteY130" fmla="*/ 1750841 h 2951634"/>
                  <a:gd name="connsiteX131" fmla="*/ 0 w 5965940"/>
                  <a:gd name="connsiteY131" fmla="*/ 2951634 h 2951634"/>
                  <a:gd name="connsiteX132" fmla="*/ 505978 w 5965940"/>
                  <a:gd name="connsiteY132" fmla="*/ 2951634 h 2951634"/>
                  <a:gd name="connsiteX133" fmla="*/ 1339431 w 5965940"/>
                  <a:gd name="connsiteY133" fmla="*/ 2951634 h 2951634"/>
                  <a:gd name="connsiteX134" fmla="*/ 3384619 w 5965940"/>
                  <a:gd name="connsiteY134" fmla="*/ 2951634 h 2951634"/>
                  <a:gd name="connsiteX135" fmla="*/ 4172617 w 5965940"/>
                  <a:gd name="connsiteY135" fmla="*/ 2951634 h 2951634"/>
                  <a:gd name="connsiteX136" fmla="*/ 4172620 w 5965940"/>
                  <a:gd name="connsiteY136" fmla="*/ 2951052 h 2951634"/>
                  <a:gd name="connsiteX137" fmla="*/ 5965874 w 5965940"/>
                  <a:gd name="connsiteY137" fmla="*/ 2951052 h 2951634"/>
                  <a:gd name="connsiteX138" fmla="*/ 5965208 w 5965940"/>
                  <a:gd name="connsiteY138" fmla="*/ 2865948 h 2951634"/>
                  <a:gd name="connsiteX139" fmla="*/ 5965877 w 5965940"/>
                  <a:gd name="connsiteY139" fmla="*/ 2857204 h 2951634"/>
                  <a:gd name="connsiteX140" fmla="*/ 5965877 w 5965940"/>
                  <a:gd name="connsiteY140" fmla="*/ 2309858 h 2951634"/>
                  <a:gd name="connsiteX141" fmla="*/ 5965877 w 5965940"/>
                  <a:gd name="connsiteY141" fmla="*/ 2302863 h 2951634"/>
                  <a:gd name="connsiteX142" fmla="*/ 5953806 w 5965940"/>
                  <a:gd name="connsiteY142" fmla="*/ 2292370 h 2951634"/>
                  <a:gd name="connsiteX143" fmla="*/ 5924966 w 5965940"/>
                  <a:gd name="connsiteY143" fmla="*/ 2291786 h 2951634"/>
                  <a:gd name="connsiteX144" fmla="*/ 5924295 w 5965940"/>
                  <a:gd name="connsiteY144" fmla="*/ 2167629 h 2951634"/>
                  <a:gd name="connsiteX145" fmla="*/ 5890762 w 5965940"/>
                  <a:gd name="connsiteY145" fmla="*/ 2132072 h 2951634"/>
                  <a:gd name="connsiteX146" fmla="*/ 5879361 w 5965940"/>
                  <a:gd name="connsiteY146" fmla="*/ 2127993 h 2951634"/>
                  <a:gd name="connsiteX147" fmla="*/ 5849180 w 5965940"/>
                  <a:gd name="connsiteY147" fmla="*/ 2055714 h 2951634"/>
                  <a:gd name="connsiteX148" fmla="*/ 5363604 w 5965940"/>
                  <a:gd name="connsiteY148" fmla="*/ 1753185 h 2951634"/>
                  <a:gd name="connsiteX149" fmla="*/ 5137584 w 5965940"/>
                  <a:gd name="connsiteY149" fmla="*/ 1770090 h 2951634"/>
                  <a:gd name="connsiteX150" fmla="*/ 5126181 w 5965940"/>
                  <a:gd name="connsiteY150" fmla="*/ 1763096 h 2951634"/>
                  <a:gd name="connsiteX151" fmla="*/ 5126181 w 5965940"/>
                  <a:gd name="connsiteY151" fmla="*/ 1746774 h 2951634"/>
                  <a:gd name="connsiteX152" fmla="*/ 5126181 w 5965940"/>
                  <a:gd name="connsiteY152" fmla="*/ 1209917 h 2951634"/>
                  <a:gd name="connsiteX153" fmla="*/ 4964547 w 5965940"/>
                  <a:gd name="connsiteY153" fmla="*/ 1075267 h 2951634"/>
                  <a:gd name="connsiteX154" fmla="*/ 4935706 w 5965940"/>
                  <a:gd name="connsiteY154" fmla="*/ 1075848 h 2951634"/>
                  <a:gd name="connsiteX155" fmla="*/ 4798887 w 5965940"/>
                  <a:gd name="connsiteY155" fmla="*/ 1216330 h 2951634"/>
                  <a:gd name="connsiteX156" fmla="*/ 4798887 w 5965940"/>
                  <a:gd name="connsiteY156" fmla="*/ 1364968 h 2951634"/>
                  <a:gd name="connsiteX157" fmla="*/ 4798887 w 5965940"/>
                  <a:gd name="connsiteY157" fmla="*/ 1968276 h 2951634"/>
                  <a:gd name="connsiteX158" fmla="*/ 4788156 w 5965940"/>
                  <a:gd name="connsiteY158" fmla="*/ 2002086 h 2951634"/>
                  <a:gd name="connsiteX159" fmla="*/ 4745232 w 5965940"/>
                  <a:gd name="connsiteY159" fmla="*/ 2077280 h 2951634"/>
                  <a:gd name="connsiteX160" fmla="*/ 4738526 w 5965940"/>
                  <a:gd name="connsiteY160" fmla="*/ 2056877 h 2951634"/>
                  <a:gd name="connsiteX161" fmla="*/ 4738526 w 5965940"/>
                  <a:gd name="connsiteY161" fmla="*/ 1648846 h 2951634"/>
                  <a:gd name="connsiteX162" fmla="*/ 4738526 w 5965940"/>
                  <a:gd name="connsiteY162" fmla="*/ 1210501 h 2951634"/>
                  <a:gd name="connsiteX163" fmla="*/ 4576891 w 5965940"/>
                  <a:gd name="connsiteY163" fmla="*/ 1075848 h 2951634"/>
                  <a:gd name="connsiteX164" fmla="*/ 4411904 w 5965940"/>
                  <a:gd name="connsiteY164" fmla="*/ 1200591 h 2951634"/>
                  <a:gd name="connsiteX165" fmla="*/ 4410563 w 5965940"/>
                  <a:gd name="connsiteY165" fmla="*/ 1211083 h 2951634"/>
                  <a:gd name="connsiteX166" fmla="*/ 4410563 w 5965940"/>
                  <a:gd name="connsiteY166" fmla="*/ 1786995 h 2951634"/>
                  <a:gd name="connsiteX167" fmla="*/ 4411231 w 5965940"/>
                  <a:gd name="connsiteY167" fmla="*/ 1787577 h 2951634"/>
                  <a:gd name="connsiteX168" fmla="*/ 4408550 w 5965940"/>
                  <a:gd name="connsiteY168" fmla="*/ 1787577 h 2951634"/>
                  <a:gd name="connsiteX169" fmla="*/ 4409220 w 5965940"/>
                  <a:gd name="connsiteY169" fmla="*/ 1762513 h 2951634"/>
                  <a:gd name="connsiteX170" fmla="*/ 4409220 w 5965940"/>
                  <a:gd name="connsiteY170" fmla="*/ 1225656 h 2951634"/>
                  <a:gd name="connsiteX171" fmla="*/ 4408550 w 5965940"/>
                  <a:gd name="connsiteY171" fmla="*/ 1200591 h 2951634"/>
                  <a:gd name="connsiteX172" fmla="*/ 4405197 w 5965940"/>
                  <a:gd name="connsiteY172" fmla="*/ 1221575 h 2951634"/>
                  <a:gd name="connsiteX173" fmla="*/ 4405197 w 5965940"/>
                  <a:gd name="connsiteY173" fmla="*/ 1423843 h 2951634"/>
                  <a:gd name="connsiteX174" fmla="*/ 4405197 w 5965940"/>
                  <a:gd name="connsiteY174" fmla="*/ 1767758 h 2951634"/>
                  <a:gd name="connsiteX175" fmla="*/ 4387758 w 5965940"/>
                  <a:gd name="connsiteY175" fmla="*/ 1785246 h 2951634"/>
                  <a:gd name="connsiteX176" fmla="*/ 4176908 w 5965940"/>
                  <a:gd name="connsiteY176" fmla="*/ 1785246 h 2951634"/>
                  <a:gd name="connsiteX177" fmla="*/ 4177402 w 5965940"/>
                  <a:gd name="connsiteY177" fmla="*/ 1651098 h 2951634"/>
                  <a:gd name="connsiteX178" fmla="*/ 3987168 w 5965940"/>
                  <a:gd name="connsiteY178" fmla="*/ 1647507 h 2951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5965940" h="2951634">
                    <a:moveTo>
                      <a:pt x="5965877" y="2951052"/>
                    </a:moveTo>
                    <a:lnTo>
                      <a:pt x="5965874" y="2951052"/>
                    </a:lnTo>
                    <a:lnTo>
                      <a:pt x="5965877" y="2951634"/>
                    </a:lnTo>
                    <a:close/>
                    <a:moveTo>
                      <a:pt x="2224803" y="1672633"/>
                    </a:moveTo>
                    <a:cubicBezTo>
                      <a:pt x="2247536" y="1672633"/>
                      <a:pt x="2252320" y="1682204"/>
                      <a:pt x="2252320" y="1702545"/>
                    </a:cubicBezTo>
                    <a:lnTo>
                      <a:pt x="2252320" y="1866318"/>
                    </a:lnTo>
                    <a:lnTo>
                      <a:pt x="2193129" y="1866318"/>
                    </a:lnTo>
                    <a:lnTo>
                      <a:pt x="2193695" y="1701348"/>
                    </a:lnTo>
                    <a:cubicBezTo>
                      <a:pt x="2193695" y="1677417"/>
                      <a:pt x="2204464" y="1672633"/>
                      <a:pt x="2224803" y="1672633"/>
                    </a:cubicBezTo>
                    <a:close/>
                    <a:moveTo>
                      <a:pt x="2547842" y="1574524"/>
                    </a:moveTo>
                    <a:cubicBezTo>
                      <a:pt x="2566986" y="1574524"/>
                      <a:pt x="2572969" y="1582900"/>
                      <a:pt x="2572969" y="1600847"/>
                    </a:cubicBezTo>
                    <a:cubicBezTo>
                      <a:pt x="2572969" y="1624774"/>
                      <a:pt x="2572969" y="1647507"/>
                      <a:pt x="2572969" y="1671436"/>
                    </a:cubicBezTo>
                    <a:cubicBezTo>
                      <a:pt x="2572969" y="1671436"/>
                      <a:pt x="2572969" y="1671436"/>
                      <a:pt x="2574165" y="1671436"/>
                    </a:cubicBezTo>
                    <a:cubicBezTo>
                      <a:pt x="2574165" y="1694169"/>
                      <a:pt x="2574165" y="1716902"/>
                      <a:pt x="2574165" y="1738437"/>
                    </a:cubicBezTo>
                    <a:cubicBezTo>
                      <a:pt x="2574165" y="1765955"/>
                      <a:pt x="2586129" y="1779116"/>
                      <a:pt x="2614844" y="1777919"/>
                    </a:cubicBezTo>
                    <a:cubicBezTo>
                      <a:pt x="2643559" y="1776723"/>
                      <a:pt x="2672274" y="1777919"/>
                      <a:pt x="2700989" y="1777919"/>
                    </a:cubicBezTo>
                    <a:cubicBezTo>
                      <a:pt x="2718935" y="1777919"/>
                      <a:pt x="2727310" y="1782706"/>
                      <a:pt x="2727310" y="1801849"/>
                    </a:cubicBezTo>
                    <a:cubicBezTo>
                      <a:pt x="2726114" y="1826974"/>
                      <a:pt x="2734488" y="1856885"/>
                      <a:pt x="2691417" y="1856885"/>
                    </a:cubicBezTo>
                    <a:lnTo>
                      <a:pt x="2680232" y="1866318"/>
                    </a:lnTo>
                    <a:lnTo>
                      <a:pt x="2525808" y="1866318"/>
                    </a:lnTo>
                    <a:lnTo>
                      <a:pt x="2525112" y="1599648"/>
                    </a:lnTo>
                    <a:cubicBezTo>
                      <a:pt x="2525112" y="1584095"/>
                      <a:pt x="2529896" y="1574524"/>
                      <a:pt x="2547842" y="1574524"/>
                    </a:cubicBezTo>
                    <a:close/>
                    <a:moveTo>
                      <a:pt x="2607665" y="1231144"/>
                    </a:moveTo>
                    <a:cubicBezTo>
                      <a:pt x="2633987" y="1229947"/>
                      <a:pt x="2641166" y="1240715"/>
                      <a:pt x="2639969" y="1264645"/>
                    </a:cubicBezTo>
                    <a:cubicBezTo>
                      <a:pt x="2638772" y="1319681"/>
                      <a:pt x="2639969" y="1374719"/>
                      <a:pt x="2639969" y="1429754"/>
                    </a:cubicBezTo>
                    <a:cubicBezTo>
                      <a:pt x="2639969" y="1429754"/>
                      <a:pt x="2639969" y="1429754"/>
                      <a:pt x="2641166" y="1429754"/>
                    </a:cubicBezTo>
                    <a:cubicBezTo>
                      <a:pt x="2641166" y="1483594"/>
                      <a:pt x="2641166" y="1537435"/>
                      <a:pt x="2641166" y="1592472"/>
                    </a:cubicBezTo>
                    <a:cubicBezTo>
                      <a:pt x="2641166" y="1631954"/>
                      <a:pt x="2650739" y="1640328"/>
                      <a:pt x="2690220" y="1642722"/>
                    </a:cubicBezTo>
                    <a:cubicBezTo>
                      <a:pt x="2729702" y="1643918"/>
                      <a:pt x="2729702" y="1647507"/>
                      <a:pt x="2727310" y="1706132"/>
                    </a:cubicBezTo>
                    <a:cubicBezTo>
                      <a:pt x="2726114" y="1739634"/>
                      <a:pt x="2704578" y="1732455"/>
                      <a:pt x="2684237" y="1731258"/>
                    </a:cubicBezTo>
                    <a:cubicBezTo>
                      <a:pt x="2680648" y="1731258"/>
                      <a:pt x="2678257" y="1730063"/>
                      <a:pt x="2674666" y="1730063"/>
                    </a:cubicBezTo>
                    <a:cubicBezTo>
                      <a:pt x="2619628" y="1727669"/>
                      <a:pt x="2619628" y="1727669"/>
                      <a:pt x="2619628" y="1670240"/>
                    </a:cubicBezTo>
                    <a:cubicBezTo>
                      <a:pt x="2619628" y="1631954"/>
                      <a:pt x="2617236" y="1594865"/>
                      <a:pt x="2620827" y="1556577"/>
                    </a:cubicBezTo>
                    <a:cubicBezTo>
                      <a:pt x="2622024" y="1537435"/>
                      <a:pt x="2612451" y="1533844"/>
                      <a:pt x="2599290" y="1531453"/>
                    </a:cubicBezTo>
                    <a:cubicBezTo>
                      <a:pt x="2594506" y="1530255"/>
                      <a:pt x="2589718" y="1530255"/>
                      <a:pt x="2583736" y="1530255"/>
                    </a:cubicBezTo>
                    <a:cubicBezTo>
                      <a:pt x="2521521" y="1530255"/>
                      <a:pt x="2525112" y="1536238"/>
                      <a:pt x="2526306" y="1468040"/>
                    </a:cubicBezTo>
                    <a:cubicBezTo>
                      <a:pt x="2528699" y="1395057"/>
                      <a:pt x="2503576" y="1338824"/>
                      <a:pt x="2432984" y="1308912"/>
                    </a:cubicBezTo>
                    <a:cubicBezTo>
                      <a:pt x="2401878" y="1295753"/>
                      <a:pt x="2417431" y="1268233"/>
                      <a:pt x="2417431" y="1246697"/>
                    </a:cubicBezTo>
                    <a:cubicBezTo>
                      <a:pt x="2417431" y="1227553"/>
                      <a:pt x="2435376" y="1231144"/>
                      <a:pt x="2448538" y="1231144"/>
                    </a:cubicBezTo>
                    <a:cubicBezTo>
                      <a:pt x="2501182" y="1231144"/>
                      <a:pt x="2555021" y="1232341"/>
                      <a:pt x="2607665" y="1231144"/>
                    </a:cubicBezTo>
                    <a:close/>
                    <a:moveTo>
                      <a:pt x="1542988" y="1125838"/>
                    </a:moveTo>
                    <a:lnTo>
                      <a:pt x="1542988" y="1264073"/>
                    </a:lnTo>
                    <a:lnTo>
                      <a:pt x="1489378" y="1274897"/>
                    </a:lnTo>
                    <a:cubicBezTo>
                      <a:pt x="1427198" y="1301196"/>
                      <a:pt x="1383569" y="1362765"/>
                      <a:pt x="1383569" y="1434522"/>
                    </a:cubicBezTo>
                    <a:lnTo>
                      <a:pt x="1383569" y="1866318"/>
                    </a:lnTo>
                    <a:lnTo>
                      <a:pt x="1323073" y="1866318"/>
                    </a:lnTo>
                    <a:lnTo>
                      <a:pt x="1323073" y="1125838"/>
                    </a:lnTo>
                    <a:close/>
                    <a:moveTo>
                      <a:pt x="2002911" y="1125838"/>
                    </a:moveTo>
                    <a:lnTo>
                      <a:pt x="2002911" y="1263591"/>
                    </a:lnTo>
                    <a:lnTo>
                      <a:pt x="1947459" y="1274786"/>
                    </a:lnTo>
                    <a:cubicBezTo>
                      <a:pt x="1885280" y="1301086"/>
                      <a:pt x="1841653" y="1362655"/>
                      <a:pt x="1841653" y="1434414"/>
                    </a:cubicBezTo>
                    <a:lnTo>
                      <a:pt x="1841653" y="1866318"/>
                    </a:lnTo>
                    <a:lnTo>
                      <a:pt x="1730051" y="1866318"/>
                    </a:lnTo>
                    <a:lnTo>
                      <a:pt x="1730052" y="1434522"/>
                    </a:lnTo>
                    <a:lnTo>
                      <a:pt x="1730051" y="1434519"/>
                    </a:lnTo>
                    <a:lnTo>
                      <a:pt x="1730051" y="1420568"/>
                    </a:lnTo>
                    <a:lnTo>
                      <a:pt x="1727234" y="1420568"/>
                    </a:lnTo>
                    <a:lnTo>
                      <a:pt x="1716437" y="1367090"/>
                    </a:lnTo>
                    <a:cubicBezTo>
                      <a:pt x="1696714" y="1320455"/>
                      <a:pt x="1657149" y="1284256"/>
                      <a:pt x="1608327" y="1269071"/>
                    </a:cubicBezTo>
                    <a:lnTo>
                      <a:pt x="1586325" y="1265744"/>
                    </a:lnTo>
                    <a:lnTo>
                      <a:pt x="1586325" y="1125838"/>
                    </a:lnTo>
                    <a:close/>
                    <a:moveTo>
                      <a:pt x="3907006" y="0"/>
                    </a:moveTo>
                    <a:lnTo>
                      <a:pt x="3732325" y="0"/>
                    </a:lnTo>
                    <a:lnTo>
                      <a:pt x="3654557" y="1648703"/>
                    </a:lnTo>
                    <a:lnTo>
                      <a:pt x="3552858" y="1652295"/>
                    </a:lnTo>
                    <a:lnTo>
                      <a:pt x="3472697" y="338595"/>
                    </a:lnTo>
                    <a:lnTo>
                      <a:pt x="3294425" y="338595"/>
                    </a:lnTo>
                    <a:lnTo>
                      <a:pt x="3217853" y="1658274"/>
                    </a:lnTo>
                    <a:lnTo>
                      <a:pt x="3071887" y="1665454"/>
                    </a:lnTo>
                    <a:cubicBezTo>
                      <a:pt x="3071887" y="1593668"/>
                      <a:pt x="3071887" y="1520683"/>
                      <a:pt x="3071887" y="1448897"/>
                    </a:cubicBezTo>
                    <a:cubicBezTo>
                      <a:pt x="3071887" y="1392664"/>
                      <a:pt x="3049154" y="1348396"/>
                      <a:pt x="2998904" y="1319681"/>
                    </a:cubicBezTo>
                    <a:cubicBezTo>
                      <a:pt x="2990528" y="1314896"/>
                      <a:pt x="2984548" y="1310109"/>
                      <a:pt x="2979760" y="1301735"/>
                    </a:cubicBezTo>
                    <a:cubicBezTo>
                      <a:pt x="2968992" y="1281394"/>
                      <a:pt x="2906777" y="1274218"/>
                      <a:pt x="2896009" y="1293360"/>
                    </a:cubicBezTo>
                    <a:cubicBezTo>
                      <a:pt x="2885241" y="1312501"/>
                      <a:pt x="2868490" y="1319681"/>
                      <a:pt x="2854133" y="1331645"/>
                    </a:cubicBezTo>
                    <a:cubicBezTo>
                      <a:pt x="2820633" y="1357968"/>
                      <a:pt x="2800293" y="1391467"/>
                      <a:pt x="2800293" y="1433343"/>
                    </a:cubicBezTo>
                    <a:cubicBezTo>
                      <a:pt x="2800293" y="1463256"/>
                      <a:pt x="2788329" y="1471630"/>
                      <a:pt x="2762007" y="1468040"/>
                    </a:cubicBezTo>
                    <a:cubicBezTo>
                      <a:pt x="2735686" y="1464451"/>
                      <a:pt x="2724917" y="1478808"/>
                      <a:pt x="2726114" y="1503935"/>
                    </a:cubicBezTo>
                    <a:cubicBezTo>
                      <a:pt x="2727310" y="1523079"/>
                      <a:pt x="2726114" y="1542221"/>
                      <a:pt x="2726114" y="1562559"/>
                    </a:cubicBezTo>
                    <a:cubicBezTo>
                      <a:pt x="2726114" y="1570933"/>
                      <a:pt x="2727310" y="1580506"/>
                      <a:pt x="2715346" y="1581703"/>
                    </a:cubicBezTo>
                    <a:cubicBezTo>
                      <a:pt x="2702184" y="1582900"/>
                      <a:pt x="2702184" y="1570933"/>
                      <a:pt x="2702184" y="1561362"/>
                    </a:cubicBezTo>
                    <a:cubicBezTo>
                      <a:pt x="2700989" y="1530255"/>
                      <a:pt x="2698595" y="1497950"/>
                      <a:pt x="2698595" y="1466843"/>
                    </a:cubicBezTo>
                    <a:cubicBezTo>
                      <a:pt x="2697399" y="1383093"/>
                      <a:pt x="2697399" y="1299341"/>
                      <a:pt x="2698595" y="1215590"/>
                    </a:cubicBezTo>
                    <a:cubicBezTo>
                      <a:pt x="2698595" y="1190464"/>
                      <a:pt x="2690220" y="1173716"/>
                      <a:pt x="2661505" y="1173716"/>
                    </a:cubicBezTo>
                    <a:cubicBezTo>
                      <a:pt x="2570575" y="1173716"/>
                      <a:pt x="2479646" y="1173716"/>
                      <a:pt x="2388716" y="1173716"/>
                    </a:cubicBezTo>
                    <a:cubicBezTo>
                      <a:pt x="2365983" y="1173716"/>
                      <a:pt x="2355216" y="1185679"/>
                      <a:pt x="2356411" y="1208411"/>
                    </a:cubicBezTo>
                    <a:cubicBezTo>
                      <a:pt x="2356411" y="1229947"/>
                      <a:pt x="2355216" y="1251485"/>
                      <a:pt x="2357608" y="1273020"/>
                    </a:cubicBezTo>
                    <a:cubicBezTo>
                      <a:pt x="2360001" y="1296948"/>
                      <a:pt x="2351626" y="1310109"/>
                      <a:pt x="2328893" y="1319681"/>
                    </a:cubicBezTo>
                    <a:cubicBezTo>
                      <a:pt x="2278642" y="1342413"/>
                      <a:pt x="2254715" y="1384290"/>
                      <a:pt x="2253518" y="1439325"/>
                    </a:cubicBezTo>
                    <a:cubicBezTo>
                      <a:pt x="2253518" y="1477612"/>
                      <a:pt x="2253518" y="1517094"/>
                      <a:pt x="2253518" y="1555380"/>
                    </a:cubicBezTo>
                    <a:cubicBezTo>
                      <a:pt x="2253518" y="1623580"/>
                      <a:pt x="2260697" y="1615203"/>
                      <a:pt x="2192497" y="1615203"/>
                    </a:cubicBezTo>
                    <a:lnTo>
                      <a:pt x="2188133" y="1615952"/>
                    </a:lnTo>
                    <a:lnTo>
                      <a:pt x="2188133" y="1434414"/>
                    </a:lnTo>
                    <a:lnTo>
                      <a:pt x="2188133" y="1434408"/>
                    </a:lnTo>
                    <a:lnTo>
                      <a:pt x="2188133" y="1420459"/>
                    </a:lnTo>
                    <a:lnTo>
                      <a:pt x="2186024" y="1420459"/>
                    </a:lnTo>
                    <a:lnTo>
                      <a:pt x="2180346" y="1382898"/>
                    </a:lnTo>
                    <a:cubicBezTo>
                      <a:pt x="2165160" y="1334076"/>
                      <a:pt x="2128961" y="1294511"/>
                      <a:pt x="2082327" y="1274786"/>
                    </a:cubicBezTo>
                    <a:lnTo>
                      <a:pt x="2046247" y="1267503"/>
                    </a:lnTo>
                    <a:lnTo>
                      <a:pt x="2046247" y="1060383"/>
                    </a:lnTo>
                    <a:lnTo>
                      <a:pt x="2002911" y="1060383"/>
                    </a:lnTo>
                    <a:lnTo>
                      <a:pt x="2002911" y="1060832"/>
                    </a:lnTo>
                    <a:lnTo>
                      <a:pt x="1323073" y="1060832"/>
                    </a:lnTo>
                    <a:lnTo>
                      <a:pt x="1323073" y="974326"/>
                    </a:lnTo>
                    <a:lnTo>
                      <a:pt x="1323073" y="938000"/>
                    </a:lnTo>
                    <a:lnTo>
                      <a:pt x="1323073" y="937995"/>
                    </a:lnTo>
                    <a:lnTo>
                      <a:pt x="1323073" y="781004"/>
                    </a:lnTo>
                    <a:lnTo>
                      <a:pt x="1323073" y="781003"/>
                    </a:lnTo>
                    <a:lnTo>
                      <a:pt x="1217309" y="781003"/>
                    </a:lnTo>
                    <a:lnTo>
                      <a:pt x="1217309" y="781004"/>
                    </a:lnTo>
                    <a:lnTo>
                      <a:pt x="1121686" y="781004"/>
                    </a:lnTo>
                    <a:lnTo>
                      <a:pt x="1121686" y="938000"/>
                    </a:lnTo>
                    <a:lnTo>
                      <a:pt x="1121686" y="974326"/>
                    </a:lnTo>
                    <a:lnTo>
                      <a:pt x="1121686" y="1866318"/>
                    </a:lnTo>
                    <a:lnTo>
                      <a:pt x="1025040" y="1866318"/>
                    </a:lnTo>
                    <a:lnTo>
                      <a:pt x="1025040" y="1777911"/>
                    </a:lnTo>
                    <a:lnTo>
                      <a:pt x="1025040" y="1776407"/>
                    </a:lnTo>
                    <a:lnTo>
                      <a:pt x="904032" y="1776407"/>
                    </a:lnTo>
                    <a:lnTo>
                      <a:pt x="904032" y="1132629"/>
                    </a:lnTo>
                    <a:lnTo>
                      <a:pt x="904032" y="1132626"/>
                    </a:lnTo>
                    <a:lnTo>
                      <a:pt x="904031" y="1132626"/>
                    </a:lnTo>
                    <a:lnTo>
                      <a:pt x="904031" y="974323"/>
                    </a:lnTo>
                    <a:lnTo>
                      <a:pt x="904030" y="974323"/>
                    </a:lnTo>
                    <a:lnTo>
                      <a:pt x="752351" y="974323"/>
                    </a:lnTo>
                    <a:lnTo>
                      <a:pt x="600673" y="974323"/>
                    </a:lnTo>
                    <a:lnTo>
                      <a:pt x="600673" y="1147341"/>
                    </a:lnTo>
                    <a:lnTo>
                      <a:pt x="600674" y="1147341"/>
                    </a:lnTo>
                    <a:lnTo>
                      <a:pt x="600674" y="1778187"/>
                    </a:lnTo>
                    <a:lnTo>
                      <a:pt x="505978" y="1778187"/>
                    </a:lnTo>
                    <a:lnTo>
                      <a:pt x="505978" y="1775522"/>
                    </a:lnTo>
                    <a:lnTo>
                      <a:pt x="505978" y="1450932"/>
                    </a:lnTo>
                    <a:lnTo>
                      <a:pt x="0" y="1750841"/>
                    </a:lnTo>
                    <a:lnTo>
                      <a:pt x="0" y="2951634"/>
                    </a:lnTo>
                    <a:lnTo>
                      <a:pt x="505978" y="2951634"/>
                    </a:lnTo>
                    <a:lnTo>
                      <a:pt x="1339431" y="2951634"/>
                    </a:lnTo>
                    <a:lnTo>
                      <a:pt x="3384619" y="2951634"/>
                    </a:lnTo>
                    <a:lnTo>
                      <a:pt x="4172617" y="2951634"/>
                    </a:lnTo>
                    <a:lnTo>
                      <a:pt x="4172620" y="2951052"/>
                    </a:lnTo>
                    <a:lnTo>
                      <a:pt x="5965874" y="2951052"/>
                    </a:lnTo>
                    <a:lnTo>
                      <a:pt x="5965208" y="2865948"/>
                    </a:lnTo>
                    <a:cubicBezTo>
                      <a:pt x="5965208" y="2863033"/>
                      <a:pt x="5965877" y="2860118"/>
                      <a:pt x="5965877" y="2857204"/>
                    </a:cubicBezTo>
                    <a:cubicBezTo>
                      <a:pt x="5965877" y="2674754"/>
                      <a:pt x="5965877" y="2492307"/>
                      <a:pt x="5965877" y="2309858"/>
                    </a:cubicBezTo>
                    <a:cubicBezTo>
                      <a:pt x="5965877" y="2307526"/>
                      <a:pt x="5965877" y="2305193"/>
                      <a:pt x="5965877" y="2302863"/>
                    </a:cubicBezTo>
                    <a:cubicBezTo>
                      <a:pt x="5966548" y="2295285"/>
                      <a:pt x="5961854" y="2292370"/>
                      <a:pt x="5953806" y="2292370"/>
                    </a:cubicBezTo>
                    <a:cubicBezTo>
                      <a:pt x="5944417" y="2292370"/>
                      <a:pt x="5934356" y="2292370"/>
                      <a:pt x="5924966" y="2291786"/>
                    </a:cubicBezTo>
                    <a:cubicBezTo>
                      <a:pt x="5924966" y="2250402"/>
                      <a:pt x="5924966" y="2209015"/>
                      <a:pt x="5924295" y="2167629"/>
                    </a:cubicBezTo>
                    <a:cubicBezTo>
                      <a:pt x="5924295" y="2146062"/>
                      <a:pt x="5914908" y="2136735"/>
                      <a:pt x="5890762" y="2132072"/>
                    </a:cubicBezTo>
                    <a:cubicBezTo>
                      <a:pt x="5886739" y="2131489"/>
                      <a:pt x="5883385" y="2129742"/>
                      <a:pt x="5879361" y="2127993"/>
                    </a:cubicBezTo>
                    <a:cubicBezTo>
                      <a:pt x="5873324" y="2102928"/>
                      <a:pt x="5861923" y="2079028"/>
                      <a:pt x="5849180" y="2055714"/>
                    </a:cubicBezTo>
                    <a:cubicBezTo>
                      <a:pt x="5749920" y="1879092"/>
                      <a:pt x="5587613" y="1777669"/>
                      <a:pt x="5363604" y="1753185"/>
                    </a:cubicBezTo>
                    <a:cubicBezTo>
                      <a:pt x="5287817" y="1745025"/>
                      <a:pt x="5211359" y="1750270"/>
                      <a:pt x="5137584" y="1770090"/>
                    </a:cubicBezTo>
                    <a:cubicBezTo>
                      <a:pt x="5132217" y="1770090"/>
                      <a:pt x="5126181" y="1769506"/>
                      <a:pt x="5126181" y="1763096"/>
                    </a:cubicBezTo>
                    <a:cubicBezTo>
                      <a:pt x="5126181" y="1757848"/>
                      <a:pt x="5126181" y="1752602"/>
                      <a:pt x="5126181" y="1746774"/>
                    </a:cubicBezTo>
                    <a:cubicBezTo>
                      <a:pt x="5126181" y="1567822"/>
                      <a:pt x="5125511" y="1388867"/>
                      <a:pt x="5126181" y="1209917"/>
                    </a:cubicBezTo>
                    <a:cubicBezTo>
                      <a:pt x="5126181" y="1141136"/>
                      <a:pt x="5052407" y="1071769"/>
                      <a:pt x="4964547" y="1075267"/>
                    </a:cubicBezTo>
                    <a:cubicBezTo>
                      <a:pt x="4955158" y="1074101"/>
                      <a:pt x="4945097" y="1074101"/>
                      <a:pt x="4935706" y="1075848"/>
                    </a:cubicBezTo>
                    <a:cubicBezTo>
                      <a:pt x="4847177" y="1090422"/>
                      <a:pt x="4796875" y="1155707"/>
                      <a:pt x="4798887" y="1216330"/>
                    </a:cubicBezTo>
                    <a:cubicBezTo>
                      <a:pt x="4800230" y="1265875"/>
                      <a:pt x="4798887" y="1315421"/>
                      <a:pt x="4798887" y="1364968"/>
                    </a:cubicBezTo>
                    <a:cubicBezTo>
                      <a:pt x="4798887" y="1566074"/>
                      <a:pt x="4798887" y="1767175"/>
                      <a:pt x="4798887" y="1968276"/>
                    </a:cubicBezTo>
                    <a:cubicBezTo>
                      <a:pt x="4798887" y="1980517"/>
                      <a:pt x="4796205" y="1991009"/>
                      <a:pt x="4788156" y="2002086"/>
                    </a:cubicBezTo>
                    <a:cubicBezTo>
                      <a:pt x="4771389" y="2025985"/>
                      <a:pt x="4755963" y="2050466"/>
                      <a:pt x="4745232" y="2077280"/>
                    </a:cubicBezTo>
                    <a:cubicBezTo>
                      <a:pt x="4733832" y="2072617"/>
                      <a:pt x="4738526" y="2063873"/>
                      <a:pt x="4738526" y="2056877"/>
                    </a:cubicBezTo>
                    <a:cubicBezTo>
                      <a:pt x="4738526" y="1921062"/>
                      <a:pt x="4738526" y="1784662"/>
                      <a:pt x="4738526" y="1648846"/>
                    </a:cubicBezTo>
                    <a:cubicBezTo>
                      <a:pt x="4738526" y="1502537"/>
                      <a:pt x="4737856" y="1356226"/>
                      <a:pt x="4738526" y="1210501"/>
                    </a:cubicBezTo>
                    <a:cubicBezTo>
                      <a:pt x="4739197" y="1139970"/>
                      <a:pt x="4661398" y="1071186"/>
                      <a:pt x="4576891" y="1075848"/>
                    </a:cubicBezTo>
                    <a:cubicBezTo>
                      <a:pt x="4511835" y="1070020"/>
                      <a:pt x="4422634" y="1116652"/>
                      <a:pt x="4411904" y="1200591"/>
                    </a:cubicBezTo>
                    <a:cubicBezTo>
                      <a:pt x="4409890" y="1204087"/>
                      <a:pt x="4410563" y="1207586"/>
                      <a:pt x="4410563" y="1211083"/>
                    </a:cubicBezTo>
                    <a:cubicBezTo>
                      <a:pt x="4410563" y="1402859"/>
                      <a:pt x="4410563" y="1595219"/>
                      <a:pt x="4410563" y="1786995"/>
                    </a:cubicBezTo>
                    <a:cubicBezTo>
                      <a:pt x="4410563" y="1786995"/>
                      <a:pt x="4411231" y="1787577"/>
                      <a:pt x="4411231" y="1787577"/>
                    </a:cubicBezTo>
                    <a:cubicBezTo>
                      <a:pt x="4410563" y="1787577"/>
                      <a:pt x="4409220" y="1787577"/>
                      <a:pt x="4408550" y="1787577"/>
                    </a:cubicBezTo>
                    <a:cubicBezTo>
                      <a:pt x="4408550" y="1779416"/>
                      <a:pt x="4409220" y="1770673"/>
                      <a:pt x="4409220" y="1762513"/>
                    </a:cubicBezTo>
                    <a:cubicBezTo>
                      <a:pt x="4409220" y="1583562"/>
                      <a:pt x="4409220" y="1404606"/>
                      <a:pt x="4409220" y="1225656"/>
                    </a:cubicBezTo>
                    <a:cubicBezTo>
                      <a:pt x="4409220" y="1217494"/>
                      <a:pt x="4409220" y="1208751"/>
                      <a:pt x="4408550" y="1200591"/>
                    </a:cubicBezTo>
                    <a:cubicBezTo>
                      <a:pt x="4402512" y="1207002"/>
                      <a:pt x="4405197" y="1214579"/>
                      <a:pt x="4405197" y="1221575"/>
                    </a:cubicBezTo>
                    <a:cubicBezTo>
                      <a:pt x="4405197" y="1289192"/>
                      <a:pt x="4405197" y="1356226"/>
                      <a:pt x="4405197" y="1423843"/>
                    </a:cubicBezTo>
                    <a:cubicBezTo>
                      <a:pt x="4405197" y="1538679"/>
                      <a:pt x="4405197" y="1652926"/>
                      <a:pt x="4405197" y="1767758"/>
                    </a:cubicBezTo>
                    <a:cubicBezTo>
                      <a:pt x="4405197" y="1784662"/>
                      <a:pt x="4405197" y="1785246"/>
                      <a:pt x="4387758" y="1785246"/>
                    </a:cubicBezTo>
                    <a:lnTo>
                      <a:pt x="4176908" y="1785246"/>
                    </a:lnTo>
                    <a:lnTo>
                      <a:pt x="4177402" y="1651098"/>
                    </a:lnTo>
                    <a:lnTo>
                      <a:pt x="3987168" y="1647507"/>
                    </a:lnTo>
                    <a:close/>
                  </a:path>
                </a:pathLst>
              </a:custGeom>
              <a:solidFill>
                <a:schemeClr val="bg1"/>
              </a:solidFill>
              <a:ln w="36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B4D8DC-FA44-45FB-8BFB-D992B9DB3DEC}"/>
                </a:ext>
              </a:extLst>
            </p:cNvPr>
            <p:cNvSpPr txBox="1"/>
            <p:nvPr/>
          </p:nvSpPr>
          <p:spPr>
            <a:xfrm>
              <a:off x="2611792" y="3143965"/>
              <a:ext cx="4438231" cy="646270"/>
            </a:xfrm>
            <a:custGeom>
              <a:avLst/>
              <a:gdLst>
                <a:gd name="connsiteX0" fmla="*/ 1217399 w 4438231"/>
                <a:gd name="connsiteY0" fmla="*/ 148169 h 646270"/>
                <a:gd name="connsiteX1" fmla="*/ 1217399 w 4438231"/>
                <a:gd name="connsiteY1" fmla="*/ 496301 h 646270"/>
                <a:gd name="connsiteX2" fmla="*/ 1253957 w 4438231"/>
                <a:gd name="connsiteY2" fmla="*/ 496301 h 646270"/>
                <a:gd name="connsiteX3" fmla="*/ 1395216 w 4438231"/>
                <a:gd name="connsiteY3" fmla="*/ 433537 h 646270"/>
                <a:gd name="connsiteX4" fmla="*/ 1430872 w 4438231"/>
                <a:gd name="connsiteY4" fmla="*/ 322009 h 646270"/>
                <a:gd name="connsiteX5" fmla="*/ 1395216 w 4438231"/>
                <a:gd name="connsiteY5" fmla="*/ 210933 h 646270"/>
                <a:gd name="connsiteX6" fmla="*/ 1253957 w 4438231"/>
                <a:gd name="connsiteY6" fmla="*/ 148169 h 646270"/>
                <a:gd name="connsiteX7" fmla="*/ 3484816 w 4438231"/>
                <a:gd name="connsiteY7" fmla="*/ 136461 h 646270"/>
                <a:gd name="connsiteX8" fmla="*/ 3484816 w 4438231"/>
                <a:gd name="connsiteY8" fmla="*/ 289583 h 646270"/>
                <a:gd name="connsiteX9" fmla="*/ 3514647 w 4438231"/>
                <a:gd name="connsiteY9" fmla="*/ 289583 h 646270"/>
                <a:gd name="connsiteX10" fmla="*/ 3587415 w 4438231"/>
                <a:gd name="connsiteY10" fmla="*/ 268481 h 646270"/>
                <a:gd name="connsiteX11" fmla="*/ 3611369 w 4438231"/>
                <a:gd name="connsiteY11" fmla="*/ 212797 h 646270"/>
                <a:gd name="connsiteX12" fmla="*/ 3587415 w 4438231"/>
                <a:gd name="connsiteY12" fmla="*/ 157564 h 646270"/>
                <a:gd name="connsiteX13" fmla="*/ 3514647 w 4438231"/>
                <a:gd name="connsiteY13" fmla="*/ 136461 h 646270"/>
                <a:gd name="connsiteX14" fmla="*/ 3825741 w 4438231"/>
                <a:gd name="connsiteY14" fmla="*/ 14864 h 646270"/>
                <a:gd name="connsiteX15" fmla="*/ 4016693 w 4438231"/>
                <a:gd name="connsiteY15" fmla="*/ 14864 h 646270"/>
                <a:gd name="connsiteX16" fmla="*/ 4132887 w 4438231"/>
                <a:gd name="connsiteY16" fmla="*/ 182398 h 646270"/>
                <a:gd name="connsiteX17" fmla="*/ 4244577 w 4438231"/>
                <a:gd name="connsiteY17" fmla="*/ 14864 h 646270"/>
                <a:gd name="connsiteX18" fmla="*/ 4438231 w 4438231"/>
                <a:gd name="connsiteY18" fmla="*/ 14864 h 646270"/>
                <a:gd name="connsiteX19" fmla="*/ 4208098 w 4438231"/>
                <a:gd name="connsiteY19" fmla="*/ 334171 h 646270"/>
                <a:gd name="connsiteX20" fmla="*/ 4208098 w 4438231"/>
                <a:gd name="connsiteY20" fmla="*/ 629607 h 646270"/>
                <a:gd name="connsiteX21" fmla="*/ 4048218 w 4438231"/>
                <a:gd name="connsiteY21" fmla="*/ 629607 h 646270"/>
                <a:gd name="connsiteX22" fmla="*/ 4048218 w 4438231"/>
                <a:gd name="connsiteY22" fmla="*/ 334171 h 646270"/>
                <a:gd name="connsiteX23" fmla="*/ 3324939 w 4438231"/>
                <a:gd name="connsiteY23" fmla="*/ 14864 h 646270"/>
                <a:gd name="connsiteX24" fmla="*/ 3573538 w 4438231"/>
                <a:gd name="connsiteY24" fmla="*/ 14864 h 646270"/>
                <a:gd name="connsiteX25" fmla="*/ 3734768 w 4438231"/>
                <a:gd name="connsiteY25" fmla="*/ 80165 h 646270"/>
                <a:gd name="connsiteX26" fmla="*/ 3777103 w 4438231"/>
                <a:gd name="connsiteY26" fmla="*/ 204014 h 646270"/>
                <a:gd name="connsiteX27" fmla="*/ 3728463 w 4438231"/>
                <a:gd name="connsiteY27" fmla="*/ 334171 h 646270"/>
                <a:gd name="connsiteX28" fmla="*/ 3642893 w 4438231"/>
                <a:gd name="connsiteY28" fmla="*/ 377405 h 646270"/>
                <a:gd name="connsiteX29" fmla="*/ 3836099 w 4438231"/>
                <a:gd name="connsiteY29" fmla="*/ 629607 h 646270"/>
                <a:gd name="connsiteX30" fmla="*/ 3637490 w 4438231"/>
                <a:gd name="connsiteY30" fmla="*/ 629607 h 646270"/>
                <a:gd name="connsiteX31" fmla="*/ 3484816 w 4438231"/>
                <a:gd name="connsiteY31" fmla="*/ 393618 h 646270"/>
                <a:gd name="connsiteX32" fmla="*/ 3484816 w 4438231"/>
                <a:gd name="connsiteY32" fmla="*/ 629607 h 646270"/>
                <a:gd name="connsiteX33" fmla="*/ 3324939 w 4438231"/>
                <a:gd name="connsiteY33" fmla="*/ 629607 h 646270"/>
                <a:gd name="connsiteX34" fmla="*/ 2831294 w 4438231"/>
                <a:gd name="connsiteY34" fmla="*/ 14864 h 646270"/>
                <a:gd name="connsiteX35" fmla="*/ 3253732 w 4438231"/>
                <a:gd name="connsiteY35" fmla="*/ 14864 h 646270"/>
                <a:gd name="connsiteX36" fmla="*/ 3253732 w 4438231"/>
                <a:gd name="connsiteY36" fmla="*/ 148169 h 646270"/>
                <a:gd name="connsiteX37" fmla="*/ 3121325 w 4438231"/>
                <a:gd name="connsiteY37" fmla="*/ 148169 h 646270"/>
                <a:gd name="connsiteX38" fmla="*/ 3121325 w 4438231"/>
                <a:gd name="connsiteY38" fmla="*/ 629607 h 646270"/>
                <a:gd name="connsiteX39" fmla="*/ 2961448 w 4438231"/>
                <a:gd name="connsiteY39" fmla="*/ 629607 h 646270"/>
                <a:gd name="connsiteX40" fmla="*/ 2961448 w 4438231"/>
                <a:gd name="connsiteY40" fmla="*/ 148169 h 646270"/>
                <a:gd name="connsiteX41" fmla="*/ 2831294 w 4438231"/>
                <a:gd name="connsiteY41" fmla="*/ 148169 h 646270"/>
                <a:gd name="connsiteX42" fmla="*/ 1698036 w 4438231"/>
                <a:gd name="connsiteY42" fmla="*/ 14864 h 646270"/>
                <a:gd name="connsiteX43" fmla="*/ 1857913 w 4438231"/>
                <a:gd name="connsiteY43" fmla="*/ 14864 h 646270"/>
                <a:gd name="connsiteX44" fmla="*/ 1857913 w 4438231"/>
                <a:gd name="connsiteY44" fmla="*/ 347379 h 646270"/>
                <a:gd name="connsiteX45" fmla="*/ 1859265 w 4438231"/>
                <a:gd name="connsiteY45" fmla="*/ 407220 h 646270"/>
                <a:gd name="connsiteX46" fmla="*/ 1916460 w 4438231"/>
                <a:gd name="connsiteY46" fmla="*/ 494505 h 646270"/>
                <a:gd name="connsiteX47" fmla="*/ 1964197 w 4438231"/>
                <a:gd name="connsiteY47" fmla="*/ 504857 h 646270"/>
                <a:gd name="connsiteX48" fmla="*/ 2052468 w 4438231"/>
                <a:gd name="connsiteY48" fmla="*/ 463910 h 646270"/>
                <a:gd name="connsiteX49" fmla="*/ 2074537 w 4438231"/>
                <a:gd name="connsiteY49" fmla="*/ 347379 h 646270"/>
                <a:gd name="connsiteX50" fmla="*/ 2074537 w 4438231"/>
                <a:gd name="connsiteY50" fmla="*/ 14864 h 646270"/>
                <a:gd name="connsiteX51" fmla="*/ 2234415 w 4438231"/>
                <a:gd name="connsiteY51" fmla="*/ 14864 h 646270"/>
                <a:gd name="connsiteX52" fmla="*/ 2234415 w 4438231"/>
                <a:gd name="connsiteY52" fmla="*/ 369298 h 646270"/>
                <a:gd name="connsiteX53" fmla="*/ 2225409 w 4438231"/>
                <a:gd name="connsiteY53" fmla="*/ 463874 h 646270"/>
                <a:gd name="connsiteX54" fmla="*/ 2158754 w 4438231"/>
                <a:gd name="connsiteY54" fmla="*/ 574664 h 646270"/>
                <a:gd name="connsiteX55" fmla="*/ 1958795 w 4438231"/>
                <a:gd name="connsiteY55" fmla="*/ 645369 h 646270"/>
                <a:gd name="connsiteX56" fmla="*/ 1759734 w 4438231"/>
                <a:gd name="connsiteY56" fmla="*/ 573312 h 646270"/>
                <a:gd name="connsiteX57" fmla="*/ 1707944 w 4438231"/>
                <a:gd name="connsiteY57" fmla="*/ 478286 h 646270"/>
                <a:gd name="connsiteX58" fmla="*/ 1698036 w 4438231"/>
                <a:gd name="connsiteY58" fmla="*/ 369298 h 646270"/>
                <a:gd name="connsiteX59" fmla="*/ 1057522 w 4438231"/>
                <a:gd name="connsiteY59" fmla="*/ 14864 h 646270"/>
                <a:gd name="connsiteX60" fmla="*/ 1293511 w 4438231"/>
                <a:gd name="connsiteY60" fmla="*/ 14864 h 646270"/>
                <a:gd name="connsiteX61" fmla="*/ 1453840 w 4438231"/>
                <a:gd name="connsiteY61" fmla="*/ 63050 h 646270"/>
                <a:gd name="connsiteX62" fmla="*/ 1565079 w 4438231"/>
                <a:gd name="connsiteY62" fmla="*/ 188252 h 646270"/>
                <a:gd name="connsiteX63" fmla="*/ 1596604 w 4438231"/>
                <a:gd name="connsiteY63" fmla="*/ 322009 h 646270"/>
                <a:gd name="connsiteX64" fmla="*/ 1538732 w 4438231"/>
                <a:gd name="connsiteY64" fmla="*/ 499678 h 646270"/>
                <a:gd name="connsiteX65" fmla="*/ 1390789 w 4438231"/>
                <a:gd name="connsiteY65" fmla="*/ 612944 h 646270"/>
                <a:gd name="connsiteX66" fmla="*/ 1293511 w 4438231"/>
                <a:gd name="connsiteY66" fmla="*/ 629607 h 646270"/>
                <a:gd name="connsiteX67" fmla="*/ 1057522 w 4438231"/>
                <a:gd name="connsiteY67" fmla="*/ 629607 h 646270"/>
                <a:gd name="connsiteX68" fmla="*/ 294637 w 4438231"/>
                <a:gd name="connsiteY68" fmla="*/ 13238 h 646270"/>
                <a:gd name="connsiteX69" fmla="*/ 454515 w 4438231"/>
                <a:gd name="connsiteY69" fmla="*/ 13238 h 646270"/>
                <a:gd name="connsiteX70" fmla="*/ 748600 w 4438231"/>
                <a:gd name="connsiteY70" fmla="*/ 389290 h 646270"/>
                <a:gd name="connsiteX71" fmla="*/ 748600 w 4438231"/>
                <a:gd name="connsiteY71" fmla="*/ 13238 h 646270"/>
                <a:gd name="connsiteX72" fmla="*/ 908479 w 4438231"/>
                <a:gd name="connsiteY72" fmla="*/ 13238 h 646270"/>
                <a:gd name="connsiteX73" fmla="*/ 908479 w 4438231"/>
                <a:gd name="connsiteY73" fmla="*/ 627982 h 646270"/>
                <a:gd name="connsiteX74" fmla="*/ 748600 w 4438231"/>
                <a:gd name="connsiteY74" fmla="*/ 627982 h 646270"/>
                <a:gd name="connsiteX75" fmla="*/ 454515 w 4438231"/>
                <a:gd name="connsiteY75" fmla="*/ 251478 h 646270"/>
                <a:gd name="connsiteX76" fmla="*/ 454515 w 4438231"/>
                <a:gd name="connsiteY76" fmla="*/ 627982 h 646270"/>
                <a:gd name="connsiteX77" fmla="*/ 294637 w 4438231"/>
                <a:gd name="connsiteY77" fmla="*/ 627982 h 646270"/>
                <a:gd name="connsiteX78" fmla="*/ 0 w 4438231"/>
                <a:gd name="connsiteY78" fmla="*/ 13238 h 646270"/>
                <a:gd name="connsiteX79" fmla="*/ 159879 w 4438231"/>
                <a:gd name="connsiteY79" fmla="*/ 13238 h 646270"/>
                <a:gd name="connsiteX80" fmla="*/ 159879 w 4438231"/>
                <a:gd name="connsiteY80" fmla="*/ 627982 h 646270"/>
                <a:gd name="connsiteX81" fmla="*/ 0 w 4438231"/>
                <a:gd name="connsiteY81" fmla="*/ 627982 h 646270"/>
                <a:gd name="connsiteX82" fmla="*/ 2570434 w 4438231"/>
                <a:gd name="connsiteY82" fmla="*/ 0 h 646270"/>
                <a:gd name="connsiteX83" fmla="*/ 2765440 w 4438231"/>
                <a:gd name="connsiteY83" fmla="*/ 49991 h 646270"/>
                <a:gd name="connsiteX84" fmla="*/ 2701489 w 4438231"/>
                <a:gd name="connsiteY84" fmla="*/ 174291 h 646270"/>
                <a:gd name="connsiteX85" fmla="*/ 2595830 w 4438231"/>
                <a:gd name="connsiteY85" fmla="*/ 133309 h 646270"/>
                <a:gd name="connsiteX86" fmla="*/ 2549773 w 4438231"/>
                <a:gd name="connsiteY86" fmla="*/ 146417 h 646270"/>
                <a:gd name="connsiteX87" fmla="*/ 2526751 w 4438231"/>
                <a:gd name="connsiteY87" fmla="*/ 186197 h 646270"/>
                <a:gd name="connsiteX88" fmla="*/ 2556973 w 4438231"/>
                <a:gd name="connsiteY88" fmla="*/ 228228 h 646270"/>
                <a:gd name="connsiteX89" fmla="*/ 2638178 w 4438231"/>
                <a:gd name="connsiteY89" fmla="*/ 256255 h 646270"/>
                <a:gd name="connsiteX90" fmla="*/ 2759080 w 4438231"/>
                <a:gd name="connsiteY90" fmla="*/ 326598 h 646270"/>
                <a:gd name="connsiteX91" fmla="*/ 2790212 w 4438231"/>
                <a:gd name="connsiteY91" fmla="*/ 426239 h 646270"/>
                <a:gd name="connsiteX92" fmla="*/ 2653300 w 4438231"/>
                <a:gd name="connsiteY92" fmla="*/ 629586 h 646270"/>
                <a:gd name="connsiteX93" fmla="*/ 2550619 w 4438231"/>
                <a:gd name="connsiteY93" fmla="*/ 646270 h 646270"/>
                <a:gd name="connsiteX94" fmla="*/ 2336697 w 4438231"/>
                <a:gd name="connsiteY94" fmla="*/ 576465 h 646270"/>
                <a:gd name="connsiteX95" fmla="*/ 2405151 w 4438231"/>
                <a:gd name="connsiteY95" fmla="*/ 447660 h 646270"/>
                <a:gd name="connsiteX96" fmla="*/ 2546403 w 4438231"/>
                <a:gd name="connsiteY96" fmla="*/ 512964 h 646270"/>
                <a:gd name="connsiteX97" fmla="*/ 2599209 w 4438231"/>
                <a:gd name="connsiteY97" fmla="*/ 498404 h 646270"/>
                <a:gd name="connsiteX98" fmla="*/ 2624478 w 4438231"/>
                <a:gd name="connsiteY98" fmla="*/ 452004 h 646270"/>
                <a:gd name="connsiteX99" fmla="*/ 2596506 w 4438231"/>
                <a:gd name="connsiteY99" fmla="*/ 406508 h 646270"/>
                <a:gd name="connsiteX100" fmla="*/ 2526580 w 4438231"/>
                <a:gd name="connsiteY100" fmla="*/ 378754 h 646270"/>
                <a:gd name="connsiteX101" fmla="*/ 2451694 w 4438231"/>
                <a:gd name="connsiteY101" fmla="*/ 354465 h 646270"/>
                <a:gd name="connsiteX102" fmla="*/ 2410191 w 4438231"/>
                <a:gd name="connsiteY102" fmla="*/ 330171 h 646270"/>
                <a:gd name="connsiteX103" fmla="*/ 2361016 w 4438231"/>
                <a:gd name="connsiteY103" fmla="*/ 207821 h 646270"/>
                <a:gd name="connsiteX104" fmla="*/ 2411907 w 4438231"/>
                <a:gd name="connsiteY104" fmla="*/ 66127 h 646270"/>
                <a:gd name="connsiteX105" fmla="*/ 2570434 w 4438231"/>
                <a:gd name="connsiteY105" fmla="*/ 0 h 64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438231" h="646270">
                  <a:moveTo>
                    <a:pt x="1217399" y="148169"/>
                  </a:moveTo>
                  <a:lnTo>
                    <a:pt x="1217399" y="496301"/>
                  </a:lnTo>
                  <a:lnTo>
                    <a:pt x="1253957" y="496301"/>
                  </a:lnTo>
                  <a:cubicBezTo>
                    <a:pt x="1316838" y="496301"/>
                    <a:pt x="1363925" y="475380"/>
                    <a:pt x="1395216" y="433537"/>
                  </a:cubicBezTo>
                  <a:cubicBezTo>
                    <a:pt x="1418986" y="401628"/>
                    <a:pt x="1430872" y="364452"/>
                    <a:pt x="1430872" y="322009"/>
                  </a:cubicBezTo>
                  <a:cubicBezTo>
                    <a:pt x="1430872" y="279568"/>
                    <a:pt x="1418986" y="242542"/>
                    <a:pt x="1395216" y="210933"/>
                  </a:cubicBezTo>
                  <a:cubicBezTo>
                    <a:pt x="1363625" y="169091"/>
                    <a:pt x="1316538" y="148169"/>
                    <a:pt x="1253957" y="148169"/>
                  </a:cubicBezTo>
                  <a:close/>
                  <a:moveTo>
                    <a:pt x="3484816" y="136461"/>
                  </a:moveTo>
                  <a:lnTo>
                    <a:pt x="3484816" y="289583"/>
                  </a:lnTo>
                  <a:lnTo>
                    <a:pt x="3514647" y="289583"/>
                  </a:lnTo>
                  <a:cubicBezTo>
                    <a:pt x="3548395" y="289583"/>
                    <a:pt x="3572651" y="282550"/>
                    <a:pt x="3587415" y="268481"/>
                  </a:cubicBezTo>
                  <a:cubicBezTo>
                    <a:pt x="3603385" y="253209"/>
                    <a:pt x="3611369" y="234650"/>
                    <a:pt x="3611369" y="212797"/>
                  </a:cubicBezTo>
                  <a:cubicBezTo>
                    <a:pt x="3611369" y="190945"/>
                    <a:pt x="3603385" y="172534"/>
                    <a:pt x="3587415" y="157564"/>
                  </a:cubicBezTo>
                  <a:cubicBezTo>
                    <a:pt x="3572347" y="143495"/>
                    <a:pt x="3548091" y="136461"/>
                    <a:pt x="3514647" y="136461"/>
                  </a:cubicBezTo>
                  <a:close/>
                  <a:moveTo>
                    <a:pt x="3825741" y="14864"/>
                  </a:moveTo>
                  <a:lnTo>
                    <a:pt x="4016693" y="14864"/>
                  </a:lnTo>
                  <a:lnTo>
                    <a:pt x="4132887" y="182398"/>
                  </a:lnTo>
                  <a:lnTo>
                    <a:pt x="4244577" y="14864"/>
                  </a:lnTo>
                  <a:lnTo>
                    <a:pt x="4438231" y="14864"/>
                  </a:lnTo>
                  <a:lnTo>
                    <a:pt x="4208098" y="334171"/>
                  </a:lnTo>
                  <a:lnTo>
                    <a:pt x="4208098" y="629607"/>
                  </a:lnTo>
                  <a:lnTo>
                    <a:pt x="4048218" y="629607"/>
                  </a:lnTo>
                  <a:lnTo>
                    <a:pt x="4048218" y="334171"/>
                  </a:lnTo>
                  <a:close/>
                  <a:moveTo>
                    <a:pt x="3324939" y="14864"/>
                  </a:moveTo>
                  <a:lnTo>
                    <a:pt x="3573538" y="14864"/>
                  </a:lnTo>
                  <a:cubicBezTo>
                    <a:pt x="3646198" y="14864"/>
                    <a:pt x="3699939" y="36630"/>
                    <a:pt x="3734768" y="80165"/>
                  </a:cubicBezTo>
                  <a:cubicBezTo>
                    <a:pt x="3762990" y="115293"/>
                    <a:pt x="3777103" y="156577"/>
                    <a:pt x="3777103" y="204014"/>
                  </a:cubicBezTo>
                  <a:cubicBezTo>
                    <a:pt x="3777103" y="258358"/>
                    <a:pt x="3760890" y="301744"/>
                    <a:pt x="3728463" y="334171"/>
                  </a:cubicBezTo>
                  <a:cubicBezTo>
                    <a:pt x="3707747" y="354886"/>
                    <a:pt x="3679224" y="369298"/>
                    <a:pt x="3642893" y="377405"/>
                  </a:cubicBezTo>
                  <a:lnTo>
                    <a:pt x="3836099" y="629607"/>
                  </a:lnTo>
                  <a:lnTo>
                    <a:pt x="3637490" y="629607"/>
                  </a:lnTo>
                  <a:lnTo>
                    <a:pt x="3484816" y="393618"/>
                  </a:lnTo>
                  <a:lnTo>
                    <a:pt x="3484816" y="629607"/>
                  </a:lnTo>
                  <a:lnTo>
                    <a:pt x="3324939" y="629607"/>
                  </a:lnTo>
                  <a:close/>
                  <a:moveTo>
                    <a:pt x="2831294" y="14864"/>
                  </a:moveTo>
                  <a:lnTo>
                    <a:pt x="3253732" y="14864"/>
                  </a:lnTo>
                  <a:lnTo>
                    <a:pt x="3253732" y="148169"/>
                  </a:lnTo>
                  <a:lnTo>
                    <a:pt x="3121325" y="148169"/>
                  </a:lnTo>
                  <a:lnTo>
                    <a:pt x="3121325" y="629607"/>
                  </a:lnTo>
                  <a:lnTo>
                    <a:pt x="2961448" y="629607"/>
                  </a:lnTo>
                  <a:lnTo>
                    <a:pt x="2961448" y="148169"/>
                  </a:lnTo>
                  <a:lnTo>
                    <a:pt x="2831294" y="148169"/>
                  </a:lnTo>
                  <a:close/>
                  <a:moveTo>
                    <a:pt x="1698036" y="14864"/>
                  </a:moveTo>
                  <a:lnTo>
                    <a:pt x="1857913" y="14864"/>
                  </a:lnTo>
                  <a:lnTo>
                    <a:pt x="1857913" y="347379"/>
                  </a:lnTo>
                  <a:cubicBezTo>
                    <a:pt x="1857913" y="374071"/>
                    <a:pt x="1858364" y="394018"/>
                    <a:pt x="1859265" y="407220"/>
                  </a:cubicBezTo>
                  <a:cubicBezTo>
                    <a:pt x="1862267" y="448915"/>
                    <a:pt x="1881332" y="478011"/>
                    <a:pt x="1916460" y="494505"/>
                  </a:cubicBezTo>
                  <a:cubicBezTo>
                    <a:pt x="1930871" y="501406"/>
                    <a:pt x="1946784" y="504857"/>
                    <a:pt x="1964197" y="504857"/>
                  </a:cubicBezTo>
                  <a:cubicBezTo>
                    <a:pt x="2003230" y="504857"/>
                    <a:pt x="2032653" y="491207"/>
                    <a:pt x="2052468" y="463910"/>
                  </a:cubicBezTo>
                  <a:cubicBezTo>
                    <a:pt x="2067181" y="443812"/>
                    <a:pt x="2074537" y="404967"/>
                    <a:pt x="2074537" y="347379"/>
                  </a:cubicBezTo>
                  <a:lnTo>
                    <a:pt x="2074537" y="14864"/>
                  </a:lnTo>
                  <a:lnTo>
                    <a:pt x="2234415" y="14864"/>
                  </a:lnTo>
                  <a:lnTo>
                    <a:pt x="2234415" y="369298"/>
                  </a:lnTo>
                  <a:cubicBezTo>
                    <a:pt x="2234415" y="406228"/>
                    <a:pt x="2231413" y="437752"/>
                    <a:pt x="2225409" y="463874"/>
                  </a:cubicBezTo>
                  <a:cubicBezTo>
                    <a:pt x="2216101" y="504406"/>
                    <a:pt x="2193883" y="541337"/>
                    <a:pt x="2158754" y="574664"/>
                  </a:cubicBezTo>
                  <a:cubicBezTo>
                    <a:pt x="2108914" y="621801"/>
                    <a:pt x="2042261" y="645369"/>
                    <a:pt x="1958795" y="645369"/>
                  </a:cubicBezTo>
                  <a:cubicBezTo>
                    <a:pt x="1873826" y="645369"/>
                    <a:pt x="1807473" y="621350"/>
                    <a:pt x="1759734" y="573312"/>
                  </a:cubicBezTo>
                  <a:cubicBezTo>
                    <a:pt x="1734515" y="548091"/>
                    <a:pt x="1717250" y="516416"/>
                    <a:pt x="1707944" y="478286"/>
                  </a:cubicBezTo>
                  <a:cubicBezTo>
                    <a:pt x="1701338" y="451264"/>
                    <a:pt x="1698036" y="414934"/>
                    <a:pt x="1698036" y="369298"/>
                  </a:cubicBezTo>
                  <a:close/>
                  <a:moveTo>
                    <a:pt x="1057522" y="14864"/>
                  </a:moveTo>
                  <a:lnTo>
                    <a:pt x="1293511" y="14864"/>
                  </a:lnTo>
                  <a:cubicBezTo>
                    <a:pt x="1351157" y="14864"/>
                    <a:pt x="1404601" y="30924"/>
                    <a:pt x="1453840" y="63050"/>
                  </a:cubicBezTo>
                  <a:cubicBezTo>
                    <a:pt x="1502179" y="94276"/>
                    <a:pt x="1539258" y="136011"/>
                    <a:pt x="1565079" y="188252"/>
                  </a:cubicBezTo>
                  <a:cubicBezTo>
                    <a:pt x="1586097" y="231486"/>
                    <a:pt x="1596604" y="276072"/>
                    <a:pt x="1596604" y="322009"/>
                  </a:cubicBezTo>
                  <a:cubicBezTo>
                    <a:pt x="1596604" y="385961"/>
                    <a:pt x="1577313" y="445185"/>
                    <a:pt x="1538732" y="499678"/>
                  </a:cubicBezTo>
                  <a:cubicBezTo>
                    <a:pt x="1500153" y="554171"/>
                    <a:pt x="1450836" y="591926"/>
                    <a:pt x="1390789" y="612944"/>
                  </a:cubicBezTo>
                  <a:cubicBezTo>
                    <a:pt x="1358964" y="624052"/>
                    <a:pt x="1326538" y="629607"/>
                    <a:pt x="1293511" y="629607"/>
                  </a:cubicBezTo>
                  <a:lnTo>
                    <a:pt x="1057522" y="629607"/>
                  </a:lnTo>
                  <a:close/>
                  <a:moveTo>
                    <a:pt x="294637" y="13238"/>
                  </a:moveTo>
                  <a:lnTo>
                    <a:pt x="454515" y="13238"/>
                  </a:lnTo>
                  <a:lnTo>
                    <a:pt x="748600" y="389290"/>
                  </a:lnTo>
                  <a:lnTo>
                    <a:pt x="748600" y="13238"/>
                  </a:lnTo>
                  <a:lnTo>
                    <a:pt x="908479" y="13238"/>
                  </a:lnTo>
                  <a:lnTo>
                    <a:pt x="908479" y="627982"/>
                  </a:lnTo>
                  <a:lnTo>
                    <a:pt x="748600" y="627982"/>
                  </a:lnTo>
                  <a:lnTo>
                    <a:pt x="454515" y="251478"/>
                  </a:lnTo>
                  <a:lnTo>
                    <a:pt x="454515" y="627982"/>
                  </a:lnTo>
                  <a:lnTo>
                    <a:pt x="294637" y="627982"/>
                  </a:lnTo>
                  <a:close/>
                  <a:moveTo>
                    <a:pt x="0" y="13238"/>
                  </a:moveTo>
                  <a:lnTo>
                    <a:pt x="159879" y="13238"/>
                  </a:lnTo>
                  <a:lnTo>
                    <a:pt x="159879" y="627982"/>
                  </a:lnTo>
                  <a:lnTo>
                    <a:pt x="0" y="627982"/>
                  </a:lnTo>
                  <a:close/>
                  <a:moveTo>
                    <a:pt x="2570434" y="0"/>
                  </a:moveTo>
                  <a:cubicBezTo>
                    <a:pt x="2636788" y="0"/>
                    <a:pt x="2701790" y="16663"/>
                    <a:pt x="2765440" y="49991"/>
                  </a:cubicBezTo>
                  <a:lnTo>
                    <a:pt x="2701489" y="174291"/>
                  </a:lnTo>
                  <a:cubicBezTo>
                    <a:pt x="2666572" y="146968"/>
                    <a:pt x="2631352" y="133309"/>
                    <a:pt x="2595830" y="133309"/>
                  </a:cubicBezTo>
                  <a:cubicBezTo>
                    <a:pt x="2578675" y="133309"/>
                    <a:pt x="2563322" y="137678"/>
                    <a:pt x="2549773" y="146417"/>
                  </a:cubicBezTo>
                  <a:cubicBezTo>
                    <a:pt x="2534424" y="156363"/>
                    <a:pt x="2526751" y="169624"/>
                    <a:pt x="2526751" y="186197"/>
                  </a:cubicBezTo>
                  <a:cubicBezTo>
                    <a:pt x="2526751" y="202467"/>
                    <a:pt x="2536823" y="216477"/>
                    <a:pt x="2556973" y="228228"/>
                  </a:cubicBezTo>
                  <a:cubicBezTo>
                    <a:pt x="2565998" y="233657"/>
                    <a:pt x="2593069" y="242999"/>
                    <a:pt x="2638178" y="256255"/>
                  </a:cubicBezTo>
                  <a:cubicBezTo>
                    <a:pt x="2694723" y="272790"/>
                    <a:pt x="2735022" y="296237"/>
                    <a:pt x="2759080" y="326598"/>
                  </a:cubicBezTo>
                  <a:cubicBezTo>
                    <a:pt x="2779834" y="352448"/>
                    <a:pt x="2790212" y="385661"/>
                    <a:pt x="2790212" y="426239"/>
                  </a:cubicBezTo>
                  <a:cubicBezTo>
                    <a:pt x="2790212" y="530241"/>
                    <a:pt x="2744575" y="598023"/>
                    <a:pt x="2653300" y="629586"/>
                  </a:cubicBezTo>
                  <a:cubicBezTo>
                    <a:pt x="2621475" y="640709"/>
                    <a:pt x="2587247" y="646270"/>
                    <a:pt x="2550619" y="646270"/>
                  </a:cubicBezTo>
                  <a:cubicBezTo>
                    <a:pt x="2473756" y="646270"/>
                    <a:pt x="2402450" y="623003"/>
                    <a:pt x="2336697" y="576465"/>
                  </a:cubicBezTo>
                  <a:lnTo>
                    <a:pt x="2405151" y="447660"/>
                  </a:lnTo>
                  <a:cubicBezTo>
                    <a:pt x="2453288" y="491195"/>
                    <a:pt x="2500372" y="512964"/>
                    <a:pt x="2546403" y="512964"/>
                  </a:cubicBezTo>
                  <a:cubicBezTo>
                    <a:pt x="2567163" y="512964"/>
                    <a:pt x="2584764" y="508110"/>
                    <a:pt x="2599209" y="498404"/>
                  </a:cubicBezTo>
                  <a:cubicBezTo>
                    <a:pt x="2616055" y="487487"/>
                    <a:pt x="2624478" y="472021"/>
                    <a:pt x="2624478" y="452004"/>
                  </a:cubicBezTo>
                  <a:cubicBezTo>
                    <a:pt x="2624478" y="433804"/>
                    <a:pt x="2615154" y="418641"/>
                    <a:pt x="2596506" y="406508"/>
                  </a:cubicBezTo>
                  <a:cubicBezTo>
                    <a:pt x="2582672" y="397408"/>
                    <a:pt x="2559363" y="388157"/>
                    <a:pt x="2526580" y="378754"/>
                  </a:cubicBezTo>
                  <a:cubicBezTo>
                    <a:pt x="2486883" y="367060"/>
                    <a:pt x="2461921" y="358963"/>
                    <a:pt x="2451694" y="354465"/>
                  </a:cubicBezTo>
                  <a:cubicBezTo>
                    <a:pt x="2435452" y="347569"/>
                    <a:pt x="2421619" y="339470"/>
                    <a:pt x="2410191" y="330171"/>
                  </a:cubicBezTo>
                  <a:cubicBezTo>
                    <a:pt x="2377407" y="303183"/>
                    <a:pt x="2361016" y="262400"/>
                    <a:pt x="2361016" y="207821"/>
                  </a:cubicBezTo>
                  <a:cubicBezTo>
                    <a:pt x="2361016" y="150842"/>
                    <a:pt x="2377981" y="103609"/>
                    <a:pt x="2411907" y="66127"/>
                  </a:cubicBezTo>
                  <a:cubicBezTo>
                    <a:pt x="2451539" y="22042"/>
                    <a:pt x="2504382" y="0"/>
                    <a:pt x="25704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54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981185-B17A-411A-817A-411B329380BA}"/>
                </a:ext>
              </a:extLst>
            </p:cNvPr>
            <p:cNvSpPr/>
            <p:nvPr/>
          </p:nvSpPr>
          <p:spPr>
            <a:xfrm>
              <a:off x="3308523" y="4212614"/>
              <a:ext cx="554834" cy="553327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0EFFB30-A160-4211-8E55-E91CF2EEC5C1}"/>
              </a:ext>
            </a:extLst>
          </p:cNvPr>
          <p:cNvSpPr/>
          <p:nvPr/>
        </p:nvSpPr>
        <p:spPr>
          <a:xfrm>
            <a:off x="889399" y="-6081"/>
            <a:ext cx="274320" cy="596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53259C-53AF-4B92-A063-551B86BBFEAA}"/>
              </a:ext>
            </a:extLst>
          </p:cNvPr>
          <p:cNvSpPr/>
          <p:nvPr/>
        </p:nvSpPr>
        <p:spPr>
          <a:xfrm>
            <a:off x="804864" y="183646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24DE2F-EF95-4D1B-982B-694A7101623F}"/>
              </a:ext>
            </a:extLst>
          </p:cNvPr>
          <p:cNvGrpSpPr/>
          <p:nvPr/>
        </p:nvGrpSpPr>
        <p:grpSpPr>
          <a:xfrm>
            <a:off x="2" y="491130"/>
            <a:ext cx="2300512" cy="1658160"/>
            <a:chOff x="2" y="491130"/>
            <a:chExt cx="2300512" cy="165816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F1ACE8-C541-4C9F-BF36-E4A177C88D7C}"/>
                </a:ext>
              </a:extLst>
            </p:cNvPr>
            <p:cNvSpPr/>
            <p:nvPr/>
          </p:nvSpPr>
          <p:spPr>
            <a:xfrm>
              <a:off x="2" y="590550"/>
              <a:ext cx="160972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8AA0CE-12BB-4474-9226-04D727757709}"/>
                </a:ext>
              </a:extLst>
            </p:cNvPr>
            <p:cNvSpPr/>
            <p:nvPr/>
          </p:nvSpPr>
          <p:spPr>
            <a:xfrm>
              <a:off x="1935253" y="1162049"/>
              <a:ext cx="274320" cy="987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36D23E0E-ACBE-41A0-8BBC-638DF0620A05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060AD60-4AA0-4914-8719-383BECD61096}"/>
                </a:ext>
              </a:extLst>
            </p:cNvPr>
            <p:cNvSpPr/>
            <p:nvPr/>
          </p:nvSpPr>
          <p:spPr>
            <a:xfrm>
              <a:off x="1843314" y="12480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9FD6AEC-A2F3-4D68-912B-FA75682DB3CC}"/>
                </a:ext>
              </a:extLst>
            </p:cNvPr>
            <p:cNvSpPr/>
            <p:nvPr/>
          </p:nvSpPr>
          <p:spPr>
            <a:xfrm>
              <a:off x="139290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0EF282-A0CC-490B-BCB6-E2ABE06A53EA}"/>
              </a:ext>
            </a:extLst>
          </p:cNvPr>
          <p:cNvGrpSpPr/>
          <p:nvPr/>
        </p:nvGrpSpPr>
        <p:grpSpPr>
          <a:xfrm flipH="1">
            <a:off x="9655505" y="4921717"/>
            <a:ext cx="2536495" cy="1319868"/>
            <a:chOff x="-83581" y="643530"/>
            <a:chExt cx="2536495" cy="131986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D4E2454-C9E2-4303-8EE3-2E1498D516F4}"/>
                </a:ext>
              </a:extLst>
            </p:cNvPr>
            <p:cNvSpPr/>
            <p:nvPr/>
          </p:nvSpPr>
          <p:spPr>
            <a:xfrm>
              <a:off x="-83581" y="742950"/>
              <a:ext cx="1845707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AA979D-898D-4CBD-93ED-73B82D9F5021}"/>
                </a:ext>
              </a:extLst>
            </p:cNvPr>
            <p:cNvSpPr/>
            <p:nvPr/>
          </p:nvSpPr>
          <p:spPr>
            <a:xfrm>
              <a:off x="2087653" y="1314450"/>
              <a:ext cx="274320" cy="6489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E679347E-6EB2-42D0-B802-471174ED5743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21DE897-9941-498E-8DD9-D52E1A90A696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8D6255-5F0E-4E26-82BD-AAAA2252A0CD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26564DD-3722-4C3B-B731-DB294D88A036}"/>
              </a:ext>
            </a:extLst>
          </p:cNvPr>
          <p:cNvGrpSpPr/>
          <p:nvPr/>
        </p:nvGrpSpPr>
        <p:grpSpPr>
          <a:xfrm rot="10800000">
            <a:off x="1992952" y="4741678"/>
            <a:ext cx="8494072" cy="1827926"/>
            <a:chOff x="-6041158" y="643530"/>
            <a:chExt cx="8494072" cy="182792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01C9E7-1211-404D-91CC-7E0FC2EEBA4A}"/>
                </a:ext>
              </a:extLst>
            </p:cNvPr>
            <p:cNvSpPr/>
            <p:nvPr/>
          </p:nvSpPr>
          <p:spPr>
            <a:xfrm>
              <a:off x="-6041158" y="742950"/>
              <a:ext cx="7803285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02B4BCE-D6D4-4F8C-B9D0-94DAA3C14F8F}"/>
                </a:ext>
              </a:extLst>
            </p:cNvPr>
            <p:cNvSpPr/>
            <p:nvPr/>
          </p:nvSpPr>
          <p:spPr>
            <a:xfrm>
              <a:off x="2087653" y="1314450"/>
              <a:ext cx="274320" cy="11570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Block Arc 50">
              <a:extLst>
                <a:ext uri="{FF2B5EF4-FFF2-40B4-BE49-F238E27FC236}">
                  <a16:creationId xmlns:a16="http://schemas.microsoft.com/office/drawing/2014/main" id="{B6388E78-95F8-4872-BBCF-22E5CA9974B8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17FFF0A-7C9D-4506-92CF-C2D742FD0FBE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6B5C83F-F678-4889-8CC0-2EA7FDA50FC8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53585F-6CF0-41A7-B203-E1433ACA49E4}"/>
              </a:ext>
            </a:extLst>
          </p:cNvPr>
          <p:cNvGrpSpPr/>
          <p:nvPr/>
        </p:nvGrpSpPr>
        <p:grpSpPr>
          <a:xfrm>
            <a:off x="9974895" y="6108175"/>
            <a:ext cx="1311887" cy="1319867"/>
            <a:chOff x="989126" y="491130"/>
            <a:chExt cx="1311887" cy="1319867"/>
          </a:xfrm>
        </p:grpSpPr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DC8F628B-D206-46BC-BC86-2A8CF00BB5F7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C3F4A65E-289E-4484-97CB-7E1D72FE8232}"/>
                </a:ext>
              </a:extLst>
            </p:cNvPr>
            <p:cNvSpPr/>
            <p:nvPr/>
          </p:nvSpPr>
          <p:spPr>
            <a:xfrm>
              <a:off x="1843813" y="1070609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F7F8F0D-719F-4E8A-993A-7FADB3407717}"/>
                </a:ext>
              </a:extLst>
            </p:cNvPr>
            <p:cNvSpPr/>
            <p:nvPr/>
          </p:nvSpPr>
          <p:spPr>
            <a:xfrm>
              <a:off x="141195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E89CEC1-DC81-41AF-A969-ED5E962DA9E8}"/>
              </a:ext>
            </a:extLst>
          </p:cNvPr>
          <p:cNvSpPr txBox="1"/>
          <p:nvPr/>
        </p:nvSpPr>
        <p:spPr>
          <a:xfrm>
            <a:off x="5417886" y="366526"/>
            <a:ext cx="48036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1.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Identifikasi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Masalah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mewawancarai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karyawan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PT XYZ. Adapun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diperoleh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wawancara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adalah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kondisi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perusahaan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saat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sedang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berjalan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kendala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dialami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2.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Studi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Literatur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Pada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pengumpulan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teori-teori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tentang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informasi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Odoo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berhubungan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permasalahan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terjadi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di PT XYZ.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membaca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referensi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buku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telah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sebelumnya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Tujuan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agar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penulis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memahami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teori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dasar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berhubungan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permasalahan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mempermudah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menemukan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solusi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3.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Pengumpulan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</a:t>
            </a: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Data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dikumpulkan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rangka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penelitian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adalah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data-data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terkait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sedang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berjalan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di PT XYZ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serta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kendala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kebutuhan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perusahaan.Proses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pengumpulan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melalui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observasi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wawancara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pengumpulan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fisik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4.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Identifikasi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Odoo</a:t>
            </a: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mengidentifikasi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menu-menu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apa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saja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diperlukan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implementasi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ERP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sesuai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klasifikasi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data dan juga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kebutuhan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model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aktivitas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perusahaan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Identifikasi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menu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mencari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referensi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terkait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implementasi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ERP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menggunakan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tools Odoo,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seperti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jurnal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platform media YouTube, e-book,</a:t>
            </a: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dan lain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sebagainya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(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Prastiwi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et al., 2021).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3F2DEB-2A68-4124-9779-9F76084F904D}"/>
              </a:ext>
            </a:extLst>
          </p:cNvPr>
          <p:cNvSpPr txBox="1"/>
          <p:nvPr/>
        </p:nvSpPr>
        <p:spPr>
          <a:xfrm>
            <a:off x="2168494" y="948330"/>
            <a:ext cx="306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METODE</a:t>
            </a:r>
          </a:p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PENELITIAN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40BA5B-2F93-4AB5-9411-959D009F0329}"/>
              </a:ext>
            </a:extLst>
          </p:cNvPr>
          <p:cNvGrpSpPr/>
          <p:nvPr/>
        </p:nvGrpSpPr>
        <p:grpSpPr>
          <a:xfrm rot="16200000" flipH="1">
            <a:off x="9646767" y="722578"/>
            <a:ext cx="3273891" cy="1816575"/>
            <a:chOff x="-820977" y="643530"/>
            <a:chExt cx="3273891" cy="181657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5C7899-A839-4A96-B212-4CDF34DE411E}"/>
                </a:ext>
              </a:extLst>
            </p:cNvPr>
            <p:cNvSpPr/>
            <p:nvPr/>
          </p:nvSpPr>
          <p:spPr>
            <a:xfrm>
              <a:off x="-820977" y="742951"/>
              <a:ext cx="258310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5E65A1-B9A9-4E9C-8A5D-7AC8C158EEBE}"/>
                </a:ext>
              </a:extLst>
            </p:cNvPr>
            <p:cNvSpPr/>
            <p:nvPr/>
          </p:nvSpPr>
          <p:spPr>
            <a:xfrm>
              <a:off x="2087653" y="1314450"/>
              <a:ext cx="274320" cy="11456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37A21BCC-CB69-4EC7-ADD9-352EB018ABEA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FBE240E-1F3A-4600-BA16-C5A37AA8AD70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787523B-703C-44BD-87D0-846766EBFA8A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Isosceles Triangle 13">
            <a:extLst>
              <a:ext uri="{FF2B5EF4-FFF2-40B4-BE49-F238E27FC236}">
                <a16:creationId xmlns:a16="http://schemas.microsoft.com/office/drawing/2014/main" id="{CE1A8B1E-93D6-1663-4D82-2271B9F4C824}"/>
              </a:ext>
            </a:extLst>
          </p:cNvPr>
          <p:cNvSpPr/>
          <p:nvPr/>
        </p:nvSpPr>
        <p:spPr>
          <a:xfrm rot="7925647">
            <a:off x="5177571" y="415155"/>
            <a:ext cx="152006" cy="370725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094581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4F6199B-2971-40BB-8935-905F573F8B7C}"/>
              </a:ext>
            </a:extLst>
          </p:cNvPr>
          <p:cNvGrpSpPr/>
          <p:nvPr/>
        </p:nvGrpSpPr>
        <p:grpSpPr>
          <a:xfrm>
            <a:off x="588057" y="1808151"/>
            <a:ext cx="3856005" cy="3241698"/>
            <a:chOff x="588057" y="489291"/>
            <a:chExt cx="7012893" cy="589565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29380C-D701-430A-82D5-D18760DC350D}"/>
                </a:ext>
              </a:extLst>
            </p:cNvPr>
            <p:cNvGrpSpPr/>
            <p:nvPr/>
          </p:nvGrpSpPr>
          <p:grpSpPr>
            <a:xfrm>
              <a:off x="588057" y="489291"/>
              <a:ext cx="7012893" cy="5895657"/>
              <a:chOff x="588057" y="489291"/>
              <a:chExt cx="7012893" cy="5895657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95B59AA-DF2A-432B-AE13-FAE5C0512D64}"/>
                  </a:ext>
                </a:extLst>
              </p:cNvPr>
              <p:cNvSpPr/>
              <p:nvPr/>
            </p:nvSpPr>
            <p:spPr>
              <a:xfrm>
                <a:off x="588057" y="489291"/>
                <a:ext cx="5731815" cy="5895657"/>
              </a:xfrm>
              <a:custGeom>
                <a:avLst/>
                <a:gdLst>
                  <a:gd name="connsiteX0" fmla="*/ 2900635 w 5731815"/>
                  <a:gd name="connsiteY0" fmla="*/ 0 h 5895657"/>
                  <a:gd name="connsiteX1" fmla="*/ 2939708 w 5731815"/>
                  <a:gd name="connsiteY1" fmla="*/ 611 h 5895657"/>
                  <a:gd name="connsiteX2" fmla="*/ 2939708 w 5731815"/>
                  <a:gd name="connsiteY2" fmla="*/ 1068227 h 5895657"/>
                  <a:gd name="connsiteX3" fmla="*/ 2919437 w 5731815"/>
                  <a:gd name="connsiteY3" fmla="*/ 1067354 h 5895657"/>
                  <a:gd name="connsiteX4" fmla="*/ 1061610 w 5731815"/>
                  <a:gd name="connsiteY4" fmla="*/ 2959366 h 5895657"/>
                  <a:gd name="connsiteX5" fmla="*/ 2950199 w 5731815"/>
                  <a:gd name="connsiteY5" fmla="*/ 4818902 h 5895657"/>
                  <a:gd name="connsiteX6" fmla="*/ 4729170 w 5731815"/>
                  <a:gd name="connsiteY6" fmla="*/ 3499518 h 5895657"/>
                  <a:gd name="connsiteX7" fmla="*/ 4747685 w 5731815"/>
                  <a:gd name="connsiteY7" fmla="*/ 3425483 h 5895657"/>
                  <a:gd name="connsiteX8" fmla="*/ 5338746 w 5731815"/>
                  <a:gd name="connsiteY8" fmla="*/ 3425483 h 5895657"/>
                  <a:gd name="connsiteX9" fmla="*/ 5303677 w 5731815"/>
                  <a:gd name="connsiteY9" fmla="*/ 3583197 h 5895657"/>
                  <a:gd name="connsiteX10" fmla="*/ 5334442 w 5731815"/>
                  <a:gd name="connsiteY10" fmla="*/ 3636182 h 5895657"/>
                  <a:gd name="connsiteX11" fmla="*/ 5717289 w 5731815"/>
                  <a:gd name="connsiteY11" fmla="*/ 3848114 h 5895657"/>
                  <a:gd name="connsiteX12" fmla="*/ 5727544 w 5731815"/>
                  <a:gd name="connsiteY12" fmla="*/ 3889135 h 5895657"/>
                  <a:gd name="connsiteX13" fmla="*/ 5609612 w 5731815"/>
                  <a:gd name="connsiteY13" fmla="*/ 4186524 h 5895657"/>
                  <a:gd name="connsiteX14" fmla="*/ 5568594 w 5731815"/>
                  <a:gd name="connsiteY14" fmla="*/ 4207032 h 5895657"/>
                  <a:gd name="connsiteX15" fmla="*/ 5238730 w 5731815"/>
                  <a:gd name="connsiteY15" fmla="*/ 4140376 h 5895657"/>
                  <a:gd name="connsiteX16" fmla="*/ 5143018 w 5731815"/>
                  <a:gd name="connsiteY16" fmla="*/ 4094230 h 5895657"/>
                  <a:gd name="connsiteX17" fmla="*/ 5095163 w 5731815"/>
                  <a:gd name="connsiteY17" fmla="*/ 4107904 h 5895657"/>
                  <a:gd name="connsiteX18" fmla="*/ 4879813 w 5731815"/>
                  <a:gd name="connsiteY18" fmla="*/ 4441183 h 5895657"/>
                  <a:gd name="connsiteX19" fmla="*/ 4886650 w 5731815"/>
                  <a:gd name="connsiteY19" fmla="*/ 4499293 h 5895657"/>
                  <a:gd name="connsiteX20" fmla="*/ 5084908 w 5731815"/>
                  <a:gd name="connsiteY20" fmla="*/ 4736863 h 5895657"/>
                  <a:gd name="connsiteX21" fmla="*/ 5119092 w 5731815"/>
                  <a:gd name="connsiteY21" fmla="*/ 4786430 h 5895657"/>
                  <a:gd name="connsiteX22" fmla="*/ 5110546 w 5731815"/>
                  <a:gd name="connsiteY22" fmla="*/ 4935125 h 5895657"/>
                  <a:gd name="connsiteX23" fmla="*/ 4939632 w 5731815"/>
                  <a:gd name="connsiteY23" fmla="*/ 5109454 h 5895657"/>
                  <a:gd name="connsiteX24" fmla="*/ 4876394 w 5731815"/>
                  <a:gd name="connsiteY24" fmla="*/ 5114582 h 5895657"/>
                  <a:gd name="connsiteX25" fmla="*/ 4616605 w 5731815"/>
                  <a:gd name="connsiteY25" fmla="*/ 4941958 h 5895657"/>
                  <a:gd name="connsiteX26" fmla="*/ 4537988 w 5731815"/>
                  <a:gd name="connsiteY26" fmla="*/ 4858214 h 5895657"/>
                  <a:gd name="connsiteX27" fmla="*/ 4481584 w 5731815"/>
                  <a:gd name="connsiteY27" fmla="*/ 4851377 h 5895657"/>
                  <a:gd name="connsiteX28" fmla="*/ 4155141 w 5731815"/>
                  <a:gd name="connsiteY28" fmla="*/ 5076982 h 5895657"/>
                  <a:gd name="connsiteX29" fmla="*/ 4136340 w 5731815"/>
                  <a:gd name="connsiteY29" fmla="*/ 5116291 h 5895657"/>
                  <a:gd name="connsiteX30" fmla="*/ 4254269 w 5731815"/>
                  <a:gd name="connsiteY30" fmla="*/ 5505974 h 5895657"/>
                  <a:gd name="connsiteX31" fmla="*/ 4202996 w 5731815"/>
                  <a:gd name="connsiteY31" fmla="*/ 5608523 h 5895657"/>
                  <a:gd name="connsiteX32" fmla="*/ 3960298 w 5731815"/>
                  <a:gd name="connsiteY32" fmla="*/ 5712778 h 5895657"/>
                  <a:gd name="connsiteX33" fmla="*/ 3903898 w 5731815"/>
                  <a:gd name="connsiteY33" fmla="*/ 5695689 h 5895657"/>
                  <a:gd name="connsiteX34" fmla="*/ 3727856 w 5731815"/>
                  <a:gd name="connsiteY34" fmla="*/ 5432481 h 5895657"/>
                  <a:gd name="connsiteX35" fmla="*/ 3686838 w 5731815"/>
                  <a:gd name="connsiteY35" fmla="*/ 5321389 h 5895657"/>
                  <a:gd name="connsiteX36" fmla="*/ 3642399 w 5731815"/>
                  <a:gd name="connsiteY36" fmla="*/ 5297460 h 5895657"/>
                  <a:gd name="connsiteX37" fmla="*/ 3245882 w 5731815"/>
                  <a:gd name="connsiteY37" fmla="*/ 5381208 h 5895657"/>
                  <a:gd name="connsiteX38" fmla="*/ 3220244 w 5731815"/>
                  <a:gd name="connsiteY38" fmla="*/ 5415389 h 5895657"/>
                  <a:gd name="connsiteX39" fmla="*/ 3172390 w 5731815"/>
                  <a:gd name="connsiteY39" fmla="*/ 5854639 h 5895657"/>
                  <a:gd name="connsiteX40" fmla="*/ 3133078 w 5731815"/>
                  <a:gd name="connsiteY40" fmla="*/ 5888820 h 5895657"/>
                  <a:gd name="connsiteX41" fmla="*/ 2967291 w 5731815"/>
                  <a:gd name="connsiteY41" fmla="*/ 5895657 h 5895657"/>
                  <a:gd name="connsiteX42" fmla="*/ 2963873 w 5731815"/>
                  <a:gd name="connsiteY42" fmla="*/ 5881983 h 5895657"/>
                  <a:gd name="connsiteX43" fmla="*/ 2823724 w 5731815"/>
                  <a:gd name="connsiteY43" fmla="*/ 5881983 h 5895657"/>
                  <a:gd name="connsiteX44" fmla="*/ 2780997 w 5731815"/>
                  <a:gd name="connsiteY44" fmla="*/ 5846093 h 5895657"/>
                  <a:gd name="connsiteX45" fmla="*/ 2716051 w 5731815"/>
                  <a:gd name="connsiteY45" fmla="*/ 5519647 h 5895657"/>
                  <a:gd name="connsiteX46" fmla="*/ 2722888 w 5731815"/>
                  <a:gd name="connsiteY46" fmla="*/ 5422226 h 5895657"/>
                  <a:gd name="connsiteX47" fmla="*/ 2688703 w 5731815"/>
                  <a:gd name="connsiteY47" fmla="*/ 5377790 h 5895657"/>
                  <a:gd name="connsiteX48" fmla="*/ 2302439 w 5731815"/>
                  <a:gd name="connsiteY48" fmla="*/ 5306006 h 5895657"/>
                  <a:gd name="connsiteX49" fmla="*/ 2252875 w 5731815"/>
                  <a:gd name="connsiteY49" fmla="*/ 5335060 h 5895657"/>
                  <a:gd name="connsiteX50" fmla="*/ 2037522 w 5731815"/>
                  <a:gd name="connsiteY50" fmla="*/ 5721324 h 5895657"/>
                  <a:gd name="connsiteX51" fmla="*/ 1999922 w 5731815"/>
                  <a:gd name="connsiteY51" fmla="*/ 5731579 h 5895657"/>
                  <a:gd name="connsiteX52" fmla="*/ 1699115 w 5731815"/>
                  <a:gd name="connsiteY52" fmla="*/ 5611941 h 5895657"/>
                  <a:gd name="connsiteX53" fmla="*/ 1680314 w 5731815"/>
                  <a:gd name="connsiteY53" fmla="*/ 5570920 h 5895657"/>
                  <a:gd name="connsiteX54" fmla="*/ 1746969 w 5731815"/>
                  <a:gd name="connsiteY54" fmla="*/ 5244478 h 5895657"/>
                  <a:gd name="connsiteX55" fmla="*/ 1794827 w 5731815"/>
                  <a:gd name="connsiteY55" fmla="*/ 5143638 h 5895657"/>
                  <a:gd name="connsiteX56" fmla="*/ 1781153 w 5731815"/>
                  <a:gd name="connsiteY56" fmla="*/ 5099199 h 5895657"/>
                  <a:gd name="connsiteX57" fmla="*/ 1441038 w 5731815"/>
                  <a:gd name="connsiteY57" fmla="*/ 4878721 h 5895657"/>
                  <a:gd name="connsiteX58" fmla="*/ 1393180 w 5731815"/>
                  <a:gd name="connsiteY58" fmla="*/ 4885558 h 5895657"/>
                  <a:gd name="connsiteX59" fmla="*/ 1044518 w 5731815"/>
                  <a:gd name="connsiteY59" fmla="*/ 5164149 h 5895657"/>
                  <a:gd name="connsiteX60" fmla="*/ 1003497 w 5731815"/>
                  <a:gd name="connsiteY60" fmla="*/ 5159021 h 5895657"/>
                  <a:gd name="connsiteX61" fmla="*/ 774473 w 5731815"/>
                  <a:gd name="connsiteY61" fmla="*/ 4936834 h 5895657"/>
                  <a:gd name="connsiteX62" fmla="*/ 771054 w 5731815"/>
                  <a:gd name="connsiteY62" fmla="*/ 4892394 h 5895657"/>
                  <a:gd name="connsiteX63" fmla="*/ 957351 w 5731815"/>
                  <a:gd name="connsiteY63" fmla="*/ 4615516 h 5895657"/>
                  <a:gd name="connsiteX64" fmla="*/ 1035972 w 5731815"/>
                  <a:gd name="connsiteY64" fmla="*/ 4543732 h 5895657"/>
                  <a:gd name="connsiteX65" fmla="*/ 1042808 w 5731815"/>
                  <a:gd name="connsiteY65" fmla="*/ 4490750 h 5895657"/>
                  <a:gd name="connsiteX66" fmla="*/ 815494 w 5731815"/>
                  <a:gd name="connsiteY66" fmla="*/ 4159177 h 5895657"/>
                  <a:gd name="connsiteX67" fmla="*/ 764217 w 5731815"/>
                  <a:gd name="connsiteY67" fmla="*/ 4150631 h 5895657"/>
                  <a:gd name="connsiteX68" fmla="*/ 340354 w 5731815"/>
                  <a:gd name="connsiteY68" fmla="*/ 4271978 h 5895657"/>
                  <a:gd name="connsiteX69" fmla="*/ 304464 w 5731815"/>
                  <a:gd name="connsiteY69" fmla="*/ 4249762 h 5895657"/>
                  <a:gd name="connsiteX70" fmla="*/ 177985 w 5731815"/>
                  <a:gd name="connsiteY70" fmla="*/ 3955791 h 5895657"/>
                  <a:gd name="connsiteX71" fmla="*/ 193368 w 5731815"/>
                  <a:gd name="connsiteY71" fmla="*/ 3913061 h 5895657"/>
                  <a:gd name="connsiteX72" fmla="*/ 471956 w 5731815"/>
                  <a:gd name="connsiteY72" fmla="*/ 3728476 h 5895657"/>
                  <a:gd name="connsiteX73" fmla="*/ 576214 w 5731815"/>
                  <a:gd name="connsiteY73" fmla="*/ 3690874 h 5895657"/>
                  <a:gd name="connsiteX74" fmla="*/ 598434 w 5731815"/>
                  <a:gd name="connsiteY74" fmla="*/ 3649856 h 5895657"/>
                  <a:gd name="connsiteX75" fmla="*/ 512977 w 5731815"/>
                  <a:gd name="connsiteY75" fmla="*/ 3249918 h 5895657"/>
                  <a:gd name="connsiteX76" fmla="*/ 477084 w 5731815"/>
                  <a:gd name="connsiteY76" fmla="*/ 3224280 h 5895657"/>
                  <a:gd name="connsiteX77" fmla="*/ 34418 w 5731815"/>
                  <a:gd name="connsiteY77" fmla="*/ 3174716 h 5895657"/>
                  <a:gd name="connsiteX78" fmla="*/ 7071 w 5731815"/>
                  <a:gd name="connsiteY78" fmla="*/ 3142241 h 5895657"/>
                  <a:gd name="connsiteX79" fmla="*/ 1947 w 5731815"/>
                  <a:gd name="connsiteY79" fmla="*/ 2817508 h 5895657"/>
                  <a:gd name="connsiteX80" fmla="*/ 34418 w 5731815"/>
                  <a:gd name="connsiteY80" fmla="*/ 2785033 h 5895657"/>
                  <a:gd name="connsiteX81" fmla="*/ 365992 w 5731815"/>
                  <a:gd name="connsiteY81" fmla="*/ 2718377 h 5895657"/>
                  <a:gd name="connsiteX82" fmla="*/ 463410 w 5731815"/>
                  <a:gd name="connsiteY82" fmla="*/ 2725214 h 5895657"/>
                  <a:gd name="connsiteX83" fmla="*/ 507849 w 5731815"/>
                  <a:gd name="connsiteY83" fmla="*/ 2689321 h 5895657"/>
                  <a:gd name="connsiteX84" fmla="*/ 577924 w 5731815"/>
                  <a:gd name="connsiteY84" fmla="*/ 2308184 h 5895657"/>
                  <a:gd name="connsiteX85" fmla="*/ 543739 w 5731815"/>
                  <a:gd name="connsiteY85" fmla="*/ 2253492 h 5895657"/>
                  <a:gd name="connsiteX86" fmla="*/ 162606 w 5731815"/>
                  <a:gd name="connsiteY86" fmla="*/ 2039851 h 5895657"/>
                  <a:gd name="connsiteX87" fmla="*/ 152347 w 5731815"/>
                  <a:gd name="connsiteY87" fmla="*/ 2007376 h 5895657"/>
                  <a:gd name="connsiteX88" fmla="*/ 273698 w 5731815"/>
                  <a:gd name="connsiteY88" fmla="*/ 1701441 h 5895657"/>
                  <a:gd name="connsiteX89" fmla="*/ 311297 w 5731815"/>
                  <a:gd name="connsiteY89" fmla="*/ 1684352 h 5895657"/>
                  <a:gd name="connsiteX90" fmla="*/ 742001 w 5731815"/>
                  <a:gd name="connsiteY90" fmla="*/ 1798863 h 5895657"/>
                  <a:gd name="connsiteX91" fmla="*/ 784728 w 5731815"/>
                  <a:gd name="connsiteY91" fmla="*/ 1785189 h 5895657"/>
                  <a:gd name="connsiteX92" fmla="*/ 1001787 w 5731815"/>
                  <a:gd name="connsiteY92" fmla="*/ 1448491 h 5895657"/>
                  <a:gd name="connsiteX93" fmla="*/ 1003497 w 5731815"/>
                  <a:gd name="connsiteY93" fmla="*/ 1402343 h 5895657"/>
                  <a:gd name="connsiteX94" fmla="*/ 789856 w 5731815"/>
                  <a:gd name="connsiteY94" fmla="*/ 1149393 h 5895657"/>
                  <a:gd name="connsiteX95" fmla="*/ 757384 w 5731815"/>
                  <a:gd name="connsiteY95" fmla="*/ 1103245 h 5895657"/>
                  <a:gd name="connsiteX96" fmla="*/ 764217 w 5731815"/>
                  <a:gd name="connsiteY96" fmla="*/ 961387 h 5895657"/>
                  <a:gd name="connsiteX97" fmla="*/ 940259 w 5731815"/>
                  <a:gd name="connsiteY97" fmla="*/ 781930 h 5895657"/>
                  <a:gd name="connsiteX98" fmla="*/ 994951 w 5731815"/>
                  <a:gd name="connsiteY98" fmla="*/ 776802 h 5895657"/>
                  <a:gd name="connsiteX99" fmla="*/ 1261577 w 5731815"/>
                  <a:gd name="connsiteY99" fmla="*/ 954550 h 5895657"/>
                  <a:gd name="connsiteX100" fmla="*/ 1335070 w 5731815"/>
                  <a:gd name="connsiteY100" fmla="*/ 1031461 h 5895657"/>
                  <a:gd name="connsiteX101" fmla="*/ 1398307 w 5731815"/>
                  <a:gd name="connsiteY101" fmla="*/ 1040007 h 5895657"/>
                  <a:gd name="connsiteX102" fmla="*/ 1721335 w 5731815"/>
                  <a:gd name="connsiteY102" fmla="*/ 817820 h 5895657"/>
                  <a:gd name="connsiteX103" fmla="*/ 1738423 w 5731815"/>
                  <a:gd name="connsiteY103" fmla="*/ 775093 h 5895657"/>
                  <a:gd name="connsiteX104" fmla="*/ 1630750 w 5731815"/>
                  <a:gd name="connsiteY104" fmla="*/ 423009 h 5895657"/>
                  <a:gd name="connsiteX105" fmla="*/ 1704242 w 5731815"/>
                  <a:gd name="connsiteY105" fmla="*/ 272606 h 5895657"/>
                  <a:gd name="connsiteX106" fmla="*/ 1916174 w 5731815"/>
                  <a:gd name="connsiteY106" fmla="*/ 183733 h 5895657"/>
                  <a:gd name="connsiteX107" fmla="*/ 1972575 w 5731815"/>
                  <a:gd name="connsiteY107" fmla="*/ 199113 h 5895657"/>
                  <a:gd name="connsiteX108" fmla="*/ 2148617 w 5731815"/>
                  <a:gd name="connsiteY108" fmla="*/ 462321 h 5895657"/>
                  <a:gd name="connsiteX109" fmla="*/ 2189638 w 5731815"/>
                  <a:gd name="connsiteY109" fmla="*/ 569995 h 5895657"/>
                  <a:gd name="connsiteX110" fmla="*/ 2237492 w 5731815"/>
                  <a:gd name="connsiteY110" fmla="*/ 597342 h 5895657"/>
                  <a:gd name="connsiteX111" fmla="*/ 2625466 w 5731815"/>
                  <a:gd name="connsiteY111" fmla="*/ 515303 h 5895657"/>
                  <a:gd name="connsiteX112" fmla="*/ 2656228 w 5731815"/>
                  <a:gd name="connsiteY112" fmla="*/ 475995 h 5895657"/>
                  <a:gd name="connsiteX113" fmla="*/ 2705795 w 5731815"/>
                  <a:gd name="connsiteY113" fmla="*/ 36748 h 5895657"/>
                  <a:gd name="connsiteX114" fmla="*/ 2736558 w 5731815"/>
                  <a:gd name="connsiteY114" fmla="*/ 7692 h 5895657"/>
                  <a:gd name="connsiteX115" fmla="*/ 2900635 w 5731815"/>
                  <a:gd name="connsiteY115" fmla="*/ 0 h 589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5731815" h="5895657">
                    <a:moveTo>
                      <a:pt x="2900635" y="0"/>
                    </a:moveTo>
                    <a:lnTo>
                      <a:pt x="2939708" y="611"/>
                    </a:lnTo>
                    <a:lnTo>
                      <a:pt x="2939708" y="1068227"/>
                    </a:lnTo>
                    <a:lnTo>
                      <a:pt x="2919437" y="1067354"/>
                    </a:lnTo>
                    <a:cubicBezTo>
                      <a:pt x="1893958" y="1074191"/>
                      <a:pt x="1054770" y="1891157"/>
                      <a:pt x="1061610" y="2959366"/>
                    </a:cubicBezTo>
                    <a:cubicBezTo>
                      <a:pt x="1070152" y="3983135"/>
                      <a:pt x="1885412" y="4810356"/>
                      <a:pt x="2950199" y="4818902"/>
                    </a:cubicBezTo>
                    <a:cubicBezTo>
                      <a:pt x="3780626" y="4805015"/>
                      <a:pt x="4493709" y="4273241"/>
                      <a:pt x="4729170" y="3499518"/>
                    </a:cubicBezTo>
                    <a:lnTo>
                      <a:pt x="4747685" y="3425483"/>
                    </a:lnTo>
                    <a:lnTo>
                      <a:pt x="5338746" y="3425483"/>
                    </a:lnTo>
                    <a:lnTo>
                      <a:pt x="5303677" y="3583197"/>
                    </a:lnTo>
                    <a:cubicBezTo>
                      <a:pt x="5295131" y="3613963"/>
                      <a:pt x="5305386" y="3629345"/>
                      <a:pt x="5334442" y="3636182"/>
                    </a:cubicBezTo>
                    <a:cubicBezTo>
                      <a:pt x="5481428" y="3672072"/>
                      <a:pt x="5589105" y="3778040"/>
                      <a:pt x="5717289" y="3848114"/>
                    </a:cubicBezTo>
                    <a:cubicBezTo>
                      <a:pt x="5734381" y="3858369"/>
                      <a:pt x="5734381" y="3872043"/>
                      <a:pt x="5727544" y="3889135"/>
                    </a:cubicBezTo>
                    <a:cubicBezTo>
                      <a:pt x="5693360" y="3989972"/>
                      <a:pt x="5652342" y="4089103"/>
                      <a:pt x="5609612" y="4186524"/>
                    </a:cubicBezTo>
                    <a:cubicBezTo>
                      <a:pt x="5601066" y="4205322"/>
                      <a:pt x="5589105" y="4212159"/>
                      <a:pt x="5568594" y="4207032"/>
                    </a:cubicBezTo>
                    <a:cubicBezTo>
                      <a:pt x="5459208" y="4184815"/>
                      <a:pt x="5348116" y="4164305"/>
                      <a:pt x="5238730" y="4140376"/>
                    </a:cubicBezTo>
                    <a:cubicBezTo>
                      <a:pt x="5204549" y="4131830"/>
                      <a:pt x="5173783" y="4111322"/>
                      <a:pt x="5143018" y="4094230"/>
                    </a:cubicBezTo>
                    <a:cubicBezTo>
                      <a:pt x="5120801" y="4082266"/>
                      <a:pt x="5108837" y="4083975"/>
                      <a:pt x="5095163" y="4107904"/>
                    </a:cubicBezTo>
                    <a:cubicBezTo>
                      <a:pt x="5031926" y="4224124"/>
                      <a:pt x="4961852" y="4336928"/>
                      <a:pt x="4879813" y="4441183"/>
                    </a:cubicBezTo>
                    <a:cubicBezTo>
                      <a:pt x="4861012" y="4465112"/>
                      <a:pt x="4857593" y="4480495"/>
                      <a:pt x="4886650" y="4499293"/>
                    </a:cubicBezTo>
                    <a:cubicBezTo>
                      <a:pt x="4977234" y="4557406"/>
                      <a:pt x="5021670" y="4654824"/>
                      <a:pt x="5084908" y="4736863"/>
                    </a:cubicBezTo>
                    <a:cubicBezTo>
                      <a:pt x="5096872" y="4752246"/>
                      <a:pt x="5107128" y="4769338"/>
                      <a:pt x="5119092" y="4786430"/>
                    </a:cubicBezTo>
                    <a:cubicBezTo>
                      <a:pt x="5187457" y="4885558"/>
                      <a:pt x="5184039" y="4851377"/>
                      <a:pt x="5110546" y="4935125"/>
                    </a:cubicBezTo>
                    <a:cubicBezTo>
                      <a:pt x="5057564" y="4996653"/>
                      <a:pt x="4996032" y="5051344"/>
                      <a:pt x="4939632" y="5109454"/>
                    </a:cubicBezTo>
                    <a:cubicBezTo>
                      <a:pt x="4919121" y="5131674"/>
                      <a:pt x="4902033" y="5131674"/>
                      <a:pt x="4876394" y="5114582"/>
                    </a:cubicBezTo>
                    <a:cubicBezTo>
                      <a:pt x="4790937" y="5056472"/>
                      <a:pt x="4703771" y="4998362"/>
                      <a:pt x="4616605" y="4941958"/>
                    </a:cubicBezTo>
                    <a:cubicBezTo>
                      <a:pt x="4584133" y="4919742"/>
                      <a:pt x="4561913" y="4887267"/>
                      <a:pt x="4537988" y="4858214"/>
                    </a:cubicBezTo>
                    <a:cubicBezTo>
                      <a:pt x="4519186" y="4835994"/>
                      <a:pt x="4503803" y="4832575"/>
                      <a:pt x="4481584" y="4851377"/>
                    </a:cubicBezTo>
                    <a:cubicBezTo>
                      <a:pt x="4379035" y="4935125"/>
                      <a:pt x="4269652" y="5010326"/>
                      <a:pt x="4155141" y="5076982"/>
                    </a:cubicBezTo>
                    <a:cubicBezTo>
                      <a:pt x="4139759" y="5085528"/>
                      <a:pt x="4122666" y="5094074"/>
                      <a:pt x="4136340" y="5116291"/>
                    </a:cubicBezTo>
                    <a:cubicBezTo>
                      <a:pt x="4214961" y="5234223"/>
                      <a:pt x="4220088" y="5374371"/>
                      <a:pt x="4254269" y="5505974"/>
                    </a:cubicBezTo>
                    <a:cubicBezTo>
                      <a:pt x="4274779" y="5582885"/>
                      <a:pt x="4279907" y="5572630"/>
                      <a:pt x="4202996" y="5608523"/>
                    </a:cubicBezTo>
                    <a:cubicBezTo>
                      <a:pt x="4122666" y="5646122"/>
                      <a:pt x="4040628" y="5678597"/>
                      <a:pt x="3960298" y="5712778"/>
                    </a:cubicBezTo>
                    <a:cubicBezTo>
                      <a:pt x="3934660" y="5723033"/>
                      <a:pt x="3919281" y="5719615"/>
                      <a:pt x="3903898" y="5695689"/>
                    </a:cubicBezTo>
                    <a:cubicBezTo>
                      <a:pt x="3845788" y="5606814"/>
                      <a:pt x="3785969" y="5521357"/>
                      <a:pt x="3727856" y="5432481"/>
                    </a:cubicBezTo>
                    <a:cubicBezTo>
                      <a:pt x="3705639" y="5398300"/>
                      <a:pt x="3697093" y="5358988"/>
                      <a:pt x="3686838" y="5321389"/>
                    </a:cubicBezTo>
                    <a:cubicBezTo>
                      <a:pt x="3680001" y="5297460"/>
                      <a:pt x="3668037" y="5290623"/>
                      <a:pt x="3642399" y="5297460"/>
                    </a:cubicBezTo>
                    <a:cubicBezTo>
                      <a:pt x="3512505" y="5336769"/>
                      <a:pt x="3380903" y="5364116"/>
                      <a:pt x="3245882" y="5381208"/>
                    </a:cubicBezTo>
                    <a:cubicBezTo>
                      <a:pt x="3223662" y="5384627"/>
                      <a:pt x="3216826" y="5394879"/>
                      <a:pt x="3220244" y="5415389"/>
                    </a:cubicBezTo>
                    <a:cubicBezTo>
                      <a:pt x="3244173" y="5565793"/>
                      <a:pt x="3189479" y="5707650"/>
                      <a:pt x="3172390" y="5854639"/>
                    </a:cubicBezTo>
                    <a:cubicBezTo>
                      <a:pt x="3168971" y="5880274"/>
                      <a:pt x="3155297" y="5888820"/>
                      <a:pt x="3133078" y="5888820"/>
                    </a:cubicBezTo>
                    <a:cubicBezTo>
                      <a:pt x="3078387" y="5890529"/>
                      <a:pt x="3021986" y="5893948"/>
                      <a:pt x="2967291" y="5895657"/>
                    </a:cubicBezTo>
                    <a:cubicBezTo>
                      <a:pt x="2963873" y="5883692"/>
                      <a:pt x="2963873" y="5883692"/>
                      <a:pt x="2963873" y="5881983"/>
                    </a:cubicBezTo>
                    <a:cubicBezTo>
                      <a:pt x="2917728" y="5881983"/>
                      <a:pt x="2869870" y="5881983"/>
                      <a:pt x="2823724" y="5881983"/>
                    </a:cubicBezTo>
                    <a:cubicBezTo>
                      <a:pt x="2798086" y="5881983"/>
                      <a:pt x="2784416" y="5871728"/>
                      <a:pt x="2780997" y="5846093"/>
                    </a:cubicBezTo>
                    <a:cubicBezTo>
                      <a:pt x="2760487" y="5736707"/>
                      <a:pt x="2736558" y="5629030"/>
                      <a:pt x="2716051" y="5519647"/>
                    </a:cubicBezTo>
                    <a:cubicBezTo>
                      <a:pt x="2709214" y="5487172"/>
                      <a:pt x="2719469" y="5454701"/>
                      <a:pt x="2722888" y="5422226"/>
                    </a:cubicBezTo>
                    <a:cubicBezTo>
                      <a:pt x="2726306" y="5394879"/>
                      <a:pt x="2719469" y="5381208"/>
                      <a:pt x="2688703" y="5377790"/>
                    </a:cubicBezTo>
                    <a:cubicBezTo>
                      <a:pt x="2558810" y="5364116"/>
                      <a:pt x="2428914" y="5340187"/>
                      <a:pt x="2302439" y="5306006"/>
                    </a:cubicBezTo>
                    <a:cubicBezTo>
                      <a:pt x="2275091" y="5299169"/>
                      <a:pt x="2259712" y="5307715"/>
                      <a:pt x="2252875" y="5335060"/>
                    </a:cubicBezTo>
                    <a:cubicBezTo>
                      <a:pt x="2216982" y="5483754"/>
                      <a:pt x="2109308" y="5591431"/>
                      <a:pt x="2037522" y="5721324"/>
                    </a:cubicBezTo>
                    <a:cubicBezTo>
                      <a:pt x="2028979" y="5736707"/>
                      <a:pt x="2015305" y="5736707"/>
                      <a:pt x="1999922" y="5731579"/>
                    </a:cubicBezTo>
                    <a:cubicBezTo>
                      <a:pt x="1897376" y="5697398"/>
                      <a:pt x="1796536" y="5656377"/>
                      <a:pt x="1699115" y="5611941"/>
                    </a:cubicBezTo>
                    <a:cubicBezTo>
                      <a:pt x="1678604" y="5603395"/>
                      <a:pt x="1676895" y="5588012"/>
                      <a:pt x="1680314" y="5570920"/>
                    </a:cubicBezTo>
                    <a:cubicBezTo>
                      <a:pt x="1702533" y="5461538"/>
                      <a:pt x="1721335" y="5352152"/>
                      <a:pt x="1746969" y="5244478"/>
                    </a:cubicBezTo>
                    <a:cubicBezTo>
                      <a:pt x="1755515" y="5208585"/>
                      <a:pt x="1776026" y="5176110"/>
                      <a:pt x="1794827" y="5143638"/>
                    </a:cubicBezTo>
                    <a:cubicBezTo>
                      <a:pt x="1806792" y="5123128"/>
                      <a:pt x="1803373" y="5111163"/>
                      <a:pt x="1781153" y="5099199"/>
                    </a:cubicBezTo>
                    <a:cubicBezTo>
                      <a:pt x="1661512" y="5035961"/>
                      <a:pt x="1548711" y="4960759"/>
                      <a:pt x="1441038" y="4878721"/>
                    </a:cubicBezTo>
                    <a:cubicBezTo>
                      <a:pt x="1422236" y="4863341"/>
                      <a:pt x="1408563" y="4863341"/>
                      <a:pt x="1393180" y="4885558"/>
                    </a:cubicBezTo>
                    <a:cubicBezTo>
                      <a:pt x="1304304" y="5010326"/>
                      <a:pt x="1162446" y="5071855"/>
                      <a:pt x="1044518" y="5164149"/>
                    </a:cubicBezTo>
                    <a:cubicBezTo>
                      <a:pt x="1029135" y="5176110"/>
                      <a:pt x="1017170" y="5170985"/>
                      <a:pt x="1003497" y="5159021"/>
                    </a:cubicBezTo>
                    <a:cubicBezTo>
                      <a:pt x="923167" y="5088947"/>
                      <a:pt x="847965" y="5012036"/>
                      <a:pt x="774473" y="4936834"/>
                    </a:cubicBezTo>
                    <a:cubicBezTo>
                      <a:pt x="760802" y="4921451"/>
                      <a:pt x="759090" y="4909486"/>
                      <a:pt x="771054" y="4892394"/>
                    </a:cubicBezTo>
                    <a:cubicBezTo>
                      <a:pt x="832582" y="4800100"/>
                      <a:pt x="894114" y="4707810"/>
                      <a:pt x="957351" y="4615516"/>
                    </a:cubicBezTo>
                    <a:cubicBezTo>
                      <a:pt x="977859" y="4586459"/>
                      <a:pt x="1008624" y="4567658"/>
                      <a:pt x="1035972" y="4543732"/>
                    </a:cubicBezTo>
                    <a:cubicBezTo>
                      <a:pt x="1056482" y="4526640"/>
                      <a:pt x="1059901" y="4511257"/>
                      <a:pt x="1042808" y="4490750"/>
                    </a:cubicBezTo>
                    <a:cubicBezTo>
                      <a:pt x="959061" y="4386492"/>
                      <a:pt x="882150" y="4277106"/>
                      <a:pt x="815494" y="4159177"/>
                    </a:cubicBezTo>
                    <a:cubicBezTo>
                      <a:pt x="800111" y="4131830"/>
                      <a:pt x="784728" y="4136957"/>
                      <a:pt x="764217" y="4150631"/>
                    </a:cubicBezTo>
                    <a:cubicBezTo>
                      <a:pt x="634324" y="4230960"/>
                      <a:pt x="482211" y="4232670"/>
                      <a:pt x="340354" y="4271978"/>
                    </a:cubicBezTo>
                    <a:cubicBezTo>
                      <a:pt x="321552" y="4277106"/>
                      <a:pt x="311297" y="4266851"/>
                      <a:pt x="304464" y="4249762"/>
                    </a:cubicBezTo>
                    <a:cubicBezTo>
                      <a:pt x="258315" y="4154049"/>
                      <a:pt x="215588" y="4054919"/>
                      <a:pt x="177985" y="3955791"/>
                    </a:cubicBezTo>
                    <a:cubicBezTo>
                      <a:pt x="171148" y="3935281"/>
                      <a:pt x="176276" y="3923316"/>
                      <a:pt x="193368" y="3913061"/>
                    </a:cubicBezTo>
                    <a:cubicBezTo>
                      <a:pt x="285662" y="3851533"/>
                      <a:pt x="376247" y="3788295"/>
                      <a:pt x="471956" y="3728476"/>
                    </a:cubicBezTo>
                    <a:cubicBezTo>
                      <a:pt x="502722" y="3709675"/>
                      <a:pt x="540321" y="3701129"/>
                      <a:pt x="576214" y="3690874"/>
                    </a:cubicBezTo>
                    <a:cubicBezTo>
                      <a:pt x="598434" y="3684037"/>
                      <a:pt x="605268" y="3673782"/>
                      <a:pt x="598434" y="3649856"/>
                    </a:cubicBezTo>
                    <a:cubicBezTo>
                      <a:pt x="559122" y="3518250"/>
                      <a:pt x="531778" y="3384939"/>
                      <a:pt x="512977" y="3249918"/>
                    </a:cubicBezTo>
                    <a:cubicBezTo>
                      <a:pt x="509559" y="3227698"/>
                      <a:pt x="499303" y="3220861"/>
                      <a:pt x="477084" y="3224280"/>
                    </a:cubicBezTo>
                    <a:cubicBezTo>
                      <a:pt x="324971" y="3249918"/>
                      <a:pt x="181404" y="3191808"/>
                      <a:pt x="34418" y="3174716"/>
                    </a:cubicBezTo>
                    <a:cubicBezTo>
                      <a:pt x="15617" y="3173007"/>
                      <a:pt x="8784" y="3161042"/>
                      <a:pt x="7071" y="3142241"/>
                    </a:cubicBezTo>
                    <a:cubicBezTo>
                      <a:pt x="-3181" y="3034567"/>
                      <a:pt x="238" y="2926891"/>
                      <a:pt x="1947" y="2817508"/>
                    </a:cubicBezTo>
                    <a:cubicBezTo>
                      <a:pt x="1947" y="2796997"/>
                      <a:pt x="15617" y="2788451"/>
                      <a:pt x="34418" y="2785033"/>
                    </a:cubicBezTo>
                    <a:cubicBezTo>
                      <a:pt x="145514" y="2762813"/>
                      <a:pt x="254896" y="2740597"/>
                      <a:pt x="365992" y="2718377"/>
                    </a:cubicBezTo>
                    <a:cubicBezTo>
                      <a:pt x="398463" y="2711540"/>
                      <a:pt x="430938" y="2721795"/>
                      <a:pt x="463410" y="2725214"/>
                    </a:cubicBezTo>
                    <a:cubicBezTo>
                      <a:pt x="490757" y="2728633"/>
                      <a:pt x="504431" y="2718377"/>
                      <a:pt x="507849" y="2689321"/>
                    </a:cubicBezTo>
                    <a:cubicBezTo>
                      <a:pt x="521523" y="2561136"/>
                      <a:pt x="545449" y="2432952"/>
                      <a:pt x="577924" y="2308184"/>
                    </a:cubicBezTo>
                    <a:cubicBezTo>
                      <a:pt x="586470" y="2275712"/>
                      <a:pt x="574505" y="2260329"/>
                      <a:pt x="543739" y="2253492"/>
                    </a:cubicBezTo>
                    <a:cubicBezTo>
                      <a:pt x="398463" y="2215893"/>
                      <a:pt x="289081" y="2109925"/>
                      <a:pt x="162606" y="2039851"/>
                    </a:cubicBezTo>
                    <a:cubicBezTo>
                      <a:pt x="148929" y="2033014"/>
                      <a:pt x="148929" y="2021050"/>
                      <a:pt x="152347" y="2007376"/>
                    </a:cubicBezTo>
                    <a:cubicBezTo>
                      <a:pt x="186531" y="1903121"/>
                      <a:pt x="229258" y="1802281"/>
                      <a:pt x="273698" y="1701441"/>
                    </a:cubicBezTo>
                    <a:cubicBezTo>
                      <a:pt x="282244" y="1682643"/>
                      <a:pt x="295917" y="1679225"/>
                      <a:pt x="311297" y="1684352"/>
                    </a:cubicBezTo>
                    <a:cubicBezTo>
                      <a:pt x="454867" y="1721952"/>
                      <a:pt x="608689" y="1718533"/>
                      <a:pt x="742001" y="1798863"/>
                    </a:cubicBezTo>
                    <a:cubicBezTo>
                      <a:pt x="764217" y="1812536"/>
                      <a:pt x="774473" y="1803990"/>
                      <a:pt x="784728" y="1785189"/>
                    </a:cubicBezTo>
                    <a:cubicBezTo>
                      <a:pt x="847965" y="1667260"/>
                      <a:pt x="921458" y="1554456"/>
                      <a:pt x="1001787" y="1448491"/>
                    </a:cubicBezTo>
                    <a:cubicBezTo>
                      <a:pt x="1012043" y="1434818"/>
                      <a:pt x="1029135" y="1419435"/>
                      <a:pt x="1003497" y="1402343"/>
                    </a:cubicBezTo>
                    <a:cubicBezTo>
                      <a:pt x="906078" y="1339105"/>
                      <a:pt x="856511" y="1238269"/>
                      <a:pt x="789856" y="1149393"/>
                    </a:cubicBezTo>
                    <a:cubicBezTo>
                      <a:pt x="777891" y="1134010"/>
                      <a:pt x="769348" y="1118627"/>
                      <a:pt x="757384" y="1103245"/>
                    </a:cubicBezTo>
                    <a:cubicBezTo>
                      <a:pt x="704398" y="1028043"/>
                      <a:pt x="702689" y="1026333"/>
                      <a:pt x="764217" y="961387"/>
                    </a:cubicBezTo>
                    <a:cubicBezTo>
                      <a:pt x="822331" y="899859"/>
                      <a:pt x="882150" y="841749"/>
                      <a:pt x="940259" y="781930"/>
                    </a:cubicBezTo>
                    <a:cubicBezTo>
                      <a:pt x="959061" y="763129"/>
                      <a:pt x="974443" y="761419"/>
                      <a:pt x="994951" y="776802"/>
                    </a:cubicBezTo>
                    <a:cubicBezTo>
                      <a:pt x="1083826" y="836621"/>
                      <a:pt x="1172702" y="894731"/>
                      <a:pt x="1261577" y="954550"/>
                    </a:cubicBezTo>
                    <a:cubicBezTo>
                      <a:pt x="1292340" y="975061"/>
                      <a:pt x="1312850" y="1004117"/>
                      <a:pt x="1335070" y="1031461"/>
                    </a:cubicBezTo>
                    <a:cubicBezTo>
                      <a:pt x="1353871" y="1057099"/>
                      <a:pt x="1370960" y="1062227"/>
                      <a:pt x="1398307" y="1040007"/>
                    </a:cubicBezTo>
                    <a:cubicBezTo>
                      <a:pt x="1499147" y="956259"/>
                      <a:pt x="1608530" y="882767"/>
                      <a:pt x="1721335" y="817820"/>
                    </a:cubicBezTo>
                    <a:cubicBezTo>
                      <a:pt x="1738423" y="807565"/>
                      <a:pt x="1753806" y="797310"/>
                      <a:pt x="1738423" y="775093"/>
                    </a:cubicBezTo>
                    <a:cubicBezTo>
                      <a:pt x="1664931" y="669125"/>
                      <a:pt x="1659806" y="542651"/>
                      <a:pt x="1630750" y="423009"/>
                    </a:cubicBezTo>
                    <a:cubicBezTo>
                      <a:pt x="1605112" y="318754"/>
                      <a:pt x="1608530" y="320464"/>
                      <a:pt x="1704242" y="272606"/>
                    </a:cubicBezTo>
                    <a:cubicBezTo>
                      <a:pt x="1772607" y="238425"/>
                      <a:pt x="1846100" y="212787"/>
                      <a:pt x="1916174" y="183733"/>
                    </a:cubicBezTo>
                    <a:cubicBezTo>
                      <a:pt x="1941812" y="173478"/>
                      <a:pt x="1957195" y="175187"/>
                      <a:pt x="1972575" y="199113"/>
                    </a:cubicBezTo>
                    <a:cubicBezTo>
                      <a:pt x="2030688" y="287989"/>
                      <a:pt x="2088798" y="375155"/>
                      <a:pt x="2148617" y="462321"/>
                    </a:cubicBezTo>
                    <a:cubicBezTo>
                      <a:pt x="2170836" y="494793"/>
                      <a:pt x="2177673" y="532395"/>
                      <a:pt x="2189638" y="569995"/>
                    </a:cubicBezTo>
                    <a:cubicBezTo>
                      <a:pt x="2198180" y="597342"/>
                      <a:pt x="2210145" y="605888"/>
                      <a:pt x="2237492" y="597342"/>
                    </a:cubicBezTo>
                    <a:cubicBezTo>
                      <a:pt x="2363967" y="559743"/>
                      <a:pt x="2493861" y="532395"/>
                      <a:pt x="2625466" y="515303"/>
                    </a:cubicBezTo>
                    <a:cubicBezTo>
                      <a:pt x="2651101" y="511885"/>
                      <a:pt x="2659647" y="501630"/>
                      <a:pt x="2656228" y="475995"/>
                    </a:cubicBezTo>
                    <a:cubicBezTo>
                      <a:pt x="2634012" y="325591"/>
                      <a:pt x="2688703" y="183733"/>
                      <a:pt x="2705795" y="36748"/>
                    </a:cubicBezTo>
                    <a:cubicBezTo>
                      <a:pt x="2707505" y="19656"/>
                      <a:pt x="2717760" y="9401"/>
                      <a:pt x="2736558" y="7692"/>
                    </a:cubicBezTo>
                    <a:cubicBezTo>
                      <a:pt x="2791251" y="1709"/>
                      <a:pt x="2845943" y="0"/>
                      <a:pt x="290063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D7D1009-0F39-4A7A-95B2-2B67C9CB6E10}"/>
                  </a:ext>
                </a:extLst>
              </p:cNvPr>
              <p:cNvSpPr/>
              <p:nvPr/>
            </p:nvSpPr>
            <p:spPr>
              <a:xfrm flipH="1">
                <a:off x="1635010" y="971550"/>
                <a:ext cx="5965940" cy="2951634"/>
              </a:xfrm>
              <a:custGeom>
                <a:avLst/>
                <a:gdLst>
                  <a:gd name="connsiteX0" fmla="*/ 5965877 w 5965940"/>
                  <a:gd name="connsiteY0" fmla="*/ 2951052 h 2951634"/>
                  <a:gd name="connsiteX1" fmla="*/ 5965874 w 5965940"/>
                  <a:gd name="connsiteY1" fmla="*/ 2951052 h 2951634"/>
                  <a:gd name="connsiteX2" fmla="*/ 5965877 w 5965940"/>
                  <a:gd name="connsiteY2" fmla="*/ 2951634 h 2951634"/>
                  <a:gd name="connsiteX3" fmla="*/ 2224803 w 5965940"/>
                  <a:gd name="connsiteY3" fmla="*/ 1672633 h 2951634"/>
                  <a:gd name="connsiteX4" fmla="*/ 2252320 w 5965940"/>
                  <a:gd name="connsiteY4" fmla="*/ 1702545 h 2951634"/>
                  <a:gd name="connsiteX5" fmla="*/ 2252320 w 5965940"/>
                  <a:gd name="connsiteY5" fmla="*/ 1866318 h 2951634"/>
                  <a:gd name="connsiteX6" fmla="*/ 2193129 w 5965940"/>
                  <a:gd name="connsiteY6" fmla="*/ 1866318 h 2951634"/>
                  <a:gd name="connsiteX7" fmla="*/ 2193695 w 5965940"/>
                  <a:gd name="connsiteY7" fmla="*/ 1701348 h 2951634"/>
                  <a:gd name="connsiteX8" fmla="*/ 2224803 w 5965940"/>
                  <a:gd name="connsiteY8" fmla="*/ 1672633 h 2951634"/>
                  <a:gd name="connsiteX9" fmla="*/ 2547842 w 5965940"/>
                  <a:gd name="connsiteY9" fmla="*/ 1574524 h 2951634"/>
                  <a:gd name="connsiteX10" fmla="*/ 2572969 w 5965940"/>
                  <a:gd name="connsiteY10" fmla="*/ 1600847 h 2951634"/>
                  <a:gd name="connsiteX11" fmla="*/ 2572969 w 5965940"/>
                  <a:gd name="connsiteY11" fmla="*/ 1671436 h 2951634"/>
                  <a:gd name="connsiteX12" fmla="*/ 2574165 w 5965940"/>
                  <a:gd name="connsiteY12" fmla="*/ 1671436 h 2951634"/>
                  <a:gd name="connsiteX13" fmla="*/ 2574165 w 5965940"/>
                  <a:gd name="connsiteY13" fmla="*/ 1738437 h 2951634"/>
                  <a:gd name="connsiteX14" fmla="*/ 2614844 w 5965940"/>
                  <a:gd name="connsiteY14" fmla="*/ 1777919 h 2951634"/>
                  <a:gd name="connsiteX15" fmla="*/ 2700989 w 5965940"/>
                  <a:gd name="connsiteY15" fmla="*/ 1777919 h 2951634"/>
                  <a:gd name="connsiteX16" fmla="*/ 2727310 w 5965940"/>
                  <a:gd name="connsiteY16" fmla="*/ 1801849 h 2951634"/>
                  <a:gd name="connsiteX17" fmla="*/ 2691417 w 5965940"/>
                  <a:gd name="connsiteY17" fmla="*/ 1856885 h 2951634"/>
                  <a:gd name="connsiteX18" fmla="*/ 2680232 w 5965940"/>
                  <a:gd name="connsiteY18" fmla="*/ 1866318 h 2951634"/>
                  <a:gd name="connsiteX19" fmla="*/ 2525808 w 5965940"/>
                  <a:gd name="connsiteY19" fmla="*/ 1866318 h 2951634"/>
                  <a:gd name="connsiteX20" fmla="*/ 2525112 w 5965940"/>
                  <a:gd name="connsiteY20" fmla="*/ 1599648 h 2951634"/>
                  <a:gd name="connsiteX21" fmla="*/ 2547842 w 5965940"/>
                  <a:gd name="connsiteY21" fmla="*/ 1574524 h 2951634"/>
                  <a:gd name="connsiteX22" fmla="*/ 2607665 w 5965940"/>
                  <a:gd name="connsiteY22" fmla="*/ 1231144 h 2951634"/>
                  <a:gd name="connsiteX23" fmla="*/ 2639969 w 5965940"/>
                  <a:gd name="connsiteY23" fmla="*/ 1264645 h 2951634"/>
                  <a:gd name="connsiteX24" fmla="*/ 2639969 w 5965940"/>
                  <a:gd name="connsiteY24" fmla="*/ 1429754 h 2951634"/>
                  <a:gd name="connsiteX25" fmla="*/ 2641166 w 5965940"/>
                  <a:gd name="connsiteY25" fmla="*/ 1429754 h 2951634"/>
                  <a:gd name="connsiteX26" fmla="*/ 2641166 w 5965940"/>
                  <a:gd name="connsiteY26" fmla="*/ 1592472 h 2951634"/>
                  <a:gd name="connsiteX27" fmla="*/ 2690220 w 5965940"/>
                  <a:gd name="connsiteY27" fmla="*/ 1642722 h 2951634"/>
                  <a:gd name="connsiteX28" fmla="*/ 2727310 w 5965940"/>
                  <a:gd name="connsiteY28" fmla="*/ 1706132 h 2951634"/>
                  <a:gd name="connsiteX29" fmla="*/ 2684237 w 5965940"/>
                  <a:gd name="connsiteY29" fmla="*/ 1731258 h 2951634"/>
                  <a:gd name="connsiteX30" fmla="*/ 2674666 w 5965940"/>
                  <a:gd name="connsiteY30" fmla="*/ 1730063 h 2951634"/>
                  <a:gd name="connsiteX31" fmla="*/ 2619628 w 5965940"/>
                  <a:gd name="connsiteY31" fmla="*/ 1670240 h 2951634"/>
                  <a:gd name="connsiteX32" fmla="*/ 2620827 w 5965940"/>
                  <a:gd name="connsiteY32" fmla="*/ 1556577 h 2951634"/>
                  <a:gd name="connsiteX33" fmla="*/ 2599290 w 5965940"/>
                  <a:gd name="connsiteY33" fmla="*/ 1531453 h 2951634"/>
                  <a:gd name="connsiteX34" fmla="*/ 2583736 w 5965940"/>
                  <a:gd name="connsiteY34" fmla="*/ 1530255 h 2951634"/>
                  <a:gd name="connsiteX35" fmla="*/ 2526306 w 5965940"/>
                  <a:gd name="connsiteY35" fmla="*/ 1468040 h 2951634"/>
                  <a:gd name="connsiteX36" fmla="*/ 2432984 w 5965940"/>
                  <a:gd name="connsiteY36" fmla="*/ 1308912 h 2951634"/>
                  <a:gd name="connsiteX37" fmla="*/ 2417431 w 5965940"/>
                  <a:gd name="connsiteY37" fmla="*/ 1246697 h 2951634"/>
                  <a:gd name="connsiteX38" fmla="*/ 2448538 w 5965940"/>
                  <a:gd name="connsiteY38" fmla="*/ 1231144 h 2951634"/>
                  <a:gd name="connsiteX39" fmla="*/ 2607665 w 5965940"/>
                  <a:gd name="connsiteY39" fmla="*/ 1231144 h 2951634"/>
                  <a:gd name="connsiteX40" fmla="*/ 1542988 w 5965940"/>
                  <a:gd name="connsiteY40" fmla="*/ 1125838 h 2951634"/>
                  <a:gd name="connsiteX41" fmla="*/ 1542988 w 5965940"/>
                  <a:gd name="connsiteY41" fmla="*/ 1264073 h 2951634"/>
                  <a:gd name="connsiteX42" fmla="*/ 1489378 w 5965940"/>
                  <a:gd name="connsiteY42" fmla="*/ 1274897 h 2951634"/>
                  <a:gd name="connsiteX43" fmla="*/ 1383569 w 5965940"/>
                  <a:gd name="connsiteY43" fmla="*/ 1434522 h 2951634"/>
                  <a:gd name="connsiteX44" fmla="*/ 1383569 w 5965940"/>
                  <a:gd name="connsiteY44" fmla="*/ 1866318 h 2951634"/>
                  <a:gd name="connsiteX45" fmla="*/ 1323073 w 5965940"/>
                  <a:gd name="connsiteY45" fmla="*/ 1866318 h 2951634"/>
                  <a:gd name="connsiteX46" fmla="*/ 1323073 w 5965940"/>
                  <a:gd name="connsiteY46" fmla="*/ 1125838 h 2951634"/>
                  <a:gd name="connsiteX47" fmla="*/ 2002911 w 5965940"/>
                  <a:gd name="connsiteY47" fmla="*/ 1125838 h 2951634"/>
                  <a:gd name="connsiteX48" fmla="*/ 2002911 w 5965940"/>
                  <a:gd name="connsiteY48" fmla="*/ 1263591 h 2951634"/>
                  <a:gd name="connsiteX49" fmla="*/ 1947459 w 5965940"/>
                  <a:gd name="connsiteY49" fmla="*/ 1274786 h 2951634"/>
                  <a:gd name="connsiteX50" fmla="*/ 1841653 w 5965940"/>
                  <a:gd name="connsiteY50" fmla="*/ 1434414 h 2951634"/>
                  <a:gd name="connsiteX51" fmla="*/ 1841653 w 5965940"/>
                  <a:gd name="connsiteY51" fmla="*/ 1866318 h 2951634"/>
                  <a:gd name="connsiteX52" fmla="*/ 1730051 w 5965940"/>
                  <a:gd name="connsiteY52" fmla="*/ 1866318 h 2951634"/>
                  <a:gd name="connsiteX53" fmla="*/ 1730052 w 5965940"/>
                  <a:gd name="connsiteY53" fmla="*/ 1434522 h 2951634"/>
                  <a:gd name="connsiteX54" fmla="*/ 1730051 w 5965940"/>
                  <a:gd name="connsiteY54" fmla="*/ 1434519 h 2951634"/>
                  <a:gd name="connsiteX55" fmla="*/ 1730051 w 5965940"/>
                  <a:gd name="connsiteY55" fmla="*/ 1420568 h 2951634"/>
                  <a:gd name="connsiteX56" fmla="*/ 1727234 w 5965940"/>
                  <a:gd name="connsiteY56" fmla="*/ 1420568 h 2951634"/>
                  <a:gd name="connsiteX57" fmla="*/ 1716437 w 5965940"/>
                  <a:gd name="connsiteY57" fmla="*/ 1367090 h 2951634"/>
                  <a:gd name="connsiteX58" fmla="*/ 1608327 w 5965940"/>
                  <a:gd name="connsiteY58" fmla="*/ 1269071 h 2951634"/>
                  <a:gd name="connsiteX59" fmla="*/ 1586325 w 5965940"/>
                  <a:gd name="connsiteY59" fmla="*/ 1265744 h 2951634"/>
                  <a:gd name="connsiteX60" fmla="*/ 1586325 w 5965940"/>
                  <a:gd name="connsiteY60" fmla="*/ 1125838 h 2951634"/>
                  <a:gd name="connsiteX61" fmla="*/ 3907006 w 5965940"/>
                  <a:gd name="connsiteY61" fmla="*/ 0 h 2951634"/>
                  <a:gd name="connsiteX62" fmla="*/ 3732325 w 5965940"/>
                  <a:gd name="connsiteY62" fmla="*/ 0 h 2951634"/>
                  <a:gd name="connsiteX63" fmla="*/ 3654557 w 5965940"/>
                  <a:gd name="connsiteY63" fmla="*/ 1648703 h 2951634"/>
                  <a:gd name="connsiteX64" fmla="*/ 3552858 w 5965940"/>
                  <a:gd name="connsiteY64" fmla="*/ 1652295 h 2951634"/>
                  <a:gd name="connsiteX65" fmla="*/ 3472697 w 5965940"/>
                  <a:gd name="connsiteY65" fmla="*/ 338595 h 2951634"/>
                  <a:gd name="connsiteX66" fmla="*/ 3294425 w 5965940"/>
                  <a:gd name="connsiteY66" fmla="*/ 338595 h 2951634"/>
                  <a:gd name="connsiteX67" fmla="*/ 3217853 w 5965940"/>
                  <a:gd name="connsiteY67" fmla="*/ 1658274 h 2951634"/>
                  <a:gd name="connsiteX68" fmla="*/ 3071887 w 5965940"/>
                  <a:gd name="connsiteY68" fmla="*/ 1665454 h 2951634"/>
                  <a:gd name="connsiteX69" fmla="*/ 3071887 w 5965940"/>
                  <a:gd name="connsiteY69" fmla="*/ 1448897 h 2951634"/>
                  <a:gd name="connsiteX70" fmla="*/ 2998904 w 5965940"/>
                  <a:gd name="connsiteY70" fmla="*/ 1319681 h 2951634"/>
                  <a:gd name="connsiteX71" fmla="*/ 2979760 w 5965940"/>
                  <a:gd name="connsiteY71" fmla="*/ 1301735 h 2951634"/>
                  <a:gd name="connsiteX72" fmla="*/ 2896009 w 5965940"/>
                  <a:gd name="connsiteY72" fmla="*/ 1293360 h 2951634"/>
                  <a:gd name="connsiteX73" fmla="*/ 2854133 w 5965940"/>
                  <a:gd name="connsiteY73" fmla="*/ 1331645 h 2951634"/>
                  <a:gd name="connsiteX74" fmla="*/ 2800293 w 5965940"/>
                  <a:gd name="connsiteY74" fmla="*/ 1433343 h 2951634"/>
                  <a:gd name="connsiteX75" fmla="*/ 2762007 w 5965940"/>
                  <a:gd name="connsiteY75" fmla="*/ 1468040 h 2951634"/>
                  <a:gd name="connsiteX76" fmla="*/ 2726114 w 5965940"/>
                  <a:gd name="connsiteY76" fmla="*/ 1503935 h 2951634"/>
                  <a:gd name="connsiteX77" fmla="*/ 2726114 w 5965940"/>
                  <a:gd name="connsiteY77" fmla="*/ 1562559 h 2951634"/>
                  <a:gd name="connsiteX78" fmla="*/ 2715346 w 5965940"/>
                  <a:gd name="connsiteY78" fmla="*/ 1581703 h 2951634"/>
                  <a:gd name="connsiteX79" fmla="*/ 2702184 w 5965940"/>
                  <a:gd name="connsiteY79" fmla="*/ 1561362 h 2951634"/>
                  <a:gd name="connsiteX80" fmla="*/ 2698595 w 5965940"/>
                  <a:gd name="connsiteY80" fmla="*/ 1466843 h 2951634"/>
                  <a:gd name="connsiteX81" fmla="*/ 2698595 w 5965940"/>
                  <a:gd name="connsiteY81" fmla="*/ 1215590 h 2951634"/>
                  <a:gd name="connsiteX82" fmla="*/ 2661505 w 5965940"/>
                  <a:gd name="connsiteY82" fmla="*/ 1173716 h 2951634"/>
                  <a:gd name="connsiteX83" fmla="*/ 2388716 w 5965940"/>
                  <a:gd name="connsiteY83" fmla="*/ 1173716 h 2951634"/>
                  <a:gd name="connsiteX84" fmla="*/ 2356411 w 5965940"/>
                  <a:gd name="connsiteY84" fmla="*/ 1208411 h 2951634"/>
                  <a:gd name="connsiteX85" fmla="*/ 2357608 w 5965940"/>
                  <a:gd name="connsiteY85" fmla="*/ 1273020 h 2951634"/>
                  <a:gd name="connsiteX86" fmla="*/ 2328893 w 5965940"/>
                  <a:gd name="connsiteY86" fmla="*/ 1319681 h 2951634"/>
                  <a:gd name="connsiteX87" fmla="*/ 2253518 w 5965940"/>
                  <a:gd name="connsiteY87" fmla="*/ 1439325 h 2951634"/>
                  <a:gd name="connsiteX88" fmla="*/ 2253518 w 5965940"/>
                  <a:gd name="connsiteY88" fmla="*/ 1555380 h 2951634"/>
                  <a:gd name="connsiteX89" fmla="*/ 2192497 w 5965940"/>
                  <a:gd name="connsiteY89" fmla="*/ 1615203 h 2951634"/>
                  <a:gd name="connsiteX90" fmla="*/ 2188133 w 5965940"/>
                  <a:gd name="connsiteY90" fmla="*/ 1615952 h 2951634"/>
                  <a:gd name="connsiteX91" fmla="*/ 2188133 w 5965940"/>
                  <a:gd name="connsiteY91" fmla="*/ 1434414 h 2951634"/>
                  <a:gd name="connsiteX92" fmla="*/ 2188133 w 5965940"/>
                  <a:gd name="connsiteY92" fmla="*/ 1434408 h 2951634"/>
                  <a:gd name="connsiteX93" fmla="*/ 2188133 w 5965940"/>
                  <a:gd name="connsiteY93" fmla="*/ 1420459 h 2951634"/>
                  <a:gd name="connsiteX94" fmla="*/ 2186024 w 5965940"/>
                  <a:gd name="connsiteY94" fmla="*/ 1420459 h 2951634"/>
                  <a:gd name="connsiteX95" fmla="*/ 2180346 w 5965940"/>
                  <a:gd name="connsiteY95" fmla="*/ 1382898 h 2951634"/>
                  <a:gd name="connsiteX96" fmla="*/ 2082327 w 5965940"/>
                  <a:gd name="connsiteY96" fmla="*/ 1274786 h 2951634"/>
                  <a:gd name="connsiteX97" fmla="*/ 2046247 w 5965940"/>
                  <a:gd name="connsiteY97" fmla="*/ 1267503 h 2951634"/>
                  <a:gd name="connsiteX98" fmla="*/ 2046247 w 5965940"/>
                  <a:gd name="connsiteY98" fmla="*/ 1060383 h 2951634"/>
                  <a:gd name="connsiteX99" fmla="*/ 2002911 w 5965940"/>
                  <a:gd name="connsiteY99" fmla="*/ 1060383 h 2951634"/>
                  <a:gd name="connsiteX100" fmla="*/ 2002911 w 5965940"/>
                  <a:gd name="connsiteY100" fmla="*/ 1060832 h 2951634"/>
                  <a:gd name="connsiteX101" fmla="*/ 1323073 w 5965940"/>
                  <a:gd name="connsiteY101" fmla="*/ 1060832 h 2951634"/>
                  <a:gd name="connsiteX102" fmla="*/ 1323073 w 5965940"/>
                  <a:gd name="connsiteY102" fmla="*/ 974326 h 2951634"/>
                  <a:gd name="connsiteX103" fmla="*/ 1323073 w 5965940"/>
                  <a:gd name="connsiteY103" fmla="*/ 938000 h 2951634"/>
                  <a:gd name="connsiteX104" fmla="*/ 1323073 w 5965940"/>
                  <a:gd name="connsiteY104" fmla="*/ 937995 h 2951634"/>
                  <a:gd name="connsiteX105" fmla="*/ 1323073 w 5965940"/>
                  <a:gd name="connsiteY105" fmla="*/ 781004 h 2951634"/>
                  <a:gd name="connsiteX106" fmla="*/ 1323073 w 5965940"/>
                  <a:gd name="connsiteY106" fmla="*/ 781003 h 2951634"/>
                  <a:gd name="connsiteX107" fmla="*/ 1217309 w 5965940"/>
                  <a:gd name="connsiteY107" fmla="*/ 781003 h 2951634"/>
                  <a:gd name="connsiteX108" fmla="*/ 1217309 w 5965940"/>
                  <a:gd name="connsiteY108" fmla="*/ 781004 h 2951634"/>
                  <a:gd name="connsiteX109" fmla="*/ 1121686 w 5965940"/>
                  <a:gd name="connsiteY109" fmla="*/ 781004 h 2951634"/>
                  <a:gd name="connsiteX110" fmla="*/ 1121686 w 5965940"/>
                  <a:gd name="connsiteY110" fmla="*/ 938000 h 2951634"/>
                  <a:gd name="connsiteX111" fmla="*/ 1121686 w 5965940"/>
                  <a:gd name="connsiteY111" fmla="*/ 974326 h 2951634"/>
                  <a:gd name="connsiteX112" fmla="*/ 1121686 w 5965940"/>
                  <a:gd name="connsiteY112" fmla="*/ 1866318 h 2951634"/>
                  <a:gd name="connsiteX113" fmla="*/ 1025040 w 5965940"/>
                  <a:gd name="connsiteY113" fmla="*/ 1866318 h 2951634"/>
                  <a:gd name="connsiteX114" fmla="*/ 1025040 w 5965940"/>
                  <a:gd name="connsiteY114" fmla="*/ 1777911 h 2951634"/>
                  <a:gd name="connsiteX115" fmla="*/ 1025040 w 5965940"/>
                  <a:gd name="connsiteY115" fmla="*/ 1776407 h 2951634"/>
                  <a:gd name="connsiteX116" fmla="*/ 904032 w 5965940"/>
                  <a:gd name="connsiteY116" fmla="*/ 1776407 h 2951634"/>
                  <a:gd name="connsiteX117" fmla="*/ 904032 w 5965940"/>
                  <a:gd name="connsiteY117" fmla="*/ 1132629 h 2951634"/>
                  <a:gd name="connsiteX118" fmla="*/ 904032 w 5965940"/>
                  <a:gd name="connsiteY118" fmla="*/ 1132626 h 2951634"/>
                  <a:gd name="connsiteX119" fmla="*/ 904031 w 5965940"/>
                  <a:gd name="connsiteY119" fmla="*/ 1132626 h 2951634"/>
                  <a:gd name="connsiteX120" fmla="*/ 904031 w 5965940"/>
                  <a:gd name="connsiteY120" fmla="*/ 974323 h 2951634"/>
                  <a:gd name="connsiteX121" fmla="*/ 904030 w 5965940"/>
                  <a:gd name="connsiteY121" fmla="*/ 974323 h 2951634"/>
                  <a:gd name="connsiteX122" fmla="*/ 752351 w 5965940"/>
                  <a:gd name="connsiteY122" fmla="*/ 974323 h 2951634"/>
                  <a:gd name="connsiteX123" fmla="*/ 600673 w 5965940"/>
                  <a:gd name="connsiteY123" fmla="*/ 974323 h 2951634"/>
                  <a:gd name="connsiteX124" fmla="*/ 600673 w 5965940"/>
                  <a:gd name="connsiteY124" fmla="*/ 1147341 h 2951634"/>
                  <a:gd name="connsiteX125" fmla="*/ 600674 w 5965940"/>
                  <a:gd name="connsiteY125" fmla="*/ 1147341 h 2951634"/>
                  <a:gd name="connsiteX126" fmla="*/ 600674 w 5965940"/>
                  <a:gd name="connsiteY126" fmla="*/ 1778187 h 2951634"/>
                  <a:gd name="connsiteX127" fmla="*/ 505978 w 5965940"/>
                  <a:gd name="connsiteY127" fmla="*/ 1778187 h 2951634"/>
                  <a:gd name="connsiteX128" fmla="*/ 505978 w 5965940"/>
                  <a:gd name="connsiteY128" fmla="*/ 1775522 h 2951634"/>
                  <a:gd name="connsiteX129" fmla="*/ 505978 w 5965940"/>
                  <a:gd name="connsiteY129" fmla="*/ 1450932 h 2951634"/>
                  <a:gd name="connsiteX130" fmla="*/ 0 w 5965940"/>
                  <a:gd name="connsiteY130" fmla="*/ 1750841 h 2951634"/>
                  <a:gd name="connsiteX131" fmla="*/ 0 w 5965940"/>
                  <a:gd name="connsiteY131" fmla="*/ 2951634 h 2951634"/>
                  <a:gd name="connsiteX132" fmla="*/ 505978 w 5965940"/>
                  <a:gd name="connsiteY132" fmla="*/ 2951634 h 2951634"/>
                  <a:gd name="connsiteX133" fmla="*/ 1339431 w 5965940"/>
                  <a:gd name="connsiteY133" fmla="*/ 2951634 h 2951634"/>
                  <a:gd name="connsiteX134" fmla="*/ 3384619 w 5965940"/>
                  <a:gd name="connsiteY134" fmla="*/ 2951634 h 2951634"/>
                  <a:gd name="connsiteX135" fmla="*/ 4172617 w 5965940"/>
                  <a:gd name="connsiteY135" fmla="*/ 2951634 h 2951634"/>
                  <a:gd name="connsiteX136" fmla="*/ 4172620 w 5965940"/>
                  <a:gd name="connsiteY136" fmla="*/ 2951052 h 2951634"/>
                  <a:gd name="connsiteX137" fmla="*/ 5965874 w 5965940"/>
                  <a:gd name="connsiteY137" fmla="*/ 2951052 h 2951634"/>
                  <a:gd name="connsiteX138" fmla="*/ 5965208 w 5965940"/>
                  <a:gd name="connsiteY138" fmla="*/ 2865948 h 2951634"/>
                  <a:gd name="connsiteX139" fmla="*/ 5965877 w 5965940"/>
                  <a:gd name="connsiteY139" fmla="*/ 2857204 h 2951634"/>
                  <a:gd name="connsiteX140" fmla="*/ 5965877 w 5965940"/>
                  <a:gd name="connsiteY140" fmla="*/ 2309858 h 2951634"/>
                  <a:gd name="connsiteX141" fmla="*/ 5965877 w 5965940"/>
                  <a:gd name="connsiteY141" fmla="*/ 2302863 h 2951634"/>
                  <a:gd name="connsiteX142" fmla="*/ 5953806 w 5965940"/>
                  <a:gd name="connsiteY142" fmla="*/ 2292370 h 2951634"/>
                  <a:gd name="connsiteX143" fmla="*/ 5924966 w 5965940"/>
                  <a:gd name="connsiteY143" fmla="*/ 2291786 h 2951634"/>
                  <a:gd name="connsiteX144" fmla="*/ 5924295 w 5965940"/>
                  <a:gd name="connsiteY144" fmla="*/ 2167629 h 2951634"/>
                  <a:gd name="connsiteX145" fmla="*/ 5890762 w 5965940"/>
                  <a:gd name="connsiteY145" fmla="*/ 2132072 h 2951634"/>
                  <a:gd name="connsiteX146" fmla="*/ 5879361 w 5965940"/>
                  <a:gd name="connsiteY146" fmla="*/ 2127993 h 2951634"/>
                  <a:gd name="connsiteX147" fmla="*/ 5849180 w 5965940"/>
                  <a:gd name="connsiteY147" fmla="*/ 2055714 h 2951634"/>
                  <a:gd name="connsiteX148" fmla="*/ 5363604 w 5965940"/>
                  <a:gd name="connsiteY148" fmla="*/ 1753185 h 2951634"/>
                  <a:gd name="connsiteX149" fmla="*/ 5137584 w 5965940"/>
                  <a:gd name="connsiteY149" fmla="*/ 1770090 h 2951634"/>
                  <a:gd name="connsiteX150" fmla="*/ 5126181 w 5965940"/>
                  <a:gd name="connsiteY150" fmla="*/ 1763096 h 2951634"/>
                  <a:gd name="connsiteX151" fmla="*/ 5126181 w 5965940"/>
                  <a:gd name="connsiteY151" fmla="*/ 1746774 h 2951634"/>
                  <a:gd name="connsiteX152" fmla="*/ 5126181 w 5965940"/>
                  <a:gd name="connsiteY152" fmla="*/ 1209917 h 2951634"/>
                  <a:gd name="connsiteX153" fmla="*/ 4964547 w 5965940"/>
                  <a:gd name="connsiteY153" fmla="*/ 1075267 h 2951634"/>
                  <a:gd name="connsiteX154" fmla="*/ 4935706 w 5965940"/>
                  <a:gd name="connsiteY154" fmla="*/ 1075848 h 2951634"/>
                  <a:gd name="connsiteX155" fmla="*/ 4798887 w 5965940"/>
                  <a:gd name="connsiteY155" fmla="*/ 1216330 h 2951634"/>
                  <a:gd name="connsiteX156" fmla="*/ 4798887 w 5965940"/>
                  <a:gd name="connsiteY156" fmla="*/ 1364968 h 2951634"/>
                  <a:gd name="connsiteX157" fmla="*/ 4798887 w 5965940"/>
                  <a:gd name="connsiteY157" fmla="*/ 1968276 h 2951634"/>
                  <a:gd name="connsiteX158" fmla="*/ 4788156 w 5965940"/>
                  <a:gd name="connsiteY158" fmla="*/ 2002086 h 2951634"/>
                  <a:gd name="connsiteX159" fmla="*/ 4745232 w 5965940"/>
                  <a:gd name="connsiteY159" fmla="*/ 2077280 h 2951634"/>
                  <a:gd name="connsiteX160" fmla="*/ 4738526 w 5965940"/>
                  <a:gd name="connsiteY160" fmla="*/ 2056877 h 2951634"/>
                  <a:gd name="connsiteX161" fmla="*/ 4738526 w 5965940"/>
                  <a:gd name="connsiteY161" fmla="*/ 1648846 h 2951634"/>
                  <a:gd name="connsiteX162" fmla="*/ 4738526 w 5965940"/>
                  <a:gd name="connsiteY162" fmla="*/ 1210501 h 2951634"/>
                  <a:gd name="connsiteX163" fmla="*/ 4576891 w 5965940"/>
                  <a:gd name="connsiteY163" fmla="*/ 1075848 h 2951634"/>
                  <a:gd name="connsiteX164" fmla="*/ 4411904 w 5965940"/>
                  <a:gd name="connsiteY164" fmla="*/ 1200591 h 2951634"/>
                  <a:gd name="connsiteX165" fmla="*/ 4410563 w 5965940"/>
                  <a:gd name="connsiteY165" fmla="*/ 1211083 h 2951634"/>
                  <a:gd name="connsiteX166" fmla="*/ 4410563 w 5965940"/>
                  <a:gd name="connsiteY166" fmla="*/ 1786995 h 2951634"/>
                  <a:gd name="connsiteX167" fmla="*/ 4411231 w 5965940"/>
                  <a:gd name="connsiteY167" fmla="*/ 1787577 h 2951634"/>
                  <a:gd name="connsiteX168" fmla="*/ 4408550 w 5965940"/>
                  <a:gd name="connsiteY168" fmla="*/ 1787577 h 2951634"/>
                  <a:gd name="connsiteX169" fmla="*/ 4409220 w 5965940"/>
                  <a:gd name="connsiteY169" fmla="*/ 1762513 h 2951634"/>
                  <a:gd name="connsiteX170" fmla="*/ 4409220 w 5965940"/>
                  <a:gd name="connsiteY170" fmla="*/ 1225656 h 2951634"/>
                  <a:gd name="connsiteX171" fmla="*/ 4408550 w 5965940"/>
                  <a:gd name="connsiteY171" fmla="*/ 1200591 h 2951634"/>
                  <a:gd name="connsiteX172" fmla="*/ 4405197 w 5965940"/>
                  <a:gd name="connsiteY172" fmla="*/ 1221575 h 2951634"/>
                  <a:gd name="connsiteX173" fmla="*/ 4405197 w 5965940"/>
                  <a:gd name="connsiteY173" fmla="*/ 1423843 h 2951634"/>
                  <a:gd name="connsiteX174" fmla="*/ 4405197 w 5965940"/>
                  <a:gd name="connsiteY174" fmla="*/ 1767758 h 2951634"/>
                  <a:gd name="connsiteX175" fmla="*/ 4387758 w 5965940"/>
                  <a:gd name="connsiteY175" fmla="*/ 1785246 h 2951634"/>
                  <a:gd name="connsiteX176" fmla="*/ 4176908 w 5965940"/>
                  <a:gd name="connsiteY176" fmla="*/ 1785246 h 2951634"/>
                  <a:gd name="connsiteX177" fmla="*/ 4177402 w 5965940"/>
                  <a:gd name="connsiteY177" fmla="*/ 1651098 h 2951634"/>
                  <a:gd name="connsiteX178" fmla="*/ 3987168 w 5965940"/>
                  <a:gd name="connsiteY178" fmla="*/ 1647507 h 2951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5965940" h="2951634">
                    <a:moveTo>
                      <a:pt x="5965877" y="2951052"/>
                    </a:moveTo>
                    <a:lnTo>
                      <a:pt x="5965874" y="2951052"/>
                    </a:lnTo>
                    <a:lnTo>
                      <a:pt x="5965877" y="2951634"/>
                    </a:lnTo>
                    <a:close/>
                    <a:moveTo>
                      <a:pt x="2224803" y="1672633"/>
                    </a:moveTo>
                    <a:cubicBezTo>
                      <a:pt x="2247536" y="1672633"/>
                      <a:pt x="2252320" y="1682204"/>
                      <a:pt x="2252320" y="1702545"/>
                    </a:cubicBezTo>
                    <a:lnTo>
                      <a:pt x="2252320" y="1866318"/>
                    </a:lnTo>
                    <a:lnTo>
                      <a:pt x="2193129" y="1866318"/>
                    </a:lnTo>
                    <a:lnTo>
                      <a:pt x="2193695" y="1701348"/>
                    </a:lnTo>
                    <a:cubicBezTo>
                      <a:pt x="2193695" y="1677417"/>
                      <a:pt x="2204464" y="1672633"/>
                      <a:pt x="2224803" y="1672633"/>
                    </a:cubicBezTo>
                    <a:close/>
                    <a:moveTo>
                      <a:pt x="2547842" y="1574524"/>
                    </a:moveTo>
                    <a:cubicBezTo>
                      <a:pt x="2566986" y="1574524"/>
                      <a:pt x="2572969" y="1582900"/>
                      <a:pt x="2572969" y="1600847"/>
                    </a:cubicBezTo>
                    <a:cubicBezTo>
                      <a:pt x="2572969" y="1624774"/>
                      <a:pt x="2572969" y="1647507"/>
                      <a:pt x="2572969" y="1671436"/>
                    </a:cubicBezTo>
                    <a:cubicBezTo>
                      <a:pt x="2572969" y="1671436"/>
                      <a:pt x="2572969" y="1671436"/>
                      <a:pt x="2574165" y="1671436"/>
                    </a:cubicBezTo>
                    <a:cubicBezTo>
                      <a:pt x="2574165" y="1694169"/>
                      <a:pt x="2574165" y="1716902"/>
                      <a:pt x="2574165" y="1738437"/>
                    </a:cubicBezTo>
                    <a:cubicBezTo>
                      <a:pt x="2574165" y="1765955"/>
                      <a:pt x="2586129" y="1779116"/>
                      <a:pt x="2614844" y="1777919"/>
                    </a:cubicBezTo>
                    <a:cubicBezTo>
                      <a:pt x="2643559" y="1776723"/>
                      <a:pt x="2672274" y="1777919"/>
                      <a:pt x="2700989" y="1777919"/>
                    </a:cubicBezTo>
                    <a:cubicBezTo>
                      <a:pt x="2718935" y="1777919"/>
                      <a:pt x="2727310" y="1782706"/>
                      <a:pt x="2727310" y="1801849"/>
                    </a:cubicBezTo>
                    <a:cubicBezTo>
                      <a:pt x="2726114" y="1826974"/>
                      <a:pt x="2734488" y="1856885"/>
                      <a:pt x="2691417" y="1856885"/>
                    </a:cubicBezTo>
                    <a:lnTo>
                      <a:pt x="2680232" y="1866318"/>
                    </a:lnTo>
                    <a:lnTo>
                      <a:pt x="2525808" y="1866318"/>
                    </a:lnTo>
                    <a:lnTo>
                      <a:pt x="2525112" y="1599648"/>
                    </a:lnTo>
                    <a:cubicBezTo>
                      <a:pt x="2525112" y="1584095"/>
                      <a:pt x="2529896" y="1574524"/>
                      <a:pt x="2547842" y="1574524"/>
                    </a:cubicBezTo>
                    <a:close/>
                    <a:moveTo>
                      <a:pt x="2607665" y="1231144"/>
                    </a:moveTo>
                    <a:cubicBezTo>
                      <a:pt x="2633987" y="1229947"/>
                      <a:pt x="2641166" y="1240715"/>
                      <a:pt x="2639969" y="1264645"/>
                    </a:cubicBezTo>
                    <a:cubicBezTo>
                      <a:pt x="2638772" y="1319681"/>
                      <a:pt x="2639969" y="1374719"/>
                      <a:pt x="2639969" y="1429754"/>
                    </a:cubicBezTo>
                    <a:cubicBezTo>
                      <a:pt x="2639969" y="1429754"/>
                      <a:pt x="2639969" y="1429754"/>
                      <a:pt x="2641166" y="1429754"/>
                    </a:cubicBezTo>
                    <a:cubicBezTo>
                      <a:pt x="2641166" y="1483594"/>
                      <a:pt x="2641166" y="1537435"/>
                      <a:pt x="2641166" y="1592472"/>
                    </a:cubicBezTo>
                    <a:cubicBezTo>
                      <a:pt x="2641166" y="1631954"/>
                      <a:pt x="2650739" y="1640328"/>
                      <a:pt x="2690220" y="1642722"/>
                    </a:cubicBezTo>
                    <a:cubicBezTo>
                      <a:pt x="2729702" y="1643918"/>
                      <a:pt x="2729702" y="1647507"/>
                      <a:pt x="2727310" y="1706132"/>
                    </a:cubicBezTo>
                    <a:cubicBezTo>
                      <a:pt x="2726114" y="1739634"/>
                      <a:pt x="2704578" y="1732455"/>
                      <a:pt x="2684237" y="1731258"/>
                    </a:cubicBezTo>
                    <a:cubicBezTo>
                      <a:pt x="2680648" y="1731258"/>
                      <a:pt x="2678257" y="1730063"/>
                      <a:pt x="2674666" y="1730063"/>
                    </a:cubicBezTo>
                    <a:cubicBezTo>
                      <a:pt x="2619628" y="1727669"/>
                      <a:pt x="2619628" y="1727669"/>
                      <a:pt x="2619628" y="1670240"/>
                    </a:cubicBezTo>
                    <a:cubicBezTo>
                      <a:pt x="2619628" y="1631954"/>
                      <a:pt x="2617236" y="1594865"/>
                      <a:pt x="2620827" y="1556577"/>
                    </a:cubicBezTo>
                    <a:cubicBezTo>
                      <a:pt x="2622024" y="1537435"/>
                      <a:pt x="2612451" y="1533844"/>
                      <a:pt x="2599290" y="1531453"/>
                    </a:cubicBezTo>
                    <a:cubicBezTo>
                      <a:pt x="2594506" y="1530255"/>
                      <a:pt x="2589718" y="1530255"/>
                      <a:pt x="2583736" y="1530255"/>
                    </a:cubicBezTo>
                    <a:cubicBezTo>
                      <a:pt x="2521521" y="1530255"/>
                      <a:pt x="2525112" y="1536238"/>
                      <a:pt x="2526306" y="1468040"/>
                    </a:cubicBezTo>
                    <a:cubicBezTo>
                      <a:pt x="2528699" y="1395057"/>
                      <a:pt x="2503576" y="1338824"/>
                      <a:pt x="2432984" y="1308912"/>
                    </a:cubicBezTo>
                    <a:cubicBezTo>
                      <a:pt x="2401878" y="1295753"/>
                      <a:pt x="2417431" y="1268233"/>
                      <a:pt x="2417431" y="1246697"/>
                    </a:cubicBezTo>
                    <a:cubicBezTo>
                      <a:pt x="2417431" y="1227553"/>
                      <a:pt x="2435376" y="1231144"/>
                      <a:pt x="2448538" y="1231144"/>
                    </a:cubicBezTo>
                    <a:cubicBezTo>
                      <a:pt x="2501182" y="1231144"/>
                      <a:pt x="2555021" y="1232341"/>
                      <a:pt x="2607665" y="1231144"/>
                    </a:cubicBezTo>
                    <a:close/>
                    <a:moveTo>
                      <a:pt x="1542988" y="1125838"/>
                    </a:moveTo>
                    <a:lnTo>
                      <a:pt x="1542988" y="1264073"/>
                    </a:lnTo>
                    <a:lnTo>
                      <a:pt x="1489378" y="1274897"/>
                    </a:lnTo>
                    <a:cubicBezTo>
                      <a:pt x="1427198" y="1301196"/>
                      <a:pt x="1383569" y="1362765"/>
                      <a:pt x="1383569" y="1434522"/>
                    </a:cubicBezTo>
                    <a:lnTo>
                      <a:pt x="1383569" y="1866318"/>
                    </a:lnTo>
                    <a:lnTo>
                      <a:pt x="1323073" y="1866318"/>
                    </a:lnTo>
                    <a:lnTo>
                      <a:pt x="1323073" y="1125838"/>
                    </a:lnTo>
                    <a:close/>
                    <a:moveTo>
                      <a:pt x="2002911" y="1125838"/>
                    </a:moveTo>
                    <a:lnTo>
                      <a:pt x="2002911" y="1263591"/>
                    </a:lnTo>
                    <a:lnTo>
                      <a:pt x="1947459" y="1274786"/>
                    </a:lnTo>
                    <a:cubicBezTo>
                      <a:pt x="1885280" y="1301086"/>
                      <a:pt x="1841653" y="1362655"/>
                      <a:pt x="1841653" y="1434414"/>
                    </a:cubicBezTo>
                    <a:lnTo>
                      <a:pt x="1841653" y="1866318"/>
                    </a:lnTo>
                    <a:lnTo>
                      <a:pt x="1730051" y="1866318"/>
                    </a:lnTo>
                    <a:lnTo>
                      <a:pt x="1730052" y="1434522"/>
                    </a:lnTo>
                    <a:lnTo>
                      <a:pt x="1730051" y="1434519"/>
                    </a:lnTo>
                    <a:lnTo>
                      <a:pt x="1730051" y="1420568"/>
                    </a:lnTo>
                    <a:lnTo>
                      <a:pt x="1727234" y="1420568"/>
                    </a:lnTo>
                    <a:lnTo>
                      <a:pt x="1716437" y="1367090"/>
                    </a:lnTo>
                    <a:cubicBezTo>
                      <a:pt x="1696714" y="1320455"/>
                      <a:pt x="1657149" y="1284256"/>
                      <a:pt x="1608327" y="1269071"/>
                    </a:cubicBezTo>
                    <a:lnTo>
                      <a:pt x="1586325" y="1265744"/>
                    </a:lnTo>
                    <a:lnTo>
                      <a:pt x="1586325" y="1125838"/>
                    </a:lnTo>
                    <a:close/>
                    <a:moveTo>
                      <a:pt x="3907006" y="0"/>
                    </a:moveTo>
                    <a:lnTo>
                      <a:pt x="3732325" y="0"/>
                    </a:lnTo>
                    <a:lnTo>
                      <a:pt x="3654557" y="1648703"/>
                    </a:lnTo>
                    <a:lnTo>
                      <a:pt x="3552858" y="1652295"/>
                    </a:lnTo>
                    <a:lnTo>
                      <a:pt x="3472697" y="338595"/>
                    </a:lnTo>
                    <a:lnTo>
                      <a:pt x="3294425" y="338595"/>
                    </a:lnTo>
                    <a:lnTo>
                      <a:pt x="3217853" y="1658274"/>
                    </a:lnTo>
                    <a:lnTo>
                      <a:pt x="3071887" y="1665454"/>
                    </a:lnTo>
                    <a:cubicBezTo>
                      <a:pt x="3071887" y="1593668"/>
                      <a:pt x="3071887" y="1520683"/>
                      <a:pt x="3071887" y="1448897"/>
                    </a:cubicBezTo>
                    <a:cubicBezTo>
                      <a:pt x="3071887" y="1392664"/>
                      <a:pt x="3049154" y="1348396"/>
                      <a:pt x="2998904" y="1319681"/>
                    </a:cubicBezTo>
                    <a:cubicBezTo>
                      <a:pt x="2990528" y="1314896"/>
                      <a:pt x="2984548" y="1310109"/>
                      <a:pt x="2979760" y="1301735"/>
                    </a:cubicBezTo>
                    <a:cubicBezTo>
                      <a:pt x="2968992" y="1281394"/>
                      <a:pt x="2906777" y="1274218"/>
                      <a:pt x="2896009" y="1293360"/>
                    </a:cubicBezTo>
                    <a:cubicBezTo>
                      <a:pt x="2885241" y="1312501"/>
                      <a:pt x="2868490" y="1319681"/>
                      <a:pt x="2854133" y="1331645"/>
                    </a:cubicBezTo>
                    <a:cubicBezTo>
                      <a:pt x="2820633" y="1357968"/>
                      <a:pt x="2800293" y="1391467"/>
                      <a:pt x="2800293" y="1433343"/>
                    </a:cubicBezTo>
                    <a:cubicBezTo>
                      <a:pt x="2800293" y="1463256"/>
                      <a:pt x="2788329" y="1471630"/>
                      <a:pt x="2762007" y="1468040"/>
                    </a:cubicBezTo>
                    <a:cubicBezTo>
                      <a:pt x="2735686" y="1464451"/>
                      <a:pt x="2724917" y="1478808"/>
                      <a:pt x="2726114" y="1503935"/>
                    </a:cubicBezTo>
                    <a:cubicBezTo>
                      <a:pt x="2727310" y="1523079"/>
                      <a:pt x="2726114" y="1542221"/>
                      <a:pt x="2726114" y="1562559"/>
                    </a:cubicBezTo>
                    <a:cubicBezTo>
                      <a:pt x="2726114" y="1570933"/>
                      <a:pt x="2727310" y="1580506"/>
                      <a:pt x="2715346" y="1581703"/>
                    </a:cubicBezTo>
                    <a:cubicBezTo>
                      <a:pt x="2702184" y="1582900"/>
                      <a:pt x="2702184" y="1570933"/>
                      <a:pt x="2702184" y="1561362"/>
                    </a:cubicBezTo>
                    <a:cubicBezTo>
                      <a:pt x="2700989" y="1530255"/>
                      <a:pt x="2698595" y="1497950"/>
                      <a:pt x="2698595" y="1466843"/>
                    </a:cubicBezTo>
                    <a:cubicBezTo>
                      <a:pt x="2697399" y="1383093"/>
                      <a:pt x="2697399" y="1299341"/>
                      <a:pt x="2698595" y="1215590"/>
                    </a:cubicBezTo>
                    <a:cubicBezTo>
                      <a:pt x="2698595" y="1190464"/>
                      <a:pt x="2690220" y="1173716"/>
                      <a:pt x="2661505" y="1173716"/>
                    </a:cubicBezTo>
                    <a:cubicBezTo>
                      <a:pt x="2570575" y="1173716"/>
                      <a:pt x="2479646" y="1173716"/>
                      <a:pt x="2388716" y="1173716"/>
                    </a:cubicBezTo>
                    <a:cubicBezTo>
                      <a:pt x="2365983" y="1173716"/>
                      <a:pt x="2355216" y="1185679"/>
                      <a:pt x="2356411" y="1208411"/>
                    </a:cubicBezTo>
                    <a:cubicBezTo>
                      <a:pt x="2356411" y="1229947"/>
                      <a:pt x="2355216" y="1251485"/>
                      <a:pt x="2357608" y="1273020"/>
                    </a:cubicBezTo>
                    <a:cubicBezTo>
                      <a:pt x="2360001" y="1296948"/>
                      <a:pt x="2351626" y="1310109"/>
                      <a:pt x="2328893" y="1319681"/>
                    </a:cubicBezTo>
                    <a:cubicBezTo>
                      <a:pt x="2278642" y="1342413"/>
                      <a:pt x="2254715" y="1384290"/>
                      <a:pt x="2253518" y="1439325"/>
                    </a:cubicBezTo>
                    <a:cubicBezTo>
                      <a:pt x="2253518" y="1477612"/>
                      <a:pt x="2253518" y="1517094"/>
                      <a:pt x="2253518" y="1555380"/>
                    </a:cubicBezTo>
                    <a:cubicBezTo>
                      <a:pt x="2253518" y="1623580"/>
                      <a:pt x="2260697" y="1615203"/>
                      <a:pt x="2192497" y="1615203"/>
                    </a:cubicBezTo>
                    <a:lnTo>
                      <a:pt x="2188133" y="1615952"/>
                    </a:lnTo>
                    <a:lnTo>
                      <a:pt x="2188133" y="1434414"/>
                    </a:lnTo>
                    <a:lnTo>
                      <a:pt x="2188133" y="1434408"/>
                    </a:lnTo>
                    <a:lnTo>
                      <a:pt x="2188133" y="1420459"/>
                    </a:lnTo>
                    <a:lnTo>
                      <a:pt x="2186024" y="1420459"/>
                    </a:lnTo>
                    <a:lnTo>
                      <a:pt x="2180346" y="1382898"/>
                    </a:lnTo>
                    <a:cubicBezTo>
                      <a:pt x="2165160" y="1334076"/>
                      <a:pt x="2128961" y="1294511"/>
                      <a:pt x="2082327" y="1274786"/>
                    </a:cubicBezTo>
                    <a:lnTo>
                      <a:pt x="2046247" y="1267503"/>
                    </a:lnTo>
                    <a:lnTo>
                      <a:pt x="2046247" y="1060383"/>
                    </a:lnTo>
                    <a:lnTo>
                      <a:pt x="2002911" y="1060383"/>
                    </a:lnTo>
                    <a:lnTo>
                      <a:pt x="2002911" y="1060832"/>
                    </a:lnTo>
                    <a:lnTo>
                      <a:pt x="1323073" y="1060832"/>
                    </a:lnTo>
                    <a:lnTo>
                      <a:pt x="1323073" y="974326"/>
                    </a:lnTo>
                    <a:lnTo>
                      <a:pt x="1323073" y="938000"/>
                    </a:lnTo>
                    <a:lnTo>
                      <a:pt x="1323073" y="937995"/>
                    </a:lnTo>
                    <a:lnTo>
                      <a:pt x="1323073" y="781004"/>
                    </a:lnTo>
                    <a:lnTo>
                      <a:pt x="1323073" y="781003"/>
                    </a:lnTo>
                    <a:lnTo>
                      <a:pt x="1217309" y="781003"/>
                    </a:lnTo>
                    <a:lnTo>
                      <a:pt x="1217309" y="781004"/>
                    </a:lnTo>
                    <a:lnTo>
                      <a:pt x="1121686" y="781004"/>
                    </a:lnTo>
                    <a:lnTo>
                      <a:pt x="1121686" y="938000"/>
                    </a:lnTo>
                    <a:lnTo>
                      <a:pt x="1121686" y="974326"/>
                    </a:lnTo>
                    <a:lnTo>
                      <a:pt x="1121686" y="1866318"/>
                    </a:lnTo>
                    <a:lnTo>
                      <a:pt x="1025040" y="1866318"/>
                    </a:lnTo>
                    <a:lnTo>
                      <a:pt x="1025040" y="1777911"/>
                    </a:lnTo>
                    <a:lnTo>
                      <a:pt x="1025040" y="1776407"/>
                    </a:lnTo>
                    <a:lnTo>
                      <a:pt x="904032" y="1776407"/>
                    </a:lnTo>
                    <a:lnTo>
                      <a:pt x="904032" y="1132629"/>
                    </a:lnTo>
                    <a:lnTo>
                      <a:pt x="904032" y="1132626"/>
                    </a:lnTo>
                    <a:lnTo>
                      <a:pt x="904031" y="1132626"/>
                    </a:lnTo>
                    <a:lnTo>
                      <a:pt x="904031" y="974323"/>
                    </a:lnTo>
                    <a:lnTo>
                      <a:pt x="904030" y="974323"/>
                    </a:lnTo>
                    <a:lnTo>
                      <a:pt x="752351" y="974323"/>
                    </a:lnTo>
                    <a:lnTo>
                      <a:pt x="600673" y="974323"/>
                    </a:lnTo>
                    <a:lnTo>
                      <a:pt x="600673" y="1147341"/>
                    </a:lnTo>
                    <a:lnTo>
                      <a:pt x="600674" y="1147341"/>
                    </a:lnTo>
                    <a:lnTo>
                      <a:pt x="600674" y="1778187"/>
                    </a:lnTo>
                    <a:lnTo>
                      <a:pt x="505978" y="1778187"/>
                    </a:lnTo>
                    <a:lnTo>
                      <a:pt x="505978" y="1775522"/>
                    </a:lnTo>
                    <a:lnTo>
                      <a:pt x="505978" y="1450932"/>
                    </a:lnTo>
                    <a:lnTo>
                      <a:pt x="0" y="1750841"/>
                    </a:lnTo>
                    <a:lnTo>
                      <a:pt x="0" y="2951634"/>
                    </a:lnTo>
                    <a:lnTo>
                      <a:pt x="505978" y="2951634"/>
                    </a:lnTo>
                    <a:lnTo>
                      <a:pt x="1339431" y="2951634"/>
                    </a:lnTo>
                    <a:lnTo>
                      <a:pt x="3384619" y="2951634"/>
                    </a:lnTo>
                    <a:lnTo>
                      <a:pt x="4172617" y="2951634"/>
                    </a:lnTo>
                    <a:lnTo>
                      <a:pt x="4172620" y="2951052"/>
                    </a:lnTo>
                    <a:lnTo>
                      <a:pt x="5965874" y="2951052"/>
                    </a:lnTo>
                    <a:lnTo>
                      <a:pt x="5965208" y="2865948"/>
                    </a:lnTo>
                    <a:cubicBezTo>
                      <a:pt x="5965208" y="2863033"/>
                      <a:pt x="5965877" y="2860118"/>
                      <a:pt x="5965877" y="2857204"/>
                    </a:cubicBezTo>
                    <a:cubicBezTo>
                      <a:pt x="5965877" y="2674754"/>
                      <a:pt x="5965877" y="2492307"/>
                      <a:pt x="5965877" y="2309858"/>
                    </a:cubicBezTo>
                    <a:cubicBezTo>
                      <a:pt x="5965877" y="2307526"/>
                      <a:pt x="5965877" y="2305193"/>
                      <a:pt x="5965877" y="2302863"/>
                    </a:cubicBezTo>
                    <a:cubicBezTo>
                      <a:pt x="5966548" y="2295285"/>
                      <a:pt x="5961854" y="2292370"/>
                      <a:pt x="5953806" y="2292370"/>
                    </a:cubicBezTo>
                    <a:cubicBezTo>
                      <a:pt x="5944417" y="2292370"/>
                      <a:pt x="5934356" y="2292370"/>
                      <a:pt x="5924966" y="2291786"/>
                    </a:cubicBezTo>
                    <a:cubicBezTo>
                      <a:pt x="5924966" y="2250402"/>
                      <a:pt x="5924966" y="2209015"/>
                      <a:pt x="5924295" y="2167629"/>
                    </a:cubicBezTo>
                    <a:cubicBezTo>
                      <a:pt x="5924295" y="2146062"/>
                      <a:pt x="5914908" y="2136735"/>
                      <a:pt x="5890762" y="2132072"/>
                    </a:cubicBezTo>
                    <a:cubicBezTo>
                      <a:pt x="5886739" y="2131489"/>
                      <a:pt x="5883385" y="2129742"/>
                      <a:pt x="5879361" y="2127993"/>
                    </a:cubicBezTo>
                    <a:cubicBezTo>
                      <a:pt x="5873324" y="2102928"/>
                      <a:pt x="5861923" y="2079028"/>
                      <a:pt x="5849180" y="2055714"/>
                    </a:cubicBezTo>
                    <a:cubicBezTo>
                      <a:pt x="5749920" y="1879092"/>
                      <a:pt x="5587613" y="1777669"/>
                      <a:pt x="5363604" y="1753185"/>
                    </a:cubicBezTo>
                    <a:cubicBezTo>
                      <a:pt x="5287817" y="1745025"/>
                      <a:pt x="5211359" y="1750270"/>
                      <a:pt x="5137584" y="1770090"/>
                    </a:cubicBezTo>
                    <a:cubicBezTo>
                      <a:pt x="5132217" y="1770090"/>
                      <a:pt x="5126181" y="1769506"/>
                      <a:pt x="5126181" y="1763096"/>
                    </a:cubicBezTo>
                    <a:cubicBezTo>
                      <a:pt x="5126181" y="1757848"/>
                      <a:pt x="5126181" y="1752602"/>
                      <a:pt x="5126181" y="1746774"/>
                    </a:cubicBezTo>
                    <a:cubicBezTo>
                      <a:pt x="5126181" y="1567822"/>
                      <a:pt x="5125511" y="1388867"/>
                      <a:pt x="5126181" y="1209917"/>
                    </a:cubicBezTo>
                    <a:cubicBezTo>
                      <a:pt x="5126181" y="1141136"/>
                      <a:pt x="5052407" y="1071769"/>
                      <a:pt x="4964547" y="1075267"/>
                    </a:cubicBezTo>
                    <a:cubicBezTo>
                      <a:pt x="4955158" y="1074101"/>
                      <a:pt x="4945097" y="1074101"/>
                      <a:pt x="4935706" y="1075848"/>
                    </a:cubicBezTo>
                    <a:cubicBezTo>
                      <a:pt x="4847177" y="1090422"/>
                      <a:pt x="4796875" y="1155707"/>
                      <a:pt x="4798887" y="1216330"/>
                    </a:cubicBezTo>
                    <a:cubicBezTo>
                      <a:pt x="4800230" y="1265875"/>
                      <a:pt x="4798887" y="1315421"/>
                      <a:pt x="4798887" y="1364968"/>
                    </a:cubicBezTo>
                    <a:cubicBezTo>
                      <a:pt x="4798887" y="1566074"/>
                      <a:pt x="4798887" y="1767175"/>
                      <a:pt x="4798887" y="1968276"/>
                    </a:cubicBezTo>
                    <a:cubicBezTo>
                      <a:pt x="4798887" y="1980517"/>
                      <a:pt x="4796205" y="1991009"/>
                      <a:pt x="4788156" y="2002086"/>
                    </a:cubicBezTo>
                    <a:cubicBezTo>
                      <a:pt x="4771389" y="2025985"/>
                      <a:pt x="4755963" y="2050466"/>
                      <a:pt x="4745232" y="2077280"/>
                    </a:cubicBezTo>
                    <a:cubicBezTo>
                      <a:pt x="4733832" y="2072617"/>
                      <a:pt x="4738526" y="2063873"/>
                      <a:pt x="4738526" y="2056877"/>
                    </a:cubicBezTo>
                    <a:cubicBezTo>
                      <a:pt x="4738526" y="1921062"/>
                      <a:pt x="4738526" y="1784662"/>
                      <a:pt x="4738526" y="1648846"/>
                    </a:cubicBezTo>
                    <a:cubicBezTo>
                      <a:pt x="4738526" y="1502537"/>
                      <a:pt x="4737856" y="1356226"/>
                      <a:pt x="4738526" y="1210501"/>
                    </a:cubicBezTo>
                    <a:cubicBezTo>
                      <a:pt x="4739197" y="1139970"/>
                      <a:pt x="4661398" y="1071186"/>
                      <a:pt x="4576891" y="1075848"/>
                    </a:cubicBezTo>
                    <a:cubicBezTo>
                      <a:pt x="4511835" y="1070020"/>
                      <a:pt x="4422634" y="1116652"/>
                      <a:pt x="4411904" y="1200591"/>
                    </a:cubicBezTo>
                    <a:cubicBezTo>
                      <a:pt x="4409890" y="1204087"/>
                      <a:pt x="4410563" y="1207586"/>
                      <a:pt x="4410563" y="1211083"/>
                    </a:cubicBezTo>
                    <a:cubicBezTo>
                      <a:pt x="4410563" y="1402859"/>
                      <a:pt x="4410563" y="1595219"/>
                      <a:pt x="4410563" y="1786995"/>
                    </a:cubicBezTo>
                    <a:cubicBezTo>
                      <a:pt x="4410563" y="1786995"/>
                      <a:pt x="4411231" y="1787577"/>
                      <a:pt x="4411231" y="1787577"/>
                    </a:cubicBezTo>
                    <a:cubicBezTo>
                      <a:pt x="4410563" y="1787577"/>
                      <a:pt x="4409220" y="1787577"/>
                      <a:pt x="4408550" y="1787577"/>
                    </a:cubicBezTo>
                    <a:cubicBezTo>
                      <a:pt x="4408550" y="1779416"/>
                      <a:pt x="4409220" y="1770673"/>
                      <a:pt x="4409220" y="1762513"/>
                    </a:cubicBezTo>
                    <a:cubicBezTo>
                      <a:pt x="4409220" y="1583562"/>
                      <a:pt x="4409220" y="1404606"/>
                      <a:pt x="4409220" y="1225656"/>
                    </a:cubicBezTo>
                    <a:cubicBezTo>
                      <a:pt x="4409220" y="1217494"/>
                      <a:pt x="4409220" y="1208751"/>
                      <a:pt x="4408550" y="1200591"/>
                    </a:cubicBezTo>
                    <a:cubicBezTo>
                      <a:pt x="4402512" y="1207002"/>
                      <a:pt x="4405197" y="1214579"/>
                      <a:pt x="4405197" y="1221575"/>
                    </a:cubicBezTo>
                    <a:cubicBezTo>
                      <a:pt x="4405197" y="1289192"/>
                      <a:pt x="4405197" y="1356226"/>
                      <a:pt x="4405197" y="1423843"/>
                    </a:cubicBezTo>
                    <a:cubicBezTo>
                      <a:pt x="4405197" y="1538679"/>
                      <a:pt x="4405197" y="1652926"/>
                      <a:pt x="4405197" y="1767758"/>
                    </a:cubicBezTo>
                    <a:cubicBezTo>
                      <a:pt x="4405197" y="1784662"/>
                      <a:pt x="4405197" y="1785246"/>
                      <a:pt x="4387758" y="1785246"/>
                    </a:cubicBezTo>
                    <a:lnTo>
                      <a:pt x="4176908" y="1785246"/>
                    </a:lnTo>
                    <a:lnTo>
                      <a:pt x="4177402" y="1651098"/>
                    </a:lnTo>
                    <a:lnTo>
                      <a:pt x="3987168" y="1647507"/>
                    </a:lnTo>
                    <a:close/>
                  </a:path>
                </a:pathLst>
              </a:custGeom>
              <a:solidFill>
                <a:schemeClr val="bg1"/>
              </a:solidFill>
              <a:ln w="36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B4D8DC-FA44-45FB-8BFB-D992B9DB3DEC}"/>
                </a:ext>
              </a:extLst>
            </p:cNvPr>
            <p:cNvSpPr txBox="1"/>
            <p:nvPr/>
          </p:nvSpPr>
          <p:spPr>
            <a:xfrm>
              <a:off x="2611792" y="3143965"/>
              <a:ext cx="4438231" cy="646270"/>
            </a:xfrm>
            <a:custGeom>
              <a:avLst/>
              <a:gdLst>
                <a:gd name="connsiteX0" fmla="*/ 1217399 w 4438231"/>
                <a:gd name="connsiteY0" fmla="*/ 148169 h 646270"/>
                <a:gd name="connsiteX1" fmla="*/ 1217399 w 4438231"/>
                <a:gd name="connsiteY1" fmla="*/ 496301 h 646270"/>
                <a:gd name="connsiteX2" fmla="*/ 1253957 w 4438231"/>
                <a:gd name="connsiteY2" fmla="*/ 496301 h 646270"/>
                <a:gd name="connsiteX3" fmla="*/ 1395216 w 4438231"/>
                <a:gd name="connsiteY3" fmla="*/ 433537 h 646270"/>
                <a:gd name="connsiteX4" fmla="*/ 1430872 w 4438231"/>
                <a:gd name="connsiteY4" fmla="*/ 322009 h 646270"/>
                <a:gd name="connsiteX5" fmla="*/ 1395216 w 4438231"/>
                <a:gd name="connsiteY5" fmla="*/ 210933 h 646270"/>
                <a:gd name="connsiteX6" fmla="*/ 1253957 w 4438231"/>
                <a:gd name="connsiteY6" fmla="*/ 148169 h 646270"/>
                <a:gd name="connsiteX7" fmla="*/ 3484816 w 4438231"/>
                <a:gd name="connsiteY7" fmla="*/ 136461 h 646270"/>
                <a:gd name="connsiteX8" fmla="*/ 3484816 w 4438231"/>
                <a:gd name="connsiteY8" fmla="*/ 289583 h 646270"/>
                <a:gd name="connsiteX9" fmla="*/ 3514647 w 4438231"/>
                <a:gd name="connsiteY9" fmla="*/ 289583 h 646270"/>
                <a:gd name="connsiteX10" fmla="*/ 3587415 w 4438231"/>
                <a:gd name="connsiteY10" fmla="*/ 268481 h 646270"/>
                <a:gd name="connsiteX11" fmla="*/ 3611369 w 4438231"/>
                <a:gd name="connsiteY11" fmla="*/ 212797 h 646270"/>
                <a:gd name="connsiteX12" fmla="*/ 3587415 w 4438231"/>
                <a:gd name="connsiteY12" fmla="*/ 157564 h 646270"/>
                <a:gd name="connsiteX13" fmla="*/ 3514647 w 4438231"/>
                <a:gd name="connsiteY13" fmla="*/ 136461 h 646270"/>
                <a:gd name="connsiteX14" fmla="*/ 3825741 w 4438231"/>
                <a:gd name="connsiteY14" fmla="*/ 14864 h 646270"/>
                <a:gd name="connsiteX15" fmla="*/ 4016693 w 4438231"/>
                <a:gd name="connsiteY15" fmla="*/ 14864 h 646270"/>
                <a:gd name="connsiteX16" fmla="*/ 4132887 w 4438231"/>
                <a:gd name="connsiteY16" fmla="*/ 182398 h 646270"/>
                <a:gd name="connsiteX17" fmla="*/ 4244577 w 4438231"/>
                <a:gd name="connsiteY17" fmla="*/ 14864 h 646270"/>
                <a:gd name="connsiteX18" fmla="*/ 4438231 w 4438231"/>
                <a:gd name="connsiteY18" fmla="*/ 14864 h 646270"/>
                <a:gd name="connsiteX19" fmla="*/ 4208098 w 4438231"/>
                <a:gd name="connsiteY19" fmla="*/ 334171 h 646270"/>
                <a:gd name="connsiteX20" fmla="*/ 4208098 w 4438231"/>
                <a:gd name="connsiteY20" fmla="*/ 629607 h 646270"/>
                <a:gd name="connsiteX21" fmla="*/ 4048218 w 4438231"/>
                <a:gd name="connsiteY21" fmla="*/ 629607 h 646270"/>
                <a:gd name="connsiteX22" fmla="*/ 4048218 w 4438231"/>
                <a:gd name="connsiteY22" fmla="*/ 334171 h 646270"/>
                <a:gd name="connsiteX23" fmla="*/ 3324939 w 4438231"/>
                <a:gd name="connsiteY23" fmla="*/ 14864 h 646270"/>
                <a:gd name="connsiteX24" fmla="*/ 3573538 w 4438231"/>
                <a:gd name="connsiteY24" fmla="*/ 14864 h 646270"/>
                <a:gd name="connsiteX25" fmla="*/ 3734768 w 4438231"/>
                <a:gd name="connsiteY25" fmla="*/ 80165 h 646270"/>
                <a:gd name="connsiteX26" fmla="*/ 3777103 w 4438231"/>
                <a:gd name="connsiteY26" fmla="*/ 204014 h 646270"/>
                <a:gd name="connsiteX27" fmla="*/ 3728463 w 4438231"/>
                <a:gd name="connsiteY27" fmla="*/ 334171 h 646270"/>
                <a:gd name="connsiteX28" fmla="*/ 3642893 w 4438231"/>
                <a:gd name="connsiteY28" fmla="*/ 377405 h 646270"/>
                <a:gd name="connsiteX29" fmla="*/ 3836099 w 4438231"/>
                <a:gd name="connsiteY29" fmla="*/ 629607 h 646270"/>
                <a:gd name="connsiteX30" fmla="*/ 3637490 w 4438231"/>
                <a:gd name="connsiteY30" fmla="*/ 629607 h 646270"/>
                <a:gd name="connsiteX31" fmla="*/ 3484816 w 4438231"/>
                <a:gd name="connsiteY31" fmla="*/ 393618 h 646270"/>
                <a:gd name="connsiteX32" fmla="*/ 3484816 w 4438231"/>
                <a:gd name="connsiteY32" fmla="*/ 629607 h 646270"/>
                <a:gd name="connsiteX33" fmla="*/ 3324939 w 4438231"/>
                <a:gd name="connsiteY33" fmla="*/ 629607 h 646270"/>
                <a:gd name="connsiteX34" fmla="*/ 2831294 w 4438231"/>
                <a:gd name="connsiteY34" fmla="*/ 14864 h 646270"/>
                <a:gd name="connsiteX35" fmla="*/ 3253732 w 4438231"/>
                <a:gd name="connsiteY35" fmla="*/ 14864 h 646270"/>
                <a:gd name="connsiteX36" fmla="*/ 3253732 w 4438231"/>
                <a:gd name="connsiteY36" fmla="*/ 148169 h 646270"/>
                <a:gd name="connsiteX37" fmla="*/ 3121325 w 4438231"/>
                <a:gd name="connsiteY37" fmla="*/ 148169 h 646270"/>
                <a:gd name="connsiteX38" fmla="*/ 3121325 w 4438231"/>
                <a:gd name="connsiteY38" fmla="*/ 629607 h 646270"/>
                <a:gd name="connsiteX39" fmla="*/ 2961448 w 4438231"/>
                <a:gd name="connsiteY39" fmla="*/ 629607 h 646270"/>
                <a:gd name="connsiteX40" fmla="*/ 2961448 w 4438231"/>
                <a:gd name="connsiteY40" fmla="*/ 148169 h 646270"/>
                <a:gd name="connsiteX41" fmla="*/ 2831294 w 4438231"/>
                <a:gd name="connsiteY41" fmla="*/ 148169 h 646270"/>
                <a:gd name="connsiteX42" fmla="*/ 1698036 w 4438231"/>
                <a:gd name="connsiteY42" fmla="*/ 14864 h 646270"/>
                <a:gd name="connsiteX43" fmla="*/ 1857913 w 4438231"/>
                <a:gd name="connsiteY43" fmla="*/ 14864 h 646270"/>
                <a:gd name="connsiteX44" fmla="*/ 1857913 w 4438231"/>
                <a:gd name="connsiteY44" fmla="*/ 347379 h 646270"/>
                <a:gd name="connsiteX45" fmla="*/ 1859265 w 4438231"/>
                <a:gd name="connsiteY45" fmla="*/ 407220 h 646270"/>
                <a:gd name="connsiteX46" fmla="*/ 1916460 w 4438231"/>
                <a:gd name="connsiteY46" fmla="*/ 494505 h 646270"/>
                <a:gd name="connsiteX47" fmla="*/ 1964197 w 4438231"/>
                <a:gd name="connsiteY47" fmla="*/ 504857 h 646270"/>
                <a:gd name="connsiteX48" fmla="*/ 2052468 w 4438231"/>
                <a:gd name="connsiteY48" fmla="*/ 463910 h 646270"/>
                <a:gd name="connsiteX49" fmla="*/ 2074537 w 4438231"/>
                <a:gd name="connsiteY49" fmla="*/ 347379 h 646270"/>
                <a:gd name="connsiteX50" fmla="*/ 2074537 w 4438231"/>
                <a:gd name="connsiteY50" fmla="*/ 14864 h 646270"/>
                <a:gd name="connsiteX51" fmla="*/ 2234415 w 4438231"/>
                <a:gd name="connsiteY51" fmla="*/ 14864 h 646270"/>
                <a:gd name="connsiteX52" fmla="*/ 2234415 w 4438231"/>
                <a:gd name="connsiteY52" fmla="*/ 369298 h 646270"/>
                <a:gd name="connsiteX53" fmla="*/ 2225409 w 4438231"/>
                <a:gd name="connsiteY53" fmla="*/ 463874 h 646270"/>
                <a:gd name="connsiteX54" fmla="*/ 2158754 w 4438231"/>
                <a:gd name="connsiteY54" fmla="*/ 574664 h 646270"/>
                <a:gd name="connsiteX55" fmla="*/ 1958795 w 4438231"/>
                <a:gd name="connsiteY55" fmla="*/ 645369 h 646270"/>
                <a:gd name="connsiteX56" fmla="*/ 1759734 w 4438231"/>
                <a:gd name="connsiteY56" fmla="*/ 573312 h 646270"/>
                <a:gd name="connsiteX57" fmla="*/ 1707944 w 4438231"/>
                <a:gd name="connsiteY57" fmla="*/ 478286 h 646270"/>
                <a:gd name="connsiteX58" fmla="*/ 1698036 w 4438231"/>
                <a:gd name="connsiteY58" fmla="*/ 369298 h 646270"/>
                <a:gd name="connsiteX59" fmla="*/ 1057522 w 4438231"/>
                <a:gd name="connsiteY59" fmla="*/ 14864 h 646270"/>
                <a:gd name="connsiteX60" fmla="*/ 1293511 w 4438231"/>
                <a:gd name="connsiteY60" fmla="*/ 14864 h 646270"/>
                <a:gd name="connsiteX61" fmla="*/ 1453840 w 4438231"/>
                <a:gd name="connsiteY61" fmla="*/ 63050 h 646270"/>
                <a:gd name="connsiteX62" fmla="*/ 1565079 w 4438231"/>
                <a:gd name="connsiteY62" fmla="*/ 188252 h 646270"/>
                <a:gd name="connsiteX63" fmla="*/ 1596604 w 4438231"/>
                <a:gd name="connsiteY63" fmla="*/ 322009 h 646270"/>
                <a:gd name="connsiteX64" fmla="*/ 1538732 w 4438231"/>
                <a:gd name="connsiteY64" fmla="*/ 499678 h 646270"/>
                <a:gd name="connsiteX65" fmla="*/ 1390789 w 4438231"/>
                <a:gd name="connsiteY65" fmla="*/ 612944 h 646270"/>
                <a:gd name="connsiteX66" fmla="*/ 1293511 w 4438231"/>
                <a:gd name="connsiteY66" fmla="*/ 629607 h 646270"/>
                <a:gd name="connsiteX67" fmla="*/ 1057522 w 4438231"/>
                <a:gd name="connsiteY67" fmla="*/ 629607 h 646270"/>
                <a:gd name="connsiteX68" fmla="*/ 294637 w 4438231"/>
                <a:gd name="connsiteY68" fmla="*/ 13238 h 646270"/>
                <a:gd name="connsiteX69" fmla="*/ 454515 w 4438231"/>
                <a:gd name="connsiteY69" fmla="*/ 13238 h 646270"/>
                <a:gd name="connsiteX70" fmla="*/ 748600 w 4438231"/>
                <a:gd name="connsiteY70" fmla="*/ 389290 h 646270"/>
                <a:gd name="connsiteX71" fmla="*/ 748600 w 4438231"/>
                <a:gd name="connsiteY71" fmla="*/ 13238 h 646270"/>
                <a:gd name="connsiteX72" fmla="*/ 908479 w 4438231"/>
                <a:gd name="connsiteY72" fmla="*/ 13238 h 646270"/>
                <a:gd name="connsiteX73" fmla="*/ 908479 w 4438231"/>
                <a:gd name="connsiteY73" fmla="*/ 627982 h 646270"/>
                <a:gd name="connsiteX74" fmla="*/ 748600 w 4438231"/>
                <a:gd name="connsiteY74" fmla="*/ 627982 h 646270"/>
                <a:gd name="connsiteX75" fmla="*/ 454515 w 4438231"/>
                <a:gd name="connsiteY75" fmla="*/ 251478 h 646270"/>
                <a:gd name="connsiteX76" fmla="*/ 454515 w 4438231"/>
                <a:gd name="connsiteY76" fmla="*/ 627982 h 646270"/>
                <a:gd name="connsiteX77" fmla="*/ 294637 w 4438231"/>
                <a:gd name="connsiteY77" fmla="*/ 627982 h 646270"/>
                <a:gd name="connsiteX78" fmla="*/ 0 w 4438231"/>
                <a:gd name="connsiteY78" fmla="*/ 13238 h 646270"/>
                <a:gd name="connsiteX79" fmla="*/ 159879 w 4438231"/>
                <a:gd name="connsiteY79" fmla="*/ 13238 h 646270"/>
                <a:gd name="connsiteX80" fmla="*/ 159879 w 4438231"/>
                <a:gd name="connsiteY80" fmla="*/ 627982 h 646270"/>
                <a:gd name="connsiteX81" fmla="*/ 0 w 4438231"/>
                <a:gd name="connsiteY81" fmla="*/ 627982 h 646270"/>
                <a:gd name="connsiteX82" fmla="*/ 2570434 w 4438231"/>
                <a:gd name="connsiteY82" fmla="*/ 0 h 646270"/>
                <a:gd name="connsiteX83" fmla="*/ 2765440 w 4438231"/>
                <a:gd name="connsiteY83" fmla="*/ 49991 h 646270"/>
                <a:gd name="connsiteX84" fmla="*/ 2701489 w 4438231"/>
                <a:gd name="connsiteY84" fmla="*/ 174291 h 646270"/>
                <a:gd name="connsiteX85" fmla="*/ 2595830 w 4438231"/>
                <a:gd name="connsiteY85" fmla="*/ 133309 h 646270"/>
                <a:gd name="connsiteX86" fmla="*/ 2549773 w 4438231"/>
                <a:gd name="connsiteY86" fmla="*/ 146417 h 646270"/>
                <a:gd name="connsiteX87" fmla="*/ 2526751 w 4438231"/>
                <a:gd name="connsiteY87" fmla="*/ 186197 h 646270"/>
                <a:gd name="connsiteX88" fmla="*/ 2556973 w 4438231"/>
                <a:gd name="connsiteY88" fmla="*/ 228228 h 646270"/>
                <a:gd name="connsiteX89" fmla="*/ 2638178 w 4438231"/>
                <a:gd name="connsiteY89" fmla="*/ 256255 h 646270"/>
                <a:gd name="connsiteX90" fmla="*/ 2759080 w 4438231"/>
                <a:gd name="connsiteY90" fmla="*/ 326598 h 646270"/>
                <a:gd name="connsiteX91" fmla="*/ 2790212 w 4438231"/>
                <a:gd name="connsiteY91" fmla="*/ 426239 h 646270"/>
                <a:gd name="connsiteX92" fmla="*/ 2653300 w 4438231"/>
                <a:gd name="connsiteY92" fmla="*/ 629586 h 646270"/>
                <a:gd name="connsiteX93" fmla="*/ 2550619 w 4438231"/>
                <a:gd name="connsiteY93" fmla="*/ 646270 h 646270"/>
                <a:gd name="connsiteX94" fmla="*/ 2336697 w 4438231"/>
                <a:gd name="connsiteY94" fmla="*/ 576465 h 646270"/>
                <a:gd name="connsiteX95" fmla="*/ 2405151 w 4438231"/>
                <a:gd name="connsiteY95" fmla="*/ 447660 h 646270"/>
                <a:gd name="connsiteX96" fmla="*/ 2546403 w 4438231"/>
                <a:gd name="connsiteY96" fmla="*/ 512964 h 646270"/>
                <a:gd name="connsiteX97" fmla="*/ 2599209 w 4438231"/>
                <a:gd name="connsiteY97" fmla="*/ 498404 h 646270"/>
                <a:gd name="connsiteX98" fmla="*/ 2624478 w 4438231"/>
                <a:gd name="connsiteY98" fmla="*/ 452004 h 646270"/>
                <a:gd name="connsiteX99" fmla="*/ 2596506 w 4438231"/>
                <a:gd name="connsiteY99" fmla="*/ 406508 h 646270"/>
                <a:gd name="connsiteX100" fmla="*/ 2526580 w 4438231"/>
                <a:gd name="connsiteY100" fmla="*/ 378754 h 646270"/>
                <a:gd name="connsiteX101" fmla="*/ 2451694 w 4438231"/>
                <a:gd name="connsiteY101" fmla="*/ 354465 h 646270"/>
                <a:gd name="connsiteX102" fmla="*/ 2410191 w 4438231"/>
                <a:gd name="connsiteY102" fmla="*/ 330171 h 646270"/>
                <a:gd name="connsiteX103" fmla="*/ 2361016 w 4438231"/>
                <a:gd name="connsiteY103" fmla="*/ 207821 h 646270"/>
                <a:gd name="connsiteX104" fmla="*/ 2411907 w 4438231"/>
                <a:gd name="connsiteY104" fmla="*/ 66127 h 646270"/>
                <a:gd name="connsiteX105" fmla="*/ 2570434 w 4438231"/>
                <a:gd name="connsiteY105" fmla="*/ 0 h 646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438231" h="646270">
                  <a:moveTo>
                    <a:pt x="1217399" y="148169"/>
                  </a:moveTo>
                  <a:lnTo>
                    <a:pt x="1217399" y="496301"/>
                  </a:lnTo>
                  <a:lnTo>
                    <a:pt x="1253957" y="496301"/>
                  </a:lnTo>
                  <a:cubicBezTo>
                    <a:pt x="1316838" y="496301"/>
                    <a:pt x="1363925" y="475380"/>
                    <a:pt x="1395216" y="433537"/>
                  </a:cubicBezTo>
                  <a:cubicBezTo>
                    <a:pt x="1418986" y="401628"/>
                    <a:pt x="1430872" y="364452"/>
                    <a:pt x="1430872" y="322009"/>
                  </a:cubicBezTo>
                  <a:cubicBezTo>
                    <a:pt x="1430872" y="279568"/>
                    <a:pt x="1418986" y="242542"/>
                    <a:pt x="1395216" y="210933"/>
                  </a:cubicBezTo>
                  <a:cubicBezTo>
                    <a:pt x="1363625" y="169091"/>
                    <a:pt x="1316538" y="148169"/>
                    <a:pt x="1253957" y="148169"/>
                  </a:cubicBezTo>
                  <a:close/>
                  <a:moveTo>
                    <a:pt x="3484816" y="136461"/>
                  </a:moveTo>
                  <a:lnTo>
                    <a:pt x="3484816" y="289583"/>
                  </a:lnTo>
                  <a:lnTo>
                    <a:pt x="3514647" y="289583"/>
                  </a:lnTo>
                  <a:cubicBezTo>
                    <a:pt x="3548395" y="289583"/>
                    <a:pt x="3572651" y="282550"/>
                    <a:pt x="3587415" y="268481"/>
                  </a:cubicBezTo>
                  <a:cubicBezTo>
                    <a:pt x="3603385" y="253209"/>
                    <a:pt x="3611369" y="234650"/>
                    <a:pt x="3611369" y="212797"/>
                  </a:cubicBezTo>
                  <a:cubicBezTo>
                    <a:pt x="3611369" y="190945"/>
                    <a:pt x="3603385" y="172534"/>
                    <a:pt x="3587415" y="157564"/>
                  </a:cubicBezTo>
                  <a:cubicBezTo>
                    <a:pt x="3572347" y="143495"/>
                    <a:pt x="3548091" y="136461"/>
                    <a:pt x="3514647" y="136461"/>
                  </a:cubicBezTo>
                  <a:close/>
                  <a:moveTo>
                    <a:pt x="3825741" y="14864"/>
                  </a:moveTo>
                  <a:lnTo>
                    <a:pt x="4016693" y="14864"/>
                  </a:lnTo>
                  <a:lnTo>
                    <a:pt x="4132887" y="182398"/>
                  </a:lnTo>
                  <a:lnTo>
                    <a:pt x="4244577" y="14864"/>
                  </a:lnTo>
                  <a:lnTo>
                    <a:pt x="4438231" y="14864"/>
                  </a:lnTo>
                  <a:lnTo>
                    <a:pt x="4208098" y="334171"/>
                  </a:lnTo>
                  <a:lnTo>
                    <a:pt x="4208098" y="629607"/>
                  </a:lnTo>
                  <a:lnTo>
                    <a:pt x="4048218" y="629607"/>
                  </a:lnTo>
                  <a:lnTo>
                    <a:pt x="4048218" y="334171"/>
                  </a:lnTo>
                  <a:close/>
                  <a:moveTo>
                    <a:pt x="3324939" y="14864"/>
                  </a:moveTo>
                  <a:lnTo>
                    <a:pt x="3573538" y="14864"/>
                  </a:lnTo>
                  <a:cubicBezTo>
                    <a:pt x="3646198" y="14864"/>
                    <a:pt x="3699939" y="36630"/>
                    <a:pt x="3734768" y="80165"/>
                  </a:cubicBezTo>
                  <a:cubicBezTo>
                    <a:pt x="3762990" y="115293"/>
                    <a:pt x="3777103" y="156577"/>
                    <a:pt x="3777103" y="204014"/>
                  </a:cubicBezTo>
                  <a:cubicBezTo>
                    <a:pt x="3777103" y="258358"/>
                    <a:pt x="3760890" y="301744"/>
                    <a:pt x="3728463" y="334171"/>
                  </a:cubicBezTo>
                  <a:cubicBezTo>
                    <a:pt x="3707747" y="354886"/>
                    <a:pt x="3679224" y="369298"/>
                    <a:pt x="3642893" y="377405"/>
                  </a:cubicBezTo>
                  <a:lnTo>
                    <a:pt x="3836099" y="629607"/>
                  </a:lnTo>
                  <a:lnTo>
                    <a:pt x="3637490" y="629607"/>
                  </a:lnTo>
                  <a:lnTo>
                    <a:pt x="3484816" y="393618"/>
                  </a:lnTo>
                  <a:lnTo>
                    <a:pt x="3484816" y="629607"/>
                  </a:lnTo>
                  <a:lnTo>
                    <a:pt x="3324939" y="629607"/>
                  </a:lnTo>
                  <a:close/>
                  <a:moveTo>
                    <a:pt x="2831294" y="14864"/>
                  </a:moveTo>
                  <a:lnTo>
                    <a:pt x="3253732" y="14864"/>
                  </a:lnTo>
                  <a:lnTo>
                    <a:pt x="3253732" y="148169"/>
                  </a:lnTo>
                  <a:lnTo>
                    <a:pt x="3121325" y="148169"/>
                  </a:lnTo>
                  <a:lnTo>
                    <a:pt x="3121325" y="629607"/>
                  </a:lnTo>
                  <a:lnTo>
                    <a:pt x="2961448" y="629607"/>
                  </a:lnTo>
                  <a:lnTo>
                    <a:pt x="2961448" y="148169"/>
                  </a:lnTo>
                  <a:lnTo>
                    <a:pt x="2831294" y="148169"/>
                  </a:lnTo>
                  <a:close/>
                  <a:moveTo>
                    <a:pt x="1698036" y="14864"/>
                  </a:moveTo>
                  <a:lnTo>
                    <a:pt x="1857913" y="14864"/>
                  </a:lnTo>
                  <a:lnTo>
                    <a:pt x="1857913" y="347379"/>
                  </a:lnTo>
                  <a:cubicBezTo>
                    <a:pt x="1857913" y="374071"/>
                    <a:pt x="1858364" y="394018"/>
                    <a:pt x="1859265" y="407220"/>
                  </a:cubicBezTo>
                  <a:cubicBezTo>
                    <a:pt x="1862267" y="448915"/>
                    <a:pt x="1881332" y="478011"/>
                    <a:pt x="1916460" y="494505"/>
                  </a:cubicBezTo>
                  <a:cubicBezTo>
                    <a:pt x="1930871" y="501406"/>
                    <a:pt x="1946784" y="504857"/>
                    <a:pt x="1964197" y="504857"/>
                  </a:cubicBezTo>
                  <a:cubicBezTo>
                    <a:pt x="2003230" y="504857"/>
                    <a:pt x="2032653" y="491207"/>
                    <a:pt x="2052468" y="463910"/>
                  </a:cubicBezTo>
                  <a:cubicBezTo>
                    <a:pt x="2067181" y="443812"/>
                    <a:pt x="2074537" y="404967"/>
                    <a:pt x="2074537" y="347379"/>
                  </a:cubicBezTo>
                  <a:lnTo>
                    <a:pt x="2074537" y="14864"/>
                  </a:lnTo>
                  <a:lnTo>
                    <a:pt x="2234415" y="14864"/>
                  </a:lnTo>
                  <a:lnTo>
                    <a:pt x="2234415" y="369298"/>
                  </a:lnTo>
                  <a:cubicBezTo>
                    <a:pt x="2234415" y="406228"/>
                    <a:pt x="2231413" y="437752"/>
                    <a:pt x="2225409" y="463874"/>
                  </a:cubicBezTo>
                  <a:cubicBezTo>
                    <a:pt x="2216101" y="504406"/>
                    <a:pt x="2193883" y="541337"/>
                    <a:pt x="2158754" y="574664"/>
                  </a:cubicBezTo>
                  <a:cubicBezTo>
                    <a:pt x="2108914" y="621801"/>
                    <a:pt x="2042261" y="645369"/>
                    <a:pt x="1958795" y="645369"/>
                  </a:cubicBezTo>
                  <a:cubicBezTo>
                    <a:pt x="1873826" y="645369"/>
                    <a:pt x="1807473" y="621350"/>
                    <a:pt x="1759734" y="573312"/>
                  </a:cubicBezTo>
                  <a:cubicBezTo>
                    <a:pt x="1734515" y="548091"/>
                    <a:pt x="1717250" y="516416"/>
                    <a:pt x="1707944" y="478286"/>
                  </a:cubicBezTo>
                  <a:cubicBezTo>
                    <a:pt x="1701338" y="451264"/>
                    <a:pt x="1698036" y="414934"/>
                    <a:pt x="1698036" y="369298"/>
                  </a:cubicBezTo>
                  <a:close/>
                  <a:moveTo>
                    <a:pt x="1057522" y="14864"/>
                  </a:moveTo>
                  <a:lnTo>
                    <a:pt x="1293511" y="14864"/>
                  </a:lnTo>
                  <a:cubicBezTo>
                    <a:pt x="1351157" y="14864"/>
                    <a:pt x="1404601" y="30924"/>
                    <a:pt x="1453840" y="63050"/>
                  </a:cubicBezTo>
                  <a:cubicBezTo>
                    <a:pt x="1502179" y="94276"/>
                    <a:pt x="1539258" y="136011"/>
                    <a:pt x="1565079" y="188252"/>
                  </a:cubicBezTo>
                  <a:cubicBezTo>
                    <a:pt x="1586097" y="231486"/>
                    <a:pt x="1596604" y="276072"/>
                    <a:pt x="1596604" y="322009"/>
                  </a:cubicBezTo>
                  <a:cubicBezTo>
                    <a:pt x="1596604" y="385961"/>
                    <a:pt x="1577313" y="445185"/>
                    <a:pt x="1538732" y="499678"/>
                  </a:cubicBezTo>
                  <a:cubicBezTo>
                    <a:pt x="1500153" y="554171"/>
                    <a:pt x="1450836" y="591926"/>
                    <a:pt x="1390789" y="612944"/>
                  </a:cubicBezTo>
                  <a:cubicBezTo>
                    <a:pt x="1358964" y="624052"/>
                    <a:pt x="1326538" y="629607"/>
                    <a:pt x="1293511" y="629607"/>
                  </a:cubicBezTo>
                  <a:lnTo>
                    <a:pt x="1057522" y="629607"/>
                  </a:lnTo>
                  <a:close/>
                  <a:moveTo>
                    <a:pt x="294637" y="13238"/>
                  </a:moveTo>
                  <a:lnTo>
                    <a:pt x="454515" y="13238"/>
                  </a:lnTo>
                  <a:lnTo>
                    <a:pt x="748600" y="389290"/>
                  </a:lnTo>
                  <a:lnTo>
                    <a:pt x="748600" y="13238"/>
                  </a:lnTo>
                  <a:lnTo>
                    <a:pt x="908479" y="13238"/>
                  </a:lnTo>
                  <a:lnTo>
                    <a:pt x="908479" y="627982"/>
                  </a:lnTo>
                  <a:lnTo>
                    <a:pt x="748600" y="627982"/>
                  </a:lnTo>
                  <a:lnTo>
                    <a:pt x="454515" y="251478"/>
                  </a:lnTo>
                  <a:lnTo>
                    <a:pt x="454515" y="627982"/>
                  </a:lnTo>
                  <a:lnTo>
                    <a:pt x="294637" y="627982"/>
                  </a:lnTo>
                  <a:close/>
                  <a:moveTo>
                    <a:pt x="0" y="13238"/>
                  </a:moveTo>
                  <a:lnTo>
                    <a:pt x="159879" y="13238"/>
                  </a:lnTo>
                  <a:lnTo>
                    <a:pt x="159879" y="627982"/>
                  </a:lnTo>
                  <a:lnTo>
                    <a:pt x="0" y="627982"/>
                  </a:lnTo>
                  <a:close/>
                  <a:moveTo>
                    <a:pt x="2570434" y="0"/>
                  </a:moveTo>
                  <a:cubicBezTo>
                    <a:pt x="2636788" y="0"/>
                    <a:pt x="2701790" y="16663"/>
                    <a:pt x="2765440" y="49991"/>
                  </a:cubicBezTo>
                  <a:lnTo>
                    <a:pt x="2701489" y="174291"/>
                  </a:lnTo>
                  <a:cubicBezTo>
                    <a:pt x="2666572" y="146968"/>
                    <a:pt x="2631352" y="133309"/>
                    <a:pt x="2595830" y="133309"/>
                  </a:cubicBezTo>
                  <a:cubicBezTo>
                    <a:pt x="2578675" y="133309"/>
                    <a:pt x="2563322" y="137678"/>
                    <a:pt x="2549773" y="146417"/>
                  </a:cubicBezTo>
                  <a:cubicBezTo>
                    <a:pt x="2534424" y="156363"/>
                    <a:pt x="2526751" y="169624"/>
                    <a:pt x="2526751" y="186197"/>
                  </a:cubicBezTo>
                  <a:cubicBezTo>
                    <a:pt x="2526751" y="202467"/>
                    <a:pt x="2536823" y="216477"/>
                    <a:pt x="2556973" y="228228"/>
                  </a:cubicBezTo>
                  <a:cubicBezTo>
                    <a:pt x="2565998" y="233657"/>
                    <a:pt x="2593069" y="242999"/>
                    <a:pt x="2638178" y="256255"/>
                  </a:cubicBezTo>
                  <a:cubicBezTo>
                    <a:pt x="2694723" y="272790"/>
                    <a:pt x="2735022" y="296237"/>
                    <a:pt x="2759080" y="326598"/>
                  </a:cubicBezTo>
                  <a:cubicBezTo>
                    <a:pt x="2779834" y="352448"/>
                    <a:pt x="2790212" y="385661"/>
                    <a:pt x="2790212" y="426239"/>
                  </a:cubicBezTo>
                  <a:cubicBezTo>
                    <a:pt x="2790212" y="530241"/>
                    <a:pt x="2744575" y="598023"/>
                    <a:pt x="2653300" y="629586"/>
                  </a:cubicBezTo>
                  <a:cubicBezTo>
                    <a:pt x="2621475" y="640709"/>
                    <a:pt x="2587247" y="646270"/>
                    <a:pt x="2550619" y="646270"/>
                  </a:cubicBezTo>
                  <a:cubicBezTo>
                    <a:pt x="2473756" y="646270"/>
                    <a:pt x="2402450" y="623003"/>
                    <a:pt x="2336697" y="576465"/>
                  </a:cubicBezTo>
                  <a:lnTo>
                    <a:pt x="2405151" y="447660"/>
                  </a:lnTo>
                  <a:cubicBezTo>
                    <a:pt x="2453288" y="491195"/>
                    <a:pt x="2500372" y="512964"/>
                    <a:pt x="2546403" y="512964"/>
                  </a:cubicBezTo>
                  <a:cubicBezTo>
                    <a:pt x="2567163" y="512964"/>
                    <a:pt x="2584764" y="508110"/>
                    <a:pt x="2599209" y="498404"/>
                  </a:cubicBezTo>
                  <a:cubicBezTo>
                    <a:pt x="2616055" y="487487"/>
                    <a:pt x="2624478" y="472021"/>
                    <a:pt x="2624478" y="452004"/>
                  </a:cubicBezTo>
                  <a:cubicBezTo>
                    <a:pt x="2624478" y="433804"/>
                    <a:pt x="2615154" y="418641"/>
                    <a:pt x="2596506" y="406508"/>
                  </a:cubicBezTo>
                  <a:cubicBezTo>
                    <a:pt x="2582672" y="397408"/>
                    <a:pt x="2559363" y="388157"/>
                    <a:pt x="2526580" y="378754"/>
                  </a:cubicBezTo>
                  <a:cubicBezTo>
                    <a:pt x="2486883" y="367060"/>
                    <a:pt x="2461921" y="358963"/>
                    <a:pt x="2451694" y="354465"/>
                  </a:cubicBezTo>
                  <a:cubicBezTo>
                    <a:pt x="2435452" y="347569"/>
                    <a:pt x="2421619" y="339470"/>
                    <a:pt x="2410191" y="330171"/>
                  </a:cubicBezTo>
                  <a:cubicBezTo>
                    <a:pt x="2377407" y="303183"/>
                    <a:pt x="2361016" y="262400"/>
                    <a:pt x="2361016" y="207821"/>
                  </a:cubicBezTo>
                  <a:cubicBezTo>
                    <a:pt x="2361016" y="150842"/>
                    <a:pt x="2377981" y="103609"/>
                    <a:pt x="2411907" y="66127"/>
                  </a:cubicBezTo>
                  <a:cubicBezTo>
                    <a:pt x="2451539" y="22042"/>
                    <a:pt x="2504382" y="0"/>
                    <a:pt x="25704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5400" dirty="0"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981185-B17A-411A-817A-411B329380BA}"/>
                </a:ext>
              </a:extLst>
            </p:cNvPr>
            <p:cNvSpPr/>
            <p:nvPr/>
          </p:nvSpPr>
          <p:spPr>
            <a:xfrm>
              <a:off x="3308523" y="4212614"/>
              <a:ext cx="554834" cy="553327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0EFFB30-A160-4211-8E55-E91CF2EEC5C1}"/>
              </a:ext>
            </a:extLst>
          </p:cNvPr>
          <p:cNvSpPr/>
          <p:nvPr/>
        </p:nvSpPr>
        <p:spPr>
          <a:xfrm>
            <a:off x="889399" y="-6081"/>
            <a:ext cx="274320" cy="596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53259C-53AF-4B92-A063-551B86BBFEAA}"/>
              </a:ext>
            </a:extLst>
          </p:cNvPr>
          <p:cNvSpPr/>
          <p:nvPr/>
        </p:nvSpPr>
        <p:spPr>
          <a:xfrm>
            <a:off x="804864" y="183646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24DE2F-EF95-4D1B-982B-694A7101623F}"/>
              </a:ext>
            </a:extLst>
          </p:cNvPr>
          <p:cNvGrpSpPr/>
          <p:nvPr/>
        </p:nvGrpSpPr>
        <p:grpSpPr>
          <a:xfrm>
            <a:off x="2" y="491130"/>
            <a:ext cx="2300512" cy="1658160"/>
            <a:chOff x="2" y="491130"/>
            <a:chExt cx="2300512" cy="165816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F1ACE8-C541-4C9F-BF36-E4A177C88D7C}"/>
                </a:ext>
              </a:extLst>
            </p:cNvPr>
            <p:cNvSpPr/>
            <p:nvPr/>
          </p:nvSpPr>
          <p:spPr>
            <a:xfrm>
              <a:off x="2" y="590550"/>
              <a:ext cx="160972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8AA0CE-12BB-4474-9226-04D727757709}"/>
                </a:ext>
              </a:extLst>
            </p:cNvPr>
            <p:cNvSpPr/>
            <p:nvPr/>
          </p:nvSpPr>
          <p:spPr>
            <a:xfrm>
              <a:off x="1935253" y="1162049"/>
              <a:ext cx="274320" cy="9872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Block Arc 29">
              <a:extLst>
                <a:ext uri="{FF2B5EF4-FFF2-40B4-BE49-F238E27FC236}">
                  <a16:creationId xmlns:a16="http://schemas.microsoft.com/office/drawing/2014/main" id="{36D23E0E-ACBE-41A0-8BBC-638DF0620A05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060AD60-4AA0-4914-8719-383BECD61096}"/>
                </a:ext>
              </a:extLst>
            </p:cNvPr>
            <p:cNvSpPr/>
            <p:nvPr/>
          </p:nvSpPr>
          <p:spPr>
            <a:xfrm>
              <a:off x="1843314" y="12480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9FD6AEC-A2F3-4D68-912B-FA75682DB3CC}"/>
                </a:ext>
              </a:extLst>
            </p:cNvPr>
            <p:cNvSpPr/>
            <p:nvPr/>
          </p:nvSpPr>
          <p:spPr>
            <a:xfrm>
              <a:off x="139290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0EF282-A0CC-490B-BCB6-E2ABE06A53EA}"/>
              </a:ext>
            </a:extLst>
          </p:cNvPr>
          <p:cNvGrpSpPr/>
          <p:nvPr/>
        </p:nvGrpSpPr>
        <p:grpSpPr>
          <a:xfrm flipH="1">
            <a:off x="9655505" y="4921717"/>
            <a:ext cx="2536495" cy="1319868"/>
            <a:chOff x="-83581" y="643530"/>
            <a:chExt cx="2536495" cy="131986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D4E2454-C9E2-4303-8EE3-2E1498D516F4}"/>
                </a:ext>
              </a:extLst>
            </p:cNvPr>
            <p:cNvSpPr/>
            <p:nvPr/>
          </p:nvSpPr>
          <p:spPr>
            <a:xfrm>
              <a:off x="-83581" y="742950"/>
              <a:ext cx="1845707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AA979D-898D-4CBD-93ED-73B82D9F5021}"/>
                </a:ext>
              </a:extLst>
            </p:cNvPr>
            <p:cNvSpPr/>
            <p:nvPr/>
          </p:nvSpPr>
          <p:spPr>
            <a:xfrm>
              <a:off x="2087653" y="1314450"/>
              <a:ext cx="274320" cy="6489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E679347E-6EB2-42D0-B802-471174ED5743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21DE897-9941-498E-8DD9-D52E1A90A696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8D6255-5F0E-4E26-82BD-AAAA2252A0CD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26564DD-3722-4C3B-B731-DB294D88A036}"/>
              </a:ext>
            </a:extLst>
          </p:cNvPr>
          <p:cNvGrpSpPr/>
          <p:nvPr/>
        </p:nvGrpSpPr>
        <p:grpSpPr>
          <a:xfrm rot="10800000">
            <a:off x="1992952" y="4741678"/>
            <a:ext cx="8494072" cy="1827926"/>
            <a:chOff x="-6041158" y="643530"/>
            <a:chExt cx="8494072" cy="182792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01C9E7-1211-404D-91CC-7E0FC2EEBA4A}"/>
                </a:ext>
              </a:extLst>
            </p:cNvPr>
            <p:cNvSpPr/>
            <p:nvPr/>
          </p:nvSpPr>
          <p:spPr>
            <a:xfrm>
              <a:off x="-6041158" y="742950"/>
              <a:ext cx="7803285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02B4BCE-D6D4-4F8C-B9D0-94DAA3C14F8F}"/>
                </a:ext>
              </a:extLst>
            </p:cNvPr>
            <p:cNvSpPr/>
            <p:nvPr/>
          </p:nvSpPr>
          <p:spPr>
            <a:xfrm>
              <a:off x="2087653" y="1314450"/>
              <a:ext cx="274320" cy="11570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Block Arc 50">
              <a:extLst>
                <a:ext uri="{FF2B5EF4-FFF2-40B4-BE49-F238E27FC236}">
                  <a16:creationId xmlns:a16="http://schemas.microsoft.com/office/drawing/2014/main" id="{B6388E78-95F8-4872-BBCF-22E5CA9974B8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17FFF0A-7C9D-4506-92CF-C2D742FD0FBE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6B5C83F-F678-4889-8CC0-2EA7FDA50FC8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53585F-6CF0-41A7-B203-E1433ACA49E4}"/>
              </a:ext>
            </a:extLst>
          </p:cNvPr>
          <p:cNvGrpSpPr/>
          <p:nvPr/>
        </p:nvGrpSpPr>
        <p:grpSpPr>
          <a:xfrm>
            <a:off x="9974895" y="6108175"/>
            <a:ext cx="1311887" cy="1319867"/>
            <a:chOff x="989126" y="491130"/>
            <a:chExt cx="1311887" cy="1319867"/>
          </a:xfrm>
        </p:grpSpPr>
        <p:sp>
          <p:nvSpPr>
            <p:cNvPr id="58" name="Block Arc 57">
              <a:extLst>
                <a:ext uri="{FF2B5EF4-FFF2-40B4-BE49-F238E27FC236}">
                  <a16:creationId xmlns:a16="http://schemas.microsoft.com/office/drawing/2014/main" id="{DC8F628B-D206-46BC-BC86-2A8CF00BB5F7}"/>
                </a:ext>
              </a:extLst>
            </p:cNvPr>
            <p:cNvSpPr/>
            <p:nvPr/>
          </p:nvSpPr>
          <p:spPr>
            <a:xfrm>
              <a:off x="989126" y="5905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C3F4A65E-289E-4484-97CB-7E1D72FE8232}"/>
                </a:ext>
              </a:extLst>
            </p:cNvPr>
            <p:cNvSpPr/>
            <p:nvPr/>
          </p:nvSpPr>
          <p:spPr>
            <a:xfrm>
              <a:off x="1843813" y="1070609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F7F8F0D-719F-4E8A-993A-7FADB3407717}"/>
                </a:ext>
              </a:extLst>
            </p:cNvPr>
            <p:cNvSpPr/>
            <p:nvPr/>
          </p:nvSpPr>
          <p:spPr>
            <a:xfrm>
              <a:off x="1411959" y="4911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E89CEC1-DC81-41AF-A969-ED5E962DA9E8}"/>
              </a:ext>
            </a:extLst>
          </p:cNvPr>
          <p:cNvSpPr txBox="1"/>
          <p:nvPr/>
        </p:nvSpPr>
        <p:spPr>
          <a:xfrm>
            <a:off x="5417886" y="366526"/>
            <a:ext cx="48036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5.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Perancangan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perancangan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sistem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didasari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pada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keterkaitan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antara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sedang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dijalankan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modul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submodul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terdapat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di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Odoo.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Sehingga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dihasilkan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usulan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diintegrasikan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modul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dan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submodul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</a:t>
            </a: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terdapat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di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dalam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Odoo.</a:t>
            </a: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6.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Implementasi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Pada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tahapan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akan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dilakukan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implementasi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proses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bisnis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diusulkan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dengan</a:t>
            </a:r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konfigurasi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modul-modul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diperlukan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3F2DEB-2A68-4124-9779-9F76084F904D}"/>
              </a:ext>
            </a:extLst>
          </p:cNvPr>
          <p:cNvSpPr txBox="1"/>
          <p:nvPr/>
        </p:nvSpPr>
        <p:spPr>
          <a:xfrm>
            <a:off x="2168494" y="948330"/>
            <a:ext cx="306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METODE</a:t>
            </a:r>
          </a:p>
          <a:p>
            <a:pPr algn="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PENELITIAN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40BA5B-2F93-4AB5-9411-959D009F0329}"/>
              </a:ext>
            </a:extLst>
          </p:cNvPr>
          <p:cNvGrpSpPr/>
          <p:nvPr/>
        </p:nvGrpSpPr>
        <p:grpSpPr>
          <a:xfrm rot="16200000" flipH="1">
            <a:off x="9646767" y="722578"/>
            <a:ext cx="3273891" cy="1816575"/>
            <a:chOff x="-820977" y="643530"/>
            <a:chExt cx="3273891" cy="181657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5C7899-A839-4A96-B212-4CDF34DE411E}"/>
                </a:ext>
              </a:extLst>
            </p:cNvPr>
            <p:cNvSpPr/>
            <p:nvPr/>
          </p:nvSpPr>
          <p:spPr>
            <a:xfrm>
              <a:off x="-820977" y="742951"/>
              <a:ext cx="2583104" cy="2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5E65A1-B9A9-4E9C-8A5D-7AC8C158EEBE}"/>
                </a:ext>
              </a:extLst>
            </p:cNvPr>
            <p:cNvSpPr/>
            <p:nvPr/>
          </p:nvSpPr>
          <p:spPr>
            <a:xfrm>
              <a:off x="2087653" y="1314450"/>
              <a:ext cx="274320" cy="11456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Block Arc 56">
              <a:extLst>
                <a:ext uri="{FF2B5EF4-FFF2-40B4-BE49-F238E27FC236}">
                  <a16:creationId xmlns:a16="http://schemas.microsoft.com/office/drawing/2014/main" id="{37A21BCC-CB69-4EC7-ADD9-352EB018ABEA}"/>
                </a:ext>
              </a:extLst>
            </p:cNvPr>
            <p:cNvSpPr/>
            <p:nvPr/>
          </p:nvSpPr>
          <p:spPr>
            <a:xfrm>
              <a:off x="1141526" y="742950"/>
              <a:ext cx="1220447" cy="1220447"/>
            </a:xfrm>
            <a:prstGeom prst="blockArc">
              <a:avLst>
                <a:gd name="adj1" fmla="val 16189038"/>
                <a:gd name="adj2" fmla="val 21501902"/>
                <a:gd name="adj3" fmla="val 226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FBE240E-1F3A-4600-BA16-C5A37AA8AD70}"/>
                </a:ext>
              </a:extLst>
            </p:cNvPr>
            <p:cNvSpPr/>
            <p:nvPr/>
          </p:nvSpPr>
          <p:spPr>
            <a:xfrm>
              <a:off x="1995714" y="1400482"/>
              <a:ext cx="45720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787523B-703C-44BD-87D0-846766EBFA8A}"/>
                </a:ext>
              </a:extLst>
            </p:cNvPr>
            <p:cNvSpPr/>
            <p:nvPr/>
          </p:nvSpPr>
          <p:spPr>
            <a:xfrm>
              <a:off x="1545309" y="643530"/>
              <a:ext cx="182880" cy="457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Isosceles Triangle 13">
            <a:extLst>
              <a:ext uri="{FF2B5EF4-FFF2-40B4-BE49-F238E27FC236}">
                <a16:creationId xmlns:a16="http://schemas.microsoft.com/office/drawing/2014/main" id="{CE1A8B1E-93D6-1663-4D82-2271B9F4C824}"/>
              </a:ext>
            </a:extLst>
          </p:cNvPr>
          <p:cNvSpPr/>
          <p:nvPr/>
        </p:nvSpPr>
        <p:spPr>
          <a:xfrm rot="7925647">
            <a:off x="5177571" y="415155"/>
            <a:ext cx="152006" cy="370725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01255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HASIL DAN PEMBAHASAN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275952"/>
            <a:ext cx="725837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000" dirty="0" err="1">
                <a:solidFill>
                  <a:schemeClr val="accent2"/>
                </a:solidFill>
                <a:cs typeface="Arial" pitchFamily="34" charset="0"/>
              </a:rPr>
              <a:t>Identifikasi</a:t>
            </a:r>
            <a:r>
              <a:rPr lang="en-US" altLang="ko-KR" sz="40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4000" dirty="0" err="1">
                <a:solidFill>
                  <a:schemeClr val="accent2"/>
                </a:solidFill>
                <a:cs typeface="Arial" pitchFamily="34" charset="0"/>
              </a:rPr>
              <a:t>Kebutuhan</a:t>
            </a:r>
            <a:r>
              <a:rPr lang="en-US" altLang="ko-KR" sz="4000" dirty="0">
                <a:solidFill>
                  <a:schemeClr val="accent2"/>
                </a:solidFill>
                <a:cs typeface="Arial" pitchFamily="34" charset="0"/>
              </a:rPr>
              <a:t> </a:t>
            </a:r>
            <a:endParaRPr lang="ko-KR" altLang="en-US" sz="40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2091561"/>
            <a:ext cx="6165289" cy="412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600" b="1" u="sng" dirty="0" err="1"/>
              <a:t>Kelemahan</a:t>
            </a:r>
            <a:endParaRPr lang="en-GB" sz="1600" b="1" u="sng" dirty="0"/>
          </a:p>
          <a:p>
            <a:pPr algn="just">
              <a:lnSpc>
                <a:spcPct val="150000"/>
              </a:lnSpc>
            </a:pPr>
            <a:r>
              <a:rPr lang="en-GB" sz="1200" dirty="0"/>
              <a:t>PT XYZ </a:t>
            </a:r>
            <a:r>
              <a:rPr lang="en-GB" sz="1200" dirty="0" err="1"/>
              <a:t>mengalami</a:t>
            </a:r>
            <a:r>
              <a:rPr lang="en-GB" sz="1200" dirty="0"/>
              <a:t> </a:t>
            </a:r>
            <a:r>
              <a:rPr lang="en-GB" sz="1200" dirty="0" err="1"/>
              <a:t>kendala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yang </a:t>
            </a:r>
            <a:r>
              <a:rPr lang="en-GB" sz="1200" dirty="0" err="1"/>
              <a:t>masih</a:t>
            </a:r>
            <a:r>
              <a:rPr lang="en-GB" sz="1200" dirty="0"/>
              <a:t> </a:t>
            </a:r>
            <a:r>
              <a:rPr lang="en-GB" sz="1200" dirty="0" err="1"/>
              <a:t>terjadi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secara</a:t>
            </a:r>
            <a:r>
              <a:rPr lang="en-GB" sz="1200" dirty="0"/>
              <a:t> manual, </a:t>
            </a:r>
            <a:r>
              <a:rPr lang="en-GB" sz="1200" dirty="0" err="1"/>
              <a:t>terutama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masuk</a:t>
            </a:r>
            <a:r>
              <a:rPr lang="en-GB" sz="1200" dirty="0"/>
              <a:t> dan </a:t>
            </a:r>
            <a:r>
              <a:rPr lang="en-GB" sz="1200" dirty="0" err="1"/>
              <a:t>keluar</a:t>
            </a:r>
            <a:r>
              <a:rPr lang="en-GB" sz="1200" dirty="0"/>
              <a:t> </a:t>
            </a:r>
            <a:r>
              <a:rPr lang="en-GB" sz="1200" dirty="0" err="1"/>
              <a:t>dari</a:t>
            </a:r>
            <a:r>
              <a:rPr lang="en-GB" sz="1200" dirty="0"/>
              <a:t> </a:t>
            </a:r>
            <a:r>
              <a:rPr lang="en-GB" sz="1200" dirty="0" err="1"/>
              <a:t>gudang</a:t>
            </a:r>
            <a:r>
              <a:rPr lang="en-GB" sz="1200" dirty="0"/>
              <a:t>. </a:t>
            </a:r>
            <a:r>
              <a:rPr lang="en-GB" sz="1200" dirty="0" err="1"/>
              <a:t>Metode</a:t>
            </a:r>
            <a:r>
              <a:rPr lang="en-GB" sz="1200" dirty="0"/>
              <a:t> manual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penggunaan</a:t>
            </a:r>
            <a:r>
              <a:rPr lang="en-GB" sz="1200" dirty="0"/>
              <a:t> Microsoft Excel </a:t>
            </a:r>
            <a:r>
              <a:rPr lang="en-GB" sz="1200" dirty="0" err="1"/>
              <a:t>menyebabkan</a:t>
            </a:r>
            <a:r>
              <a:rPr lang="en-GB" sz="1200" dirty="0"/>
              <a:t> </a:t>
            </a:r>
            <a:r>
              <a:rPr lang="en-GB" sz="1200" dirty="0" err="1"/>
              <a:t>banyaknya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dan </a:t>
            </a:r>
            <a:r>
              <a:rPr lang="en-GB" sz="1200" dirty="0" err="1"/>
              <a:t>keterlambatan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pembuatan</a:t>
            </a:r>
            <a:r>
              <a:rPr lang="en-GB" sz="1200" dirty="0"/>
              <a:t> </a:t>
            </a:r>
            <a:r>
              <a:rPr lang="en-GB" sz="1200" dirty="0" err="1"/>
              <a:t>laporan</a:t>
            </a:r>
            <a:r>
              <a:rPr lang="en-GB" sz="1200" dirty="0"/>
              <a:t> </a:t>
            </a:r>
            <a:r>
              <a:rPr lang="en-GB" sz="1200" dirty="0" err="1"/>
              <a:t>keuangan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akibat</a:t>
            </a:r>
            <a:r>
              <a:rPr lang="en-GB" sz="1200" dirty="0"/>
              <a:t> </a:t>
            </a:r>
            <a:r>
              <a:rPr lang="en-GB" sz="1200" dirty="0" err="1"/>
              <a:t>penumpukan</a:t>
            </a:r>
            <a:r>
              <a:rPr lang="en-GB" sz="1200" dirty="0"/>
              <a:t> data </a:t>
            </a:r>
            <a:r>
              <a:rPr lang="en-GB" sz="1200" dirty="0" err="1"/>
              <a:t>transaksi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.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600" b="1" u="sng" dirty="0" err="1"/>
              <a:t>Kebutuhan</a:t>
            </a:r>
            <a:endParaRPr lang="en-GB" sz="1600" b="1" u="sng" dirty="0"/>
          </a:p>
          <a:p>
            <a:pPr algn="just">
              <a:lnSpc>
                <a:spcPct val="150000"/>
              </a:lnSpc>
            </a:pPr>
            <a:r>
              <a:rPr lang="en-GB" sz="1200" dirty="0"/>
              <a:t>Perusahaan </a:t>
            </a:r>
            <a:r>
              <a:rPr lang="en-GB" sz="1200" dirty="0" err="1"/>
              <a:t>membutuhkan</a:t>
            </a:r>
            <a:r>
              <a:rPr lang="en-GB" sz="1200" dirty="0"/>
              <a:t> </a:t>
            </a:r>
            <a:r>
              <a:rPr lang="en-GB" sz="1200" dirty="0" err="1"/>
              <a:t>solusi</a:t>
            </a:r>
            <a:r>
              <a:rPr lang="en-GB" sz="1200" dirty="0"/>
              <a:t> yang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pengelolaan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efisien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terhadap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, </a:t>
            </a:r>
            <a:r>
              <a:rPr lang="en-GB" sz="1200" dirty="0" err="1"/>
              <a:t>menghilangkan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mempercepat</a:t>
            </a:r>
            <a:r>
              <a:rPr lang="en-GB" sz="1200" dirty="0"/>
              <a:t> proses </a:t>
            </a:r>
            <a:r>
              <a:rPr lang="en-GB" sz="1200" dirty="0" err="1"/>
              <a:t>pembuatan</a:t>
            </a:r>
            <a:r>
              <a:rPr lang="en-GB" sz="1200" dirty="0"/>
              <a:t> </a:t>
            </a:r>
            <a:r>
              <a:rPr lang="en-GB" sz="1200" dirty="0" err="1"/>
              <a:t>laporan</a:t>
            </a:r>
            <a:r>
              <a:rPr lang="en-GB" sz="1200" dirty="0"/>
              <a:t> </a:t>
            </a:r>
            <a:r>
              <a:rPr lang="en-GB" sz="1200" dirty="0" err="1"/>
              <a:t>keuangan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. </a:t>
            </a:r>
            <a:r>
              <a:rPr lang="en-GB" sz="1200" dirty="0" err="1"/>
              <a:t>Diperlukan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</a:t>
            </a:r>
            <a:r>
              <a:rPr lang="en-GB" sz="1200" dirty="0" err="1"/>
              <a:t>baru</a:t>
            </a:r>
            <a:r>
              <a:rPr lang="en-GB" sz="1200" dirty="0"/>
              <a:t> yang </a:t>
            </a:r>
            <a:r>
              <a:rPr lang="en-GB" sz="1200" dirty="0" err="1"/>
              <a:t>dapat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menyederhanakan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inventarisasi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, </a:t>
            </a:r>
            <a:r>
              <a:rPr lang="en-GB" sz="1200" dirty="0" err="1"/>
              <a:t>mengurangi</a:t>
            </a:r>
            <a:r>
              <a:rPr lang="en-GB" sz="1200" dirty="0"/>
              <a:t> </a:t>
            </a:r>
            <a:r>
              <a:rPr lang="en-GB" sz="1200" dirty="0" err="1"/>
              <a:t>keterlambatan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pelaporan</a:t>
            </a:r>
            <a:r>
              <a:rPr lang="en-GB" sz="1200" dirty="0"/>
              <a:t>, dan </a:t>
            </a:r>
            <a:r>
              <a:rPr lang="en-GB" sz="1200" dirty="0" err="1"/>
              <a:t>mengintegrasikan</a:t>
            </a:r>
            <a:r>
              <a:rPr lang="en-GB" sz="1200" dirty="0"/>
              <a:t> proses </a:t>
            </a:r>
            <a:r>
              <a:rPr lang="en-GB" sz="1200" dirty="0" err="1"/>
              <a:t>gudang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</a:t>
            </a:r>
            <a:r>
              <a:rPr lang="en-GB" sz="1200" dirty="0" err="1"/>
              <a:t>efisien</a:t>
            </a:r>
            <a:r>
              <a:rPr lang="en-GB" sz="1200" dirty="0"/>
              <a:t>.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29187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HASIL DAN PEMBAHASAN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275952"/>
            <a:ext cx="725837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000" dirty="0" err="1">
                <a:solidFill>
                  <a:schemeClr val="accent2"/>
                </a:solidFill>
                <a:cs typeface="Arial" pitchFamily="34" charset="0"/>
              </a:rPr>
              <a:t>Identifikasi</a:t>
            </a:r>
            <a:r>
              <a:rPr lang="en-US" altLang="ko-KR" sz="40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4000" dirty="0" err="1">
                <a:solidFill>
                  <a:schemeClr val="accent2"/>
                </a:solidFill>
                <a:cs typeface="Arial" pitchFamily="34" charset="0"/>
              </a:rPr>
              <a:t>Kebutuhan</a:t>
            </a:r>
            <a:r>
              <a:rPr lang="en-US" altLang="ko-KR" sz="4000" dirty="0">
                <a:solidFill>
                  <a:schemeClr val="accent2"/>
                </a:solidFill>
                <a:cs typeface="Arial" pitchFamily="34" charset="0"/>
              </a:rPr>
              <a:t> </a:t>
            </a:r>
            <a:endParaRPr lang="ko-KR" altLang="en-US" sz="40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2091561"/>
            <a:ext cx="6165289" cy="2089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600" b="1" dirty="0"/>
              <a:t>Solusi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Modul Inventory Odoo </a:t>
            </a:r>
            <a:r>
              <a:rPr lang="en-GB" sz="1200" dirty="0" err="1"/>
              <a:t>menjadi</a:t>
            </a:r>
            <a:r>
              <a:rPr lang="en-GB" sz="1200" dirty="0"/>
              <a:t> </a:t>
            </a:r>
            <a:r>
              <a:rPr lang="en-GB" sz="1200" dirty="0" err="1"/>
              <a:t>solusi</a:t>
            </a:r>
            <a:r>
              <a:rPr lang="en-GB" sz="1200" dirty="0"/>
              <a:t> </a:t>
            </a:r>
            <a:r>
              <a:rPr lang="en-GB" sz="1200" dirty="0" err="1"/>
              <a:t>potensial</a:t>
            </a:r>
            <a:r>
              <a:rPr lang="en-GB" sz="1200" dirty="0"/>
              <a:t> </a:t>
            </a:r>
            <a:r>
              <a:rPr lang="en-GB" sz="1200" dirty="0" err="1"/>
              <a:t>bagi</a:t>
            </a:r>
            <a:r>
              <a:rPr lang="en-GB" sz="1200" dirty="0"/>
              <a:t> PT XYZ. </a:t>
            </a:r>
            <a:r>
              <a:rPr lang="en-GB" sz="1200" dirty="0" err="1"/>
              <a:t>Sistem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mengatasi</a:t>
            </a:r>
            <a:r>
              <a:rPr lang="en-GB" sz="1200" dirty="0"/>
              <a:t> </a:t>
            </a:r>
            <a:r>
              <a:rPr lang="en-GB" sz="1200" dirty="0" err="1"/>
              <a:t>kendala</a:t>
            </a:r>
            <a:r>
              <a:rPr lang="en-GB" sz="1200" dirty="0"/>
              <a:t> </a:t>
            </a:r>
            <a:r>
              <a:rPr lang="en-GB" sz="1200" dirty="0" err="1"/>
              <a:t>operasional</a:t>
            </a:r>
            <a:r>
              <a:rPr lang="en-GB" sz="1200" dirty="0"/>
              <a:t> </a:t>
            </a:r>
            <a:r>
              <a:rPr lang="en-GB" sz="1200" dirty="0" err="1"/>
              <a:t>gudang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efisiensi</a:t>
            </a:r>
            <a:r>
              <a:rPr lang="en-GB" sz="1200" dirty="0"/>
              <a:t>, </a:t>
            </a:r>
            <a:r>
              <a:rPr lang="en-GB" sz="1200" dirty="0" err="1"/>
              <a:t>mengkoordinasikan</a:t>
            </a:r>
            <a:r>
              <a:rPr lang="en-GB" sz="1200" dirty="0"/>
              <a:t> proses </a:t>
            </a:r>
            <a:r>
              <a:rPr lang="en-GB" sz="1200" dirty="0" err="1"/>
              <a:t>dari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pemasok</a:t>
            </a:r>
            <a:r>
              <a:rPr lang="en-GB" sz="1200" dirty="0"/>
              <a:t> </a:t>
            </a:r>
            <a:r>
              <a:rPr lang="en-GB" sz="1200" dirty="0" err="1"/>
              <a:t>hingga</a:t>
            </a:r>
            <a:r>
              <a:rPr lang="en-GB" sz="1200" dirty="0"/>
              <a:t> </a:t>
            </a:r>
            <a:r>
              <a:rPr lang="en-GB" sz="1200" dirty="0" err="1"/>
              <a:t>pelanggan</a:t>
            </a:r>
            <a:r>
              <a:rPr lang="en-GB" sz="1200" dirty="0"/>
              <a:t>. Modul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tidak</a:t>
            </a:r>
            <a:r>
              <a:rPr lang="en-GB" sz="1200" dirty="0"/>
              <a:t> </a:t>
            </a:r>
            <a:r>
              <a:rPr lang="en-GB" sz="1200" dirty="0" err="1"/>
              <a:t>hanya</a:t>
            </a:r>
            <a:r>
              <a:rPr lang="en-GB" sz="1200" dirty="0"/>
              <a:t> </a:t>
            </a:r>
            <a:r>
              <a:rPr lang="en-GB" sz="1200" dirty="0" err="1"/>
              <a:t>mengatur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, </a:t>
            </a:r>
            <a:r>
              <a:rPr lang="en-GB" sz="1200" dirty="0" err="1"/>
              <a:t>tetapi</a:t>
            </a:r>
            <a:r>
              <a:rPr lang="en-GB" sz="1200" dirty="0"/>
              <a:t> juga </a:t>
            </a:r>
            <a:r>
              <a:rPr lang="en-GB" sz="1200" dirty="0" err="1"/>
              <a:t>mendukung</a:t>
            </a:r>
            <a:r>
              <a:rPr lang="en-GB" sz="1200" dirty="0"/>
              <a:t> </a:t>
            </a:r>
            <a:r>
              <a:rPr lang="en-GB" sz="1200" dirty="0" err="1"/>
              <a:t>aktivitas</a:t>
            </a:r>
            <a:r>
              <a:rPr lang="en-GB" sz="1200" dirty="0"/>
              <a:t> </a:t>
            </a:r>
            <a:r>
              <a:rPr lang="en-GB" sz="1200" dirty="0" err="1"/>
              <a:t>penjualan</a:t>
            </a:r>
            <a:r>
              <a:rPr lang="en-GB" sz="1200" dirty="0"/>
              <a:t>, </a:t>
            </a:r>
            <a:r>
              <a:rPr lang="en-GB" sz="1200" dirty="0" err="1"/>
              <a:t>pembelian</a:t>
            </a:r>
            <a:r>
              <a:rPr lang="en-GB" sz="1200" dirty="0"/>
              <a:t>, </a:t>
            </a:r>
            <a:r>
              <a:rPr lang="en-GB" sz="1200" dirty="0" err="1"/>
              <a:t>meramalkan</a:t>
            </a:r>
            <a:r>
              <a:rPr lang="en-GB" sz="1200" dirty="0"/>
              <a:t> </a:t>
            </a:r>
            <a:r>
              <a:rPr lang="en-GB" sz="1200" dirty="0" err="1"/>
              <a:t>produksi</a:t>
            </a:r>
            <a:r>
              <a:rPr lang="en-GB" sz="1200" dirty="0"/>
              <a:t>, dan </a:t>
            </a:r>
            <a:r>
              <a:rPr lang="en-GB" sz="1200" dirty="0" err="1"/>
              <a:t>perencanaan</a:t>
            </a:r>
            <a:r>
              <a:rPr lang="en-GB" sz="1200" dirty="0"/>
              <a:t> </a:t>
            </a:r>
            <a:r>
              <a:rPr lang="en-GB" sz="1200" dirty="0" err="1"/>
              <a:t>kebutuhan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di masa </a:t>
            </a:r>
            <a:r>
              <a:rPr lang="en-GB" sz="1200" dirty="0" err="1"/>
              <a:t>mendatang</a:t>
            </a:r>
            <a:r>
              <a:rPr lang="en-GB" sz="1200" dirty="0"/>
              <a:t>.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akan</a:t>
            </a:r>
            <a:r>
              <a:rPr lang="en-GB" sz="1200" dirty="0"/>
              <a:t>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fondasi</a:t>
            </a:r>
            <a:r>
              <a:rPr lang="en-GB" sz="1200" dirty="0"/>
              <a:t> yang solid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terintegrasi</a:t>
            </a:r>
            <a:r>
              <a:rPr lang="en-GB" sz="1200" dirty="0"/>
              <a:t> dan </a:t>
            </a:r>
            <a:r>
              <a:rPr lang="en-GB" sz="1200" dirty="0" err="1"/>
              <a:t>efisien</a:t>
            </a:r>
            <a:r>
              <a:rPr lang="en-GB" sz="1200" dirty="0"/>
              <a:t>. 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570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DESAIN DAN ANALISIS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091285"/>
            <a:ext cx="6915471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nn-NO" altLang="ko-KR" sz="3200" dirty="0">
                <a:solidFill>
                  <a:schemeClr val="accent2"/>
                </a:solidFill>
                <a:cs typeface="Arial" pitchFamily="34" charset="0"/>
              </a:rPr>
              <a:t>Pelaksanaan Stock Opname dengan Menggunakan Modul Inventory Odoo</a:t>
            </a:r>
            <a:endParaRPr lang="ko-KR" altLang="en-US" sz="32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2196031"/>
            <a:ext cx="10979471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200" dirty="0" err="1"/>
              <a:t>Pelaksanaan</a:t>
            </a:r>
            <a:r>
              <a:rPr lang="en-GB" sz="1200" dirty="0"/>
              <a:t> stock </a:t>
            </a:r>
            <a:r>
              <a:rPr lang="en-GB" sz="1200" dirty="0" err="1"/>
              <a:t>opname</a:t>
            </a:r>
            <a:r>
              <a:rPr lang="en-GB" sz="1200" dirty="0"/>
              <a:t> di PT XYZ </a:t>
            </a:r>
            <a:r>
              <a:rPr lang="en-GB" sz="1200" dirty="0" err="1"/>
              <a:t>merupakan</a:t>
            </a:r>
            <a:r>
              <a:rPr lang="en-GB" sz="1200" dirty="0"/>
              <a:t> proses yang </a:t>
            </a:r>
            <a:r>
              <a:rPr lang="en-GB" sz="1200" dirty="0" err="1"/>
              <a:t>penting</a:t>
            </a:r>
            <a:r>
              <a:rPr lang="en-GB" sz="1200" dirty="0"/>
              <a:t>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memverifikasi</a:t>
            </a:r>
            <a:r>
              <a:rPr lang="en-GB" sz="1200" dirty="0"/>
              <a:t> </a:t>
            </a:r>
            <a:r>
              <a:rPr lang="en-GB" sz="1200" dirty="0" err="1"/>
              <a:t>konsistensi</a:t>
            </a:r>
            <a:r>
              <a:rPr lang="en-GB" sz="1200" dirty="0"/>
              <a:t> </a:t>
            </a:r>
            <a:r>
              <a:rPr lang="en-GB" sz="1200" dirty="0" err="1"/>
              <a:t>antara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fisik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di </a:t>
            </a:r>
            <a:r>
              <a:rPr lang="en-GB" sz="1200" dirty="0" err="1"/>
              <a:t>gudang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catatan</a:t>
            </a:r>
            <a:r>
              <a:rPr lang="en-GB" sz="1200" dirty="0"/>
              <a:t> yang </a:t>
            </a:r>
            <a:r>
              <a:rPr lang="en-GB" sz="1200" dirty="0" err="1"/>
              <a:t>terdokumentasi</a:t>
            </a:r>
            <a:r>
              <a:rPr lang="en-GB" sz="1200" dirty="0"/>
              <a:t> di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, </a:t>
            </a:r>
            <a:r>
              <a:rPr lang="en-GB" sz="1200" dirty="0" err="1"/>
              <a:t>yakni</a:t>
            </a:r>
            <a:r>
              <a:rPr lang="en-GB" sz="1200" dirty="0"/>
              <a:t> Odoo.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konteks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, Odoo </a:t>
            </a:r>
            <a:r>
              <a:rPr lang="en-GB" sz="1200" dirty="0" err="1"/>
              <a:t>menyediakan</a:t>
            </a:r>
            <a:r>
              <a:rPr lang="en-GB" sz="1200" dirty="0"/>
              <a:t> </a:t>
            </a:r>
            <a:r>
              <a:rPr lang="en-GB" sz="1200" dirty="0" err="1"/>
              <a:t>fitur</a:t>
            </a:r>
            <a:r>
              <a:rPr lang="en-GB" sz="1200" dirty="0"/>
              <a:t> inventory valuation yang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evaluasi</a:t>
            </a:r>
            <a:r>
              <a:rPr lang="en-GB" sz="1200" dirty="0"/>
              <a:t> </a:t>
            </a:r>
            <a:r>
              <a:rPr lang="en-GB" sz="1200" dirty="0" err="1"/>
              <a:t>nilai</a:t>
            </a:r>
            <a:r>
              <a:rPr lang="en-GB" sz="1200" dirty="0"/>
              <a:t> </a:t>
            </a:r>
            <a:r>
              <a:rPr lang="en-GB" sz="1200" dirty="0" err="1"/>
              <a:t>aset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yang </a:t>
            </a:r>
            <a:r>
              <a:rPr lang="en-GB" sz="1200" dirty="0" err="1"/>
              <a:t>tersimpan</a:t>
            </a:r>
            <a:r>
              <a:rPr lang="en-GB" sz="1200" dirty="0"/>
              <a:t> di </a:t>
            </a:r>
            <a:r>
              <a:rPr lang="en-GB" sz="1200" dirty="0" err="1"/>
              <a:t>gudang</a:t>
            </a:r>
            <a:r>
              <a:rPr lang="en-GB" sz="1200" dirty="0"/>
              <a:t>. Fitur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mencakup</a:t>
            </a:r>
            <a:r>
              <a:rPr lang="en-GB" sz="1200" dirty="0"/>
              <a:t>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rinci</a:t>
            </a:r>
            <a:r>
              <a:rPr lang="en-GB" sz="1200" dirty="0"/>
              <a:t> </a:t>
            </a:r>
            <a:r>
              <a:rPr lang="en-GB" sz="1200" dirty="0" err="1"/>
              <a:t>mengenai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, </a:t>
            </a:r>
            <a:r>
              <a:rPr lang="en-GB" sz="1200" dirty="0" err="1"/>
              <a:t>seperti</a:t>
            </a:r>
            <a:r>
              <a:rPr lang="en-GB" sz="1200" dirty="0"/>
              <a:t> </a:t>
            </a:r>
            <a:r>
              <a:rPr lang="en-GB" sz="1200" dirty="0" err="1"/>
              <a:t>jumlah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, Unit of Measure (UoM), </a:t>
            </a:r>
            <a:r>
              <a:rPr lang="en-GB" sz="1200" dirty="0" err="1"/>
              <a:t>lokasi</a:t>
            </a:r>
            <a:r>
              <a:rPr lang="en-GB" sz="1200" dirty="0"/>
              <a:t> </a:t>
            </a:r>
            <a:r>
              <a:rPr lang="en-GB" sz="1200" dirty="0" err="1"/>
              <a:t>penyimpanan</a:t>
            </a:r>
            <a:r>
              <a:rPr lang="en-GB" sz="1200" dirty="0"/>
              <a:t> di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gudang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nilai</a:t>
            </a:r>
            <a:r>
              <a:rPr lang="en-GB" sz="1200" dirty="0"/>
              <a:t> </a:t>
            </a:r>
            <a:r>
              <a:rPr lang="en-GB" sz="1200" dirty="0" err="1"/>
              <a:t>aktual</a:t>
            </a:r>
            <a:r>
              <a:rPr lang="en-GB" sz="1200" dirty="0"/>
              <a:t> </a:t>
            </a:r>
            <a:r>
              <a:rPr lang="en-GB" sz="1200" dirty="0" err="1"/>
              <a:t>dari</a:t>
            </a:r>
            <a:r>
              <a:rPr lang="en-GB" sz="1200" dirty="0"/>
              <a:t> </a:t>
            </a:r>
            <a:r>
              <a:rPr lang="en-GB" sz="1200" dirty="0" err="1"/>
              <a:t>aset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yang </a:t>
            </a:r>
            <a:r>
              <a:rPr lang="en-GB" sz="1200" dirty="0" err="1"/>
              <a:t>menjadi</a:t>
            </a:r>
            <a:r>
              <a:rPr lang="en-GB" sz="1200" dirty="0"/>
              <a:t> </a:t>
            </a:r>
            <a:r>
              <a:rPr lang="en-GB" sz="1200" dirty="0" err="1"/>
              <a:t>acuan</a:t>
            </a:r>
            <a:r>
              <a:rPr lang="en-GB" sz="1200" dirty="0"/>
              <a:t> </a:t>
            </a:r>
            <a:r>
              <a:rPr lang="en-GB" sz="1200" dirty="0" err="1"/>
              <a:t>penting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proses stock </a:t>
            </a:r>
            <a:r>
              <a:rPr lang="en-GB" sz="1200" dirty="0" err="1"/>
              <a:t>opname</a:t>
            </a:r>
            <a:r>
              <a:rPr lang="en-GB" sz="1200" dirty="0"/>
              <a:t>.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demikian</a:t>
            </a:r>
            <a:r>
              <a:rPr lang="en-GB" sz="1200" dirty="0"/>
              <a:t>, Odoo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gambaran</a:t>
            </a:r>
            <a:r>
              <a:rPr lang="en-GB" sz="1200" dirty="0"/>
              <a:t> </a:t>
            </a:r>
            <a:r>
              <a:rPr lang="en-GB" sz="1200" dirty="0" err="1"/>
              <a:t>menyeluruh</a:t>
            </a:r>
            <a:r>
              <a:rPr lang="en-GB" sz="1200" dirty="0"/>
              <a:t> </a:t>
            </a:r>
            <a:r>
              <a:rPr lang="en-GB" sz="1200" dirty="0" err="1"/>
              <a:t>mengenai</a:t>
            </a:r>
            <a:r>
              <a:rPr lang="en-GB" sz="1200" dirty="0"/>
              <a:t> </a:t>
            </a:r>
            <a:r>
              <a:rPr lang="en-GB" sz="1200" dirty="0" err="1"/>
              <a:t>kondisi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dan </a:t>
            </a:r>
            <a:r>
              <a:rPr lang="en-GB" sz="1200" dirty="0" err="1"/>
              <a:t>nilai</a:t>
            </a:r>
            <a:r>
              <a:rPr lang="en-GB" sz="1200" dirty="0"/>
              <a:t> </a:t>
            </a:r>
            <a:r>
              <a:rPr lang="en-GB" sz="1200" dirty="0" err="1"/>
              <a:t>aset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yang </a:t>
            </a:r>
            <a:r>
              <a:rPr lang="en-GB" sz="1200" dirty="0" err="1"/>
              <a:t>menjadi</a:t>
            </a:r>
            <a:r>
              <a:rPr lang="en-GB" sz="1200" dirty="0"/>
              <a:t> </a:t>
            </a:r>
            <a:r>
              <a:rPr lang="en-GB" sz="1200" dirty="0" err="1"/>
              <a:t>dasar</a:t>
            </a:r>
            <a:r>
              <a:rPr lang="en-GB" sz="1200" dirty="0"/>
              <a:t>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melakukan</a:t>
            </a:r>
            <a:r>
              <a:rPr lang="en-GB" sz="1200" dirty="0"/>
              <a:t> reconciling </a:t>
            </a:r>
            <a:r>
              <a:rPr lang="en-GB" sz="1200" dirty="0" err="1"/>
              <a:t>antara</a:t>
            </a:r>
            <a:r>
              <a:rPr lang="en-GB" sz="1200" dirty="0"/>
              <a:t> data </a:t>
            </a:r>
            <a:r>
              <a:rPr lang="en-GB" sz="1200" dirty="0" err="1"/>
              <a:t>fisik</a:t>
            </a:r>
            <a:r>
              <a:rPr lang="en-GB" sz="1200" dirty="0"/>
              <a:t> dan data yang </a:t>
            </a:r>
            <a:r>
              <a:rPr lang="en-GB" sz="1200" dirty="0" err="1"/>
              <a:t>tercatat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. Proses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mengoptimalkan</a:t>
            </a:r>
            <a:r>
              <a:rPr lang="en-GB" sz="1200" dirty="0"/>
              <a:t> </a:t>
            </a:r>
            <a:r>
              <a:rPr lang="en-GB" sz="1200" dirty="0" err="1"/>
              <a:t>keakuratan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, </a:t>
            </a:r>
            <a:r>
              <a:rPr lang="en-GB" sz="1200" dirty="0" err="1"/>
              <a:t>memastikan</a:t>
            </a:r>
            <a:r>
              <a:rPr lang="en-GB" sz="1200" dirty="0"/>
              <a:t> </a:t>
            </a:r>
            <a:r>
              <a:rPr lang="en-GB" sz="1200" dirty="0" err="1"/>
              <a:t>transparansi</a:t>
            </a:r>
            <a:r>
              <a:rPr lang="en-GB" sz="1200" dirty="0"/>
              <a:t> yang </a:t>
            </a:r>
            <a:r>
              <a:rPr lang="en-GB" sz="1200" dirty="0" err="1"/>
              <a:t>diperlukan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, dan </a:t>
            </a:r>
            <a:r>
              <a:rPr lang="en-GB" sz="1200" dirty="0" err="1"/>
              <a:t>memungkinkan</a:t>
            </a:r>
            <a:r>
              <a:rPr lang="en-GB" sz="1200" dirty="0"/>
              <a:t> PT XYZ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mengelola</a:t>
            </a:r>
            <a:r>
              <a:rPr lang="en-GB" sz="1200" dirty="0"/>
              <a:t> </a:t>
            </a:r>
            <a:r>
              <a:rPr lang="en-GB" sz="1200" dirty="0" err="1"/>
              <a:t>inventaris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efisien</a:t>
            </a:r>
            <a:r>
              <a:rPr lang="en-GB" sz="1200" dirty="0"/>
              <a:t>. 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423431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DESAIN DAN ANALISIS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337506"/>
            <a:ext cx="691547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nn-NO" altLang="ko-KR" sz="3200" dirty="0">
                <a:solidFill>
                  <a:schemeClr val="accent2"/>
                </a:solidFill>
                <a:cs typeface="Arial" pitchFamily="34" charset="0"/>
              </a:rPr>
              <a:t>Implementasi </a:t>
            </a:r>
            <a:endParaRPr lang="ko-KR" altLang="en-US" sz="32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1922281"/>
            <a:ext cx="10979471" cy="176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400" b="1" dirty="0" err="1"/>
              <a:t>Tampilan</a:t>
            </a:r>
            <a:r>
              <a:rPr lang="en-GB" sz="1400" b="1" dirty="0"/>
              <a:t> Menu Products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fitur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, </a:t>
            </a:r>
            <a:r>
              <a:rPr lang="en-GB" sz="1200" dirty="0" err="1"/>
              <a:t>perusahaan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mudah</a:t>
            </a:r>
            <a:r>
              <a:rPr lang="en-GB" sz="1200" dirty="0"/>
              <a:t> </a:t>
            </a:r>
            <a:r>
              <a:rPr lang="en-GB" sz="1200" dirty="0" err="1"/>
              <a:t>melihat</a:t>
            </a:r>
            <a:r>
              <a:rPr lang="en-GB" sz="1200" dirty="0"/>
              <a:t> daftar </a:t>
            </a:r>
            <a:r>
              <a:rPr lang="en-GB" sz="1200" dirty="0" err="1"/>
              <a:t>lengkap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 yang </a:t>
            </a:r>
            <a:r>
              <a:rPr lang="en-GB" sz="1200" dirty="0" err="1"/>
              <a:t>mereka</a:t>
            </a:r>
            <a:r>
              <a:rPr lang="en-GB" sz="1200" dirty="0"/>
              <a:t> </a:t>
            </a:r>
            <a:r>
              <a:rPr lang="en-GB" sz="1200" dirty="0" err="1"/>
              <a:t>miliki</a:t>
            </a:r>
            <a:r>
              <a:rPr lang="en-GB" sz="1200" dirty="0"/>
              <a:t>, </a:t>
            </a:r>
            <a:r>
              <a:rPr lang="en-GB" sz="1200" dirty="0" err="1"/>
              <a:t>termasuk</a:t>
            </a:r>
            <a:r>
              <a:rPr lang="en-GB" sz="1200" dirty="0"/>
              <a:t>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seperti</a:t>
            </a:r>
            <a:r>
              <a:rPr lang="en-GB" sz="1200" dirty="0"/>
              <a:t> </a:t>
            </a:r>
            <a:r>
              <a:rPr lang="en-GB" sz="1200" dirty="0" err="1"/>
              <a:t>nama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, </a:t>
            </a:r>
            <a:r>
              <a:rPr lang="en-GB" sz="1200" dirty="0" err="1"/>
              <a:t>kode</a:t>
            </a:r>
            <a:r>
              <a:rPr lang="en-GB" sz="1200" dirty="0"/>
              <a:t>, </a:t>
            </a:r>
            <a:r>
              <a:rPr lang="en-GB" sz="1200" dirty="0" err="1"/>
              <a:t>harga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jumlah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yang </a:t>
            </a:r>
            <a:r>
              <a:rPr lang="en-GB" sz="1200" dirty="0" err="1"/>
              <a:t>tersedia</a:t>
            </a:r>
            <a:r>
              <a:rPr lang="en-GB" sz="1200" dirty="0"/>
              <a:t>. Hal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akan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mengatasi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yang </a:t>
            </a:r>
            <a:r>
              <a:rPr lang="en-GB" sz="1200" dirty="0" err="1"/>
              <a:t>sering</a:t>
            </a:r>
            <a:r>
              <a:rPr lang="en-GB" sz="1200" dirty="0"/>
              <a:t> </a:t>
            </a:r>
            <a:r>
              <a:rPr lang="en-GB" sz="1200" dirty="0" err="1"/>
              <a:t>terjadi</a:t>
            </a:r>
            <a:r>
              <a:rPr lang="en-GB" sz="1200" dirty="0"/>
              <a:t> pada </a:t>
            </a:r>
            <a:r>
              <a:rPr lang="en-GB" sz="1200" dirty="0" err="1"/>
              <a:t>sistem</a:t>
            </a:r>
            <a:r>
              <a:rPr lang="en-GB" sz="1200" dirty="0"/>
              <a:t> manual </a:t>
            </a:r>
            <a:r>
              <a:rPr lang="en-GB" sz="1200" dirty="0" err="1"/>
              <a:t>dengan</a:t>
            </a:r>
            <a:r>
              <a:rPr lang="en-GB" sz="1200" dirty="0"/>
              <a:t> Excel, </a:t>
            </a:r>
            <a:r>
              <a:rPr lang="en-GB" sz="1200" dirty="0" err="1"/>
              <a:t>memungkinkan</a:t>
            </a:r>
            <a:r>
              <a:rPr lang="en-GB" sz="1200" dirty="0"/>
              <a:t> PT XYZ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memiliki</a:t>
            </a:r>
            <a:r>
              <a:rPr lang="en-GB" sz="1200" dirty="0"/>
              <a:t> </a:t>
            </a:r>
            <a:r>
              <a:rPr lang="en-GB" sz="1200" dirty="0" err="1"/>
              <a:t>visibilitas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baik</a:t>
            </a:r>
            <a:r>
              <a:rPr lang="en-GB" sz="1200" dirty="0"/>
              <a:t> </a:t>
            </a:r>
            <a:r>
              <a:rPr lang="en-GB" sz="1200" dirty="0" err="1"/>
              <a:t>terhadap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. </a:t>
            </a:r>
            <a:r>
              <a:rPr lang="en-GB" sz="1200" dirty="0" err="1"/>
              <a:t>Selain</a:t>
            </a:r>
            <a:r>
              <a:rPr lang="en-GB" sz="1200" dirty="0"/>
              <a:t> </a:t>
            </a:r>
            <a:r>
              <a:rPr lang="en-GB" sz="1200" dirty="0" err="1"/>
              <a:t>itu</a:t>
            </a:r>
            <a:r>
              <a:rPr lang="en-GB" sz="1200" dirty="0"/>
              <a:t>, </a:t>
            </a:r>
            <a:r>
              <a:rPr lang="en-GB" sz="1200" dirty="0" err="1"/>
              <a:t>fitur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 juga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rinci</a:t>
            </a:r>
            <a:r>
              <a:rPr lang="en-GB" sz="1200" dirty="0"/>
              <a:t> </a:t>
            </a:r>
            <a:r>
              <a:rPr lang="en-GB" sz="1200" dirty="0" err="1"/>
              <a:t>mengenai</a:t>
            </a:r>
            <a:r>
              <a:rPr lang="en-GB" sz="1200" dirty="0"/>
              <a:t> </a:t>
            </a:r>
            <a:r>
              <a:rPr lang="en-GB" sz="1200" dirty="0" err="1"/>
              <a:t>setiap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, </a:t>
            </a:r>
            <a:r>
              <a:rPr lang="en-GB" sz="1200" dirty="0" err="1"/>
              <a:t>seperti</a:t>
            </a:r>
            <a:r>
              <a:rPr lang="en-GB" sz="1200" dirty="0"/>
              <a:t> </a:t>
            </a:r>
            <a:r>
              <a:rPr lang="en-GB" sz="1200" dirty="0" err="1"/>
              <a:t>deskripsi</a:t>
            </a:r>
            <a:r>
              <a:rPr lang="en-GB" sz="1200" dirty="0"/>
              <a:t>, </a:t>
            </a:r>
            <a:r>
              <a:rPr lang="en-GB" sz="1200" dirty="0" err="1"/>
              <a:t>foto</a:t>
            </a:r>
            <a:r>
              <a:rPr lang="en-GB" sz="1200" dirty="0"/>
              <a:t>, </a:t>
            </a:r>
            <a:r>
              <a:rPr lang="en-GB" sz="1200" dirty="0" err="1"/>
              <a:t>varian</a:t>
            </a:r>
            <a:r>
              <a:rPr lang="en-GB" sz="1200" dirty="0"/>
              <a:t>, </a:t>
            </a:r>
            <a:r>
              <a:rPr lang="en-GB" sz="1200" dirty="0" err="1"/>
              <a:t>kategori</a:t>
            </a:r>
            <a:r>
              <a:rPr lang="en-GB" sz="1200" dirty="0"/>
              <a:t>, dan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harga</a:t>
            </a:r>
            <a:r>
              <a:rPr lang="en-GB" sz="1200" dirty="0"/>
              <a:t> </a:t>
            </a:r>
            <a:r>
              <a:rPr lang="en-GB" sz="1200" dirty="0" err="1"/>
              <a:t>tambahan</a:t>
            </a:r>
            <a:r>
              <a:rPr lang="en-GB" sz="1200" dirty="0"/>
              <a:t>, yang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meningkatkan</a:t>
            </a:r>
            <a:r>
              <a:rPr lang="en-GB" sz="1200" dirty="0"/>
              <a:t> </a:t>
            </a:r>
            <a:r>
              <a:rPr lang="en-GB" sz="1200" dirty="0" err="1"/>
              <a:t>akurasi</a:t>
            </a:r>
            <a:r>
              <a:rPr lang="en-GB" sz="1200" dirty="0"/>
              <a:t> dan </a:t>
            </a:r>
            <a:r>
              <a:rPr lang="en-GB" sz="1200" dirty="0" err="1"/>
              <a:t>efisiensi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. 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ACA3C-789B-DD91-1D90-1890F7C9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75" y="3521358"/>
            <a:ext cx="6724650" cy="29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85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DESAIN DAN ANALISIS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337506"/>
            <a:ext cx="691547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nn-NO" altLang="ko-KR" sz="3200" dirty="0">
                <a:solidFill>
                  <a:schemeClr val="accent2"/>
                </a:solidFill>
                <a:cs typeface="Arial" pitchFamily="34" charset="0"/>
              </a:rPr>
              <a:t>Implementasi </a:t>
            </a:r>
            <a:endParaRPr lang="ko-KR" altLang="en-US" sz="32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1922281"/>
            <a:ext cx="10979471" cy="176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400" b="1" dirty="0" err="1"/>
              <a:t>Tampilan</a:t>
            </a:r>
            <a:r>
              <a:rPr lang="en-GB" sz="1400" b="1" dirty="0"/>
              <a:t> Menu Receipt Product 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Menu Receipt Product </a:t>
            </a:r>
            <a:r>
              <a:rPr lang="en-GB" sz="1200" dirty="0" err="1"/>
              <a:t>menyediakan</a:t>
            </a:r>
            <a:r>
              <a:rPr lang="en-GB" sz="1200" dirty="0"/>
              <a:t> </a:t>
            </a:r>
            <a:r>
              <a:rPr lang="en-GB" sz="1200" dirty="0" err="1"/>
              <a:t>tampilan</a:t>
            </a:r>
            <a:r>
              <a:rPr lang="en-GB" sz="1200" dirty="0"/>
              <a:t> </a:t>
            </a:r>
            <a:r>
              <a:rPr lang="en-GB" sz="1200" dirty="0" err="1"/>
              <a:t>terperinci</a:t>
            </a:r>
            <a:r>
              <a:rPr lang="en-GB" sz="1200" dirty="0"/>
              <a:t> </a:t>
            </a:r>
            <a:r>
              <a:rPr lang="en-GB" sz="1200" dirty="0" err="1"/>
              <a:t>mengenai</a:t>
            </a:r>
            <a:r>
              <a:rPr lang="en-GB" sz="1200" dirty="0"/>
              <a:t> </a:t>
            </a:r>
            <a:r>
              <a:rPr lang="en-GB" sz="1200" dirty="0" err="1"/>
              <a:t>barang-barang</a:t>
            </a:r>
            <a:r>
              <a:rPr lang="en-GB" sz="1200" dirty="0"/>
              <a:t> yang </a:t>
            </a:r>
            <a:r>
              <a:rPr lang="en-GB" sz="1200" dirty="0" err="1"/>
              <a:t>masuk</a:t>
            </a:r>
            <a:r>
              <a:rPr lang="en-GB" sz="1200" dirty="0"/>
              <a:t> </a:t>
            </a:r>
            <a:r>
              <a:rPr lang="en-GB" sz="1200" dirty="0" err="1"/>
              <a:t>ke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perusahaan</a:t>
            </a:r>
            <a:r>
              <a:rPr lang="en-GB" sz="1200" dirty="0"/>
              <a:t>, </a:t>
            </a:r>
            <a:r>
              <a:rPr lang="en-GB" sz="1200" dirty="0" err="1"/>
              <a:t>memudahkan</a:t>
            </a:r>
            <a:r>
              <a:rPr lang="en-GB" sz="1200" dirty="0"/>
              <a:t> </a:t>
            </a:r>
            <a:r>
              <a:rPr lang="en-GB" sz="1200" dirty="0" err="1"/>
              <a:t>pelacakan</a:t>
            </a:r>
            <a:r>
              <a:rPr lang="en-GB" sz="1200" dirty="0"/>
              <a:t>, </a:t>
            </a:r>
            <a:r>
              <a:rPr lang="en-GB" sz="1200" dirty="0" err="1"/>
              <a:t>pemeriksaan</a:t>
            </a:r>
            <a:r>
              <a:rPr lang="en-GB" sz="1200" dirty="0"/>
              <a:t>, dan </a:t>
            </a:r>
            <a:r>
              <a:rPr lang="en-GB" sz="1200" dirty="0" err="1"/>
              <a:t>pengelolaan</a:t>
            </a:r>
            <a:r>
              <a:rPr lang="en-GB" sz="1200" dirty="0"/>
              <a:t> proses </a:t>
            </a:r>
            <a:r>
              <a:rPr lang="en-GB" sz="1200" dirty="0" err="1"/>
              <a:t>penerimaan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efisien</a:t>
            </a:r>
            <a:r>
              <a:rPr lang="en-GB" sz="1200" dirty="0"/>
              <a:t>. </a:t>
            </a:r>
            <a:r>
              <a:rPr lang="en-GB" sz="1200" dirty="0" err="1"/>
              <a:t>Informasi</a:t>
            </a:r>
            <a:r>
              <a:rPr lang="en-GB" sz="1200" dirty="0"/>
              <a:t> yang </a:t>
            </a:r>
            <a:r>
              <a:rPr lang="en-GB" sz="1200" dirty="0" err="1"/>
              <a:t>tersedia</a:t>
            </a:r>
            <a:r>
              <a:rPr lang="en-GB" sz="1200" dirty="0"/>
              <a:t> di </a:t>
            </a:r>
            <a:r>
              <a:rPr lang="en-GB" sz="1200" dirty="0" err="1"/>
              <a:t>dalam</a:t>
            </a:r>
            <a:r>
              <a:rPr lang="en-GB" sz="1200" dirty="0"/>
              <a:t> menu </a:t>
            </a:r>
            <a:r>
              <a:rPr lang="en-GB" sz="1200" dirty="0" err="1"/>
              <a:t>ini</a:t>
            </a:r>
            <a:r>
              <a:rPr lang="en-GB" sz="1200" dirty="0"/>
              <a:t>, </a:t>
            </a:r>
            <a:r>
              <a:rPr lang="en-GB" sz="1200" dirty="0" err="1"/>
              <a:t>seperti</a:t>
            </a:r>
            <a:r>
              <a:rPr lang="en-GB" sz="1200" dirty="0"/>
              <a:t> detail </a:t>
            </a:r>
            <a:r>
              <a:rPr lang="en-GB" sz="1200" dirty="0" err="1"/>
              <a:t>penerimaan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,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produk</a:t>
            </a:r>
            <a:r>
              <a:rPr lang="en-GB" sz="1200" dirty="0"/>
              <a:t>, data supplier, status </a:t>
            </a:r>
            <a:r>
              <a:rPr lang="en-GB" sz="1200" dirty="0" err="1"/>
              <a:t>penerimaan</a:t>
            </a:r>
            <a:r>
              <a:rPr lang="en-GB" sz="1200" dirty="0"/>
              <a:t>, dan </a:t>
            </a:r>
            <a:r>
              <a:rPr lang="en-GB" sz="1200" dirty="0" err="1"/>
              <a:t>dokumen</a:t>
            </a:r>
            <a:r>
              <a:rPr lang="en-GB" sz="1200" dirty="0"/>
              <a:t> </a:t>
            </a:r>
            <a:r>
              <a:rPr lang="en-GB" sz="1200" dirty="0" err="1"/>
              <a:t>terkait</a:t>
            </a:r>
            <a:r>
              <a:rPr lang="en-GB" sz="1200" dirty="0"/>
              <a:t>,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mengurangi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mempercepat</a:t>
            </a:r>
            <a:r>
              <a:rPr lang="en-GB" sz="1200" dirty="0"/>
              <a:t> proses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inventarisasi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.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demikian</a:t>
            </a:r>
            <a:r>
              <a:rPr lang="en-GB" sz="1200" dirty="0"/>
              <a:t>, menu Receipt Product pada Modul Inventory Odoo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fondasi</a:t>
            </a:r>
            <a:r>
              <a:rPr lang="en-GB" sz="1200" dirty="0"/>
              <a:t> yang solid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terintegrasi</a:t>
            </a:r>
            <a:r>
              <a:rPr lang="en-GB" sz="1200" dirty="0"/>
              <a:t>, </a:t>
            </a:r>
            <a:r>
              <a:rPr lang="en-GB" sz="1200" dirty="0" err="1"/>
              <a:t>efisien</a:t>
            </a:r>
            <a:r>
              <a:rPr lang="en-GB" sz="1200" dirty="0"/>
              <a:t>, dan </a:t>
            </a:r>
            <a:r>
              <a:rPr lang="en-GB" sz="1200" dirty="0" err="1"/>
              <a:t>akurat</a:t>
            </a:r>
            <a:r>
              <a:rPr lang="en-GB" sz="1200" dirty="0"/>
              <a:t> </a:t>
            </a:r>
            <a:r>
              <a:rPr lang="en-GB" sz="1200" dirty="0" err="1"/>
              <a:t>bagi</a:t>
            </a:r>
            <a:r>
              <a:rPr lang="en-GB" sz="1200" dirty="0"/>
              <a:t> PT XYZ.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3BAAA-9148-65F2-5AAF-A356D7FF1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87" y="3688598"/>
            <a:ext cx="6014825" cy="299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77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DESAIN DAN ANALISIS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337506"/>
            <a:ext cx="691547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nn-NO" altLang="ko-KR" sz="3200" dirty="0">
                <a:solidFill>
                  <a:schemeClr val="accent2"/>
                </a:solidFill>
                <a:cs typeface="Arial" pitchFamily="34" charset="0"/>
              </a:rPr>
              <a:t>Implementasi </a:t>
            </a:r>
            <a:endParaRPr lang="ko-KR" altLang="en-US" sz="32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1922281"/>
            <a:ext cx="10979471" cy="148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400" b="1" dirty="0" err="1"/>
              <a:t>Tampilan</a:t>
            </a:r>
            <a:r>
              <a:rPr lang="en-GB" sz="1400" b="1" dirty="0"/>
              <a:t> Menu Internal Transfer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Menu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memfasilitasi</a:t>
            </a:r>
            <a:r>
              <a:rPr lang="en-GB" sz="1200" dirty="0"/>
              <a:t> </a:t>
            </a:r>
            <a:r>
              <a:rPr lang="en-GB" sz="1200" dirty="0" err="1"/>
              <a:t>pemantauan</a:t>
            </a:r>
            <a:r>
              <a:rPr lang="en-GB" sz="1200" dirty="0"/>
              <a:t> transfer internal </a:t>
            </a:r>
            <a:r>
              <a:rPr lang="en-GB" sz="1200" dirty="0" err="1"/>
              <a:t>atau</a:t>
            </a:r>
            <a:r>
              <a:rPr lang="en-GB" sz="1200" dirty="0"/>
              <a:t> </a:t>
            </a:r>
            <a:r>
              <a:rPr lang="en-GB" sz="1200" dirty="0" err="1"/>
              <a:t>perpindahan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antar</a:t>
            </a:r>
            <a:r>
              <a:rPr lang="en-GB" sz="1200" dirty="0"/>
              <a:t> </a:t>
            </a:r>
            <a:r>
              <a:rPr lang="en-GB" sz="1200" dirty="0" err="1"/>
              <a:t>lokasi</a:t>
            </a:r>
            <a:r>
              <a:rPr lang="en-GB" sz="1200" dirty="0"/>
              <a:t> di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perusahaan</a:t>
            </a:r>
            <a:r>
              <a:rPr lang="en-GB" sz="1200" dirty="0"/>
              <a:t>,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akurat</a:t>
            </a:r>
            <a:r>
              <a:rPr lang="en-GB" sz="1200" dirty="0"/>
              <a:t> dan </a:t>
            </a:r>
            <a:r>
              <a:rPr lang="en-GB" sz="1200" dirty="0" err="1"/>
              <a:t>cepat</a:t>
            </a:r>
            <a:r>
              <a:rPr lang="en-GB" sz="1200" dirty="0"/>
              <a:t> </a:t>
            </a:r>
            <a:r>
              <a:rPr lang="en-GB" sz="1200" dirty="0" err="1"/>
              <a:t>terkait</a:t>
            </a:r>
            <a:r>
              <a:rPr lang="en-GB" sz="1200" dirty="0"/>
              <a:t> </a:t>
            </a:r>
            <a:r>
              <a:rPr lang="en-GB" sz="1200" dirty="0" err="1"/>
              <a:t>transaksi</a:t>
            </a:r>
            <a:r>
              <a:rPr lang="en-GB" sz="1200" dirty="0"/>
              <a:t> </a:t>
            </a:r>
            <a:r>
              <a:rPr lang="en-GB" sz="1200" dirty="0" err="1"/>
              <a:t>gudang</a:t>
            </a:r>
            <a:r>
              <a:rPr lang="en-GB" sz="1200" dirty="0"/>
              <a:t>.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adanya</a:t>
            </a:r>
            <a:r>
              <a:rPr lang="en-GB" sz="1200" dirty="0"/>
              <a:t> daftar transfer internal, </a:t>
            </a:r>
            <a:r>
              <a:rPr lang="en-GB" sz="1200" dirty="0" err="1"/>
              <a:t>pengelolaan</a:t>
            </a:r>
            <a:r>
              <a:rPr lang="en-GB" sz="1200" dirty="0"/>
              <a:t> status transfer, dan </a:t>
            </a:r>
            <a:r>
              <a:rPr lang="en-GB" sz="1200" dirty="0" err="1"/>
              <a:t>riwayat</a:t>
            </a:r>
            <a:r>
              <a:rPr lang="en-GB" sz="1200" dirty="0"/>
              <a:t> transfer, PT XYZ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menyederhanakan</a:t>
            </a:r>
            <a:r>
              <a:rPr lang="en-GB" sz="1200" dirty="0"/>
              <a:t> proses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inventarisasi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, </a:t>
            </a:r>
            <a:r>
              <a:rPr lang="en-GB" sz="1200" dirty="0" err="1"/>
              <a:t>mengurangi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meningkatkan</a:t>
            </a:r>
            <a:r>
              <a:rPr lang="en-GB" sz="1200" dirty="0"/>
              <a:t> </a:t>
            </a:r>
            <a:r>
              <a:rPr lang="en-GB" sz="1200" dirty="0" err="1"/>
              <a:t>efisiensi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</a:t>
            </a:r>
            <a:r>
              <a:rPr lang="en-GB" sz="1200" dirty="0" err="1"/>
              <a:t>keseluruhan</a:t>
            </a:r>
            <a:r>
              <a:rPr lang="en-GB" sz="1200" dirty="0"/>
              <a:t>. 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07ED9-BC45-C572-3053-72CF2BC7F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973" y="3411599"/>
            <a:ext cx="6986053" cy="334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78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DESAIN DAN ANALISIS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27BE0-8EB6-D4E9-ED81-7D73E6EDEFAD}"/>
              </a:ext>
            </a:extLst>
          </p:cNvPr>
          <p:cNvSpPr txBox="1"/>
          <p:nvPr/>
        </p:nvSpPr>
        <p:spPr>
          <a:xfrm>
            <a:off x="1123629" y="1337506"/>
            <a:ext cx="691547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nn-NO" altLang="ko-KR" sz="3200" dirty="0">
                <a:solidFill>
                  <a:schemeClr val="accent2"/>
                </a:solidFill>
                <a:cs typeface="Arial" pitchFamily="34" charset="0"/>
              </a:rPr>
              <a:t>Implementasi </a:t>
            </a:r>
            <a:endParaRPr lang="ko-KR" altLang="en-US" sz="32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1123629" y="1922281"/>
            <a:ext cx="10979471" cy="204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400" b="1" dirty="0" err="1"/>
              <a:t>Tampilan</a:t>
            </a:r>
            <a:r>
              <a:rPr lang="en-GB" sz="1400" b="1" dirty="0"/>
              <a:t> Menu Inventory Adjustments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PT XYZ </a:t>
            </a:r>
            <a:r>
              <a:rPr lang="en-GB" sz="1200" dirty="0" err="1"/>
              <a:t>mengalami</a:t>
            </a:r>
            <a:r>
              <a:rPr lang="en-GB" sz="1200" dirty="0"/>
              <a:t> </a:t>
            </a:r>
            <a:r>
              <a:rPr lang="en-GB" sz="1200" dirty="0" err="1"/>
              <a:t>kendala</a:t>
            </a:r>
            <a:r>
              <a:rPr lang="en-GB" sz="1200" dirty="0"/>
              <a:t> </a:t>
            </a:r>
            <a:r>
              <a:rPr lang="en-GB" sz="1200" dirty="0" err="1"/>
              <a:t>serius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yang </a:t>
            </a:r>
            <a:r>
              <a:rPr lang="en-GB" sz="1200" dirty="0" err="1"/>
              <a:t>dilakukan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manual, </a:t>
            </a:r>
            <a:r>
              <a:rPr lang="en-GB" sz="1200" dirty="0" err="1"/>
              <a:t>menyebabkan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dan </a:t>
            </a:r>
            <a:r>
              <a:rPr lang="en-GB" sz="1200" dirty="0" err="1"/>
              <a:t>keterlambatan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laporan</a:t>
            </a:r>
            <a:r>
              <a:rPr lang="en-GB" sz="1200" dirty="0"/>
              <a:t> </a:t>
            </a:r>
            <a:r>
              <a:rPr lang="en-GB" sz="1200" dirty="0" err="1"/>
              <a:t>keuangan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.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konteks</a:t>
            </a:r>
            <a:r>
              <a:rPr lang="en-GB" sz="1200" dirty="0"/>
              <a:t> </a:t>
            </a:r>
            <a:r>
              <a:rPr lang="en-GB" sz="1200" dirty="0" err="1"/>
              <a:t>ini</a:t>
            </a:r>
            <a:r>
              <a:rPr lang="en-GB" sz="1200" dirty="0"/>
              <a:t>, </a:t>
            </a:r>
            <a:r>
              <a:rPr lang="en-GB" sz="1200" dirty="0" err="1"/>
              <a:t>solusi</a:t>
            </a:r>
            <a:r>
              <a:rPr lang="en-GB" sz="1200" dirty="0"/>
              <a:t> </a:t>
            </a:r>
            <a:r>
              <a:rPr lang="en-GB" sz="1200" dirty="0" err="1"/>
              <a:t>dari</a:t>
            </a:r>
            <a:r>
              <a:rPr lang="en-GB" sz="1200" dirty="0"/>
              <a:t> Odoo </a:t>
            </a:r>
            <a:r>
              <a:rPr lang="en-GB" sz="1200" dirty="0" err="1"/>
              <a:t>melalui</a:t>
            </a:r>
            <a:r>
              <a:rPr lang="en-GB" sz="1200" dirty="0"/>
              <a:t> Menu Inventory </a:t>
            </a:r>
            <a:r>
              <a:rPr lang="en-GB" sz="1200" dirty="0" err="1"/>
              <a:t>Adjustmentsmemberikan</a:t>
            </a:r>
            <a:r>
              <a:rPr lang="en-GB" sz="1200" dirty="0"/>
              <a:t> </a:t>
            </a:r>
            <a:r>
              <a:rPr lang="en-GB" sz="1200" dirty="0" err="1"/>
              <a:t>jalan</a:t>
            </a:r>
            <a:r>
              <a:rPr lang="en-GB" sz="1200" dirty="0"/>
              <a:t> </a:t>
            </a:r>
            <a:r>
              <a:rPr lang="en-GB" sz="1200" dirty="0" err="1"/>
              <a:t>keluar</a:t>
            </a:r>
            <a:r>
              <a:rPr lang="en-GB" sz="1200" dirty="0"/>
              <a:t> yang </a:t>
            </a:r>
            <a:r>
              <a:rPr lang="en-GB" sz="1200" dirty="0" err="1"/>
              <a:t>efisien</a:t>
            </a:r>
            <a:r>
              <a:rPr lang="en-GB" sz="1200" dirty="0"/>
              <a:t>. Modul </a:t>
            </a:r>
            <a:r>
              <a:rPr lang="en-GB" sz="1200" dirty="0" err="1"/>
              <a:t>ini</a:t>
            </a:r>
            <a:r>
              <a:rPr lang="en-GB" sz="1200" dirty="0"/>
              <a:t>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penyesuaian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yang </a:t>
            </a:r>
            <a:r>
              <a:rPr lang="en-GB" sz="1200" dirty="0" err="1"/>
              <a:t>tepat</a:t>
            </a:r>
            <a:r>
              <a:rPr lang="en-GB" sz="1200" dirty="0"/>
              <a:t> dan </a:t>
            </a:r>
            <a:r>
              <a:rPr lang="en-GB" sz="1200" dirty="0" err="1"/>
              <a:t>terperinci</a:t>
            </a:r>
            <a:r>
              <a:rPr lang="en-GB" sz="1200" dirty="0"/>
              <a:t>, </a:t>
            </a:r>
            <a:r>
              <a:rPr lang="en-GB" sz="1200" dirty="0" err="1"/>
              <a:t>mencatat</a:t>
            </a:r>
            <a:r>
              <a:rPr lang="en-GB" sz="1200" dirty="0"/>
              <a:t> </a:t>
            </a:r>
            <a:r>
              <a:rPr lang="en-GB" sz="1200" dirty="0" err="1"/>
              <a:t>setiap</a:t>
            </a:r>
            <a:r>
              <a:rPr lang="en-GB" sz="1200" dirty="0"/>
              <a:t> </a:t>
            </a:r>
            <a:r>
              <a:rPr lang="en-GB" sz="1200" dirty="0" err="1"/>
              <a:t>perubahan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inventaris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</a:t>
            </a:r>
            <a:r>
              <a:rPr lang="en-GB" sz="1200" dirty="0" err="1"/>
              <a:t>transparan</a:t>
            </a:r>
            <a:r>
              <a:rPr lang="en-GB" sz="1200" dirty="0"/>
              <a:t>. </a:t>
            </a:r>
            <a:r>
              <a:rPr lang="en-GB" sz="1200" dirty="0" err="1"/>
              <a:t>Dengan</a:t>
            </a:r>
            <a:endParaRPr lang="en-GB" sz="1200" dirty="0"/>
          </a:p>
          <a:p>
            <a:pPr algn="just">
              <a:lnSpc>
                <a:spcPct val="150000"/>
              </a:lnSpc>
            </a:pPr>
            <a:r>
              <a:rPr lang="en-GB" sz="1200" dirty="0"/>
              <a:t>daftar </a:t>
            </a:r>
            <a:r>
              <a:rPr lang="en-GB" sz="1200" dirty="0" err="1"/>
              <a:t>penyesuaian</a:t>
            </a:r>
            <a:r>
              <a:rPr lang="en-GB" sz="1200" dirty="0"/>
              <a:t> yang </a:t>
            </a:r>
            <a:r>
              <a:rPr lang="en-GB" sz="1200" dirty="0" err="1"/>
              <a:t>jelas</a:t>
            </a:r>
            <a:r>
              <a:rPr lang="en-GB" sz="1200" dirty="0"/>
              <a:t>, </a:t>
            </a:r>
            <a:r>
              <a:rPr lang="en-GB" sz="1200" dirty="0" err="1"/>
              <a:t>termasuk</a:t>
            </a:r>
            <a:r>
              <a:rPr lang="en-GB" sz="1200" dirty="0"/>
              <a:t> </a:t>
            </a:r>
            <a:r>
              <a:rPr lang="en-GB" sz="1200" dirty="0" err="1"/>
              <a:t>jenis</a:t>
            </a:r>
            <a:r>
              <a:rPr lang="en-GB" sz="1200" dirty="0"/>
              <a:t> </a:t>
            </a:r>
            <a:r>
              <a:rPr lang="en-GB" sz="1200" dirty="0" err="1"/>
              <a:t>penyesuaian</a:t>
            </a:r>
            <a:r>
              <a:rPr lang="en-GB" sz="1200" dirty="0"/>
              <a:t> yang </a:t>
            </a:r>
            <a:r>
              <a:rPr lang="en-GB" sz="1200" dirty="0" err="1"/>
              <a:t>bisa</a:t>
            </a:r>
            <a:r>
              <a:rPr lang="en-GB" sz="1200" dirty="0"/>
              <a:t> </a:t>
            </a:r>
            <a:r>
              <a:rPr lang="en-GB" sz="1200" dirty="0" err="1"/>
              <a:t>dipilih</a:t>
            </a:r>
            <a:r>
              <a:rPr lang="en-GB" sz="1200" dirty="0"/>
              <a:t> </a:t>
            </a:r>
            <a:r>
              <a:rPr lang="en-GB" sz="1200" dirty="0" err="1"/>
              <a:t>seperti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</a:t>
            </a:r>
            <a:r>
              <a:rPr lang="en-GB" sz="1200" dirty="0" err="1"/>
              <a:t>fisik</a:t>
            </a:r>
            <a:r>
              <a:rPr lang="en-GB" sz="1200" dirty="0"/>
              <a:t>, </a:t>
            </a:r>
            <a:r>
              <a:rPr lang="en-GB" sz="1200" dirty="0" err="1"/>
              <a:t>kerusakan</a:t>
            </a:r>
            <a:r>
              <a:rPr lang="en-GB" sz="1200" dirty="0"/>
              <a:t>, </a:t>
            </a:r>
            <a:r>
              <a:rPr lang="en-GB" sz="1200" dirty="0" err="1"/>
              <a:t>atau</a:t>
            </a:r>
            <a:r>
              <a:rPr lang="en-GB" sz="1200" dirty="0"/>
              <a:t> </a:t>
            </a:r>
            <a:r>
              <a:rPr lang="en-GB" sz="1200" dirty="0" err="1"/>
              <a:t>kehilangan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pengelolaan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yang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dilakukan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manual, PT XYZ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mengatasi</a:t>
            </a:r>
            <a:r>
              <a:rPr lang="en-GB" sz="1200" dirty="0"/>
              <a:t> </a:t>
            </a:r>
            <a:r>
              <a:rPr lang="en-GB" sz="1200" dirty="0" err="1"/>
              <a:t>kesalahan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dan </a:t>
            </a:r>
            <a:r>
              <a:rPr lang="en-GB" sz="1200" dirty="0" err="1"/>
              <a:t>keterlambatan</a:t>
            </a:r>
            <a:r>
              <a:rPr lang="en-GB" sz="1200" dirty="0"/>
              <a:t> </a:t>
            </a:r>
            <a:r>
              <a:rPr lang="en-GB" sz="1200" dirty="0" err="1"/>
              <a:t>laporan</a:t>
            </a:r>
            <a:r>
              <a:rPr lang="en-GB" sz="1200" dirty="0"/>
              <a:t>, </a:t>
            </a:r>
            <a:r>
              <a:rPr lang="en-GB" sz="1200" dirty="0" err="1"/>
              <a:t>serta</a:t>
            </a:r>
            <a:r>
              <a:rPr lang="en-GB" sz="1200" dirty="0"/>
              <a:t> </a:t>
            </a:r>
            <a:r>
              <a:rPr lang="en-GB" sz="1200" dirty="0" err="1"/>
              <a:t>meningkatkan</a:t>
            </a:r>
            <a:r>
              <a:rPr lang="en-GB" sz="1200" dirty="0"/>
              <a:t> </a:t>
            </a:r>
            <a:r>
              <a:rPr lang="en-GB" sz="1200" dirty="0" err="1"/>
              <a:t>efisiensi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. </a:t>
            </a:r>
          </a:p>
        </p:txBody>
      </p:sp>
      <p:sp>
        <p:nvSpPr>
          <p:cNvPr id="27" name="Isosceles Triangle 57">
            <a:extLst>
              <a:ext uri="{FF2B5EF4-FFF2-40B4-BE49-F238E27FC236}">
                <a16:creationId xmlns:a16="http://schemas.microsoft.com/office/drawing/2014/main" id="{66D6B1AF-9990-6C47-EAE8-55930709CF04}"/>
              </a:ext>
            </a:extLst>
          </p:cNvPr>
          <p:cNvSpPr/>
          <p:nvPr/>
        </p:nvSpPr>
        <p:spPr>
          <a:xfrm rot="5400000">
            <a:off x="520912" y="127594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700" dirty="0"/>
              <a:t>C</a:t>
            </a:r>
            <a:endParaRPr lang="ko-KR" altLang="en-US" sz="2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3F149-1A13-39C3-C3D6-AC6CBEFB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33" y="3700057"/>
            <a:ext cx="6457217" cy="309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82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KESIMPULAN DAN SARAN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620391" y="1431850"/>
            <a:ext cx="10979471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200" dirty="0" err="1"/>
              <a:t>Berdasarkan</a:t>
            </a:r>
            <a:r>
              <a:rPr lang="en-GB" sz="1200" dirty="0"/>
              <a:t> </a:t>
            </a:r>
            <a:r>
              <a:rPr lang="en-GB" sz="1200" dirty="0" err="1"/>
              <a:t>hasil</a:t>
            </a:r>
            <a:r>
              <a:rPr lang="en-GB" sz="1200" dirty="0"/>
              <a:t> </a:t>
            </a:r>
            <a:r>
              <a:rPr lang="en-GB" sz="1200" dirty="0" err="1"/>
              <a:t>penelitian</a:t>
            </a:r>
            <a:r>
              <a:rPr lang="en-GB" sz="1200" dirty="0"/>
              <a:t> </a:t>
            </a:r>
            <a:r>
              <a:rPr lang="en-GB" sz="1200" dirty="0" err="1"/>
              <a:t>implementasi</a:t>
            </a:r>
            <a:r>
              <a:rPr lang="en-GB" sz="1200" dirty="0"/>
              <a:t> ERP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menggunakan</a:t>
            </a:r>
            <a:r>
              <a:rPr lang="en-GB" sz="1200" dirty="0"/>
              <a:t> </a:t>
            </a:r>
            <a:r>
              <a:rPr lang="en-GB" sz="1200" dirty="0" err="1"/>
              <a:t>modul</a:t>
            </a:r>
            <a:r>
              <a:rPr lang="en-GB" sz="1200" dirty="0"/>
              <a:t> Inventory Odoo pada PT XYZ,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disimpulkan</a:t>
            </a:r>
            <a:r>
              <a:rPr lang="en-GB" sz="1200" dirty="0"/>
              <a:t> </a:t>
            </a:r>
            <a:r>
              <a:rPr lang="en-GB" sz="1200" dirty="0" err="1"/>
              <a:t>bahwa</a:t>
            </a:r>
            <a:r>
              <a:rPr lang="en-GB" sz="1200" dirty="0"/>
              <a:t> </a:t>
            </a:r>
            <a:r>
              <a:rPr lang="en-GB" sz="1200" dirty="0" err="1"/>
              <a:t>penggunaan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ERP </a:t>
            </a:r>
            <a:r>
              <a:rPr lang="en-GB" sz="1200" dirty="0" err="1"/>
              <a:t>secara</a:t>
            </a:r>
            <a:r>
              <a:rPr lang="en-GB" sz="1200" dirty="0"/>
              <a:t> </a:t>
            </a:r>
            <a:r>
              <a:rPr lang="en-GB" sz="1200" dirty="0" err="1"/>
              <a:t>menyeluruh</a:t>
            </a:r>
            <a:r>
              <a:rPr lang="en-GB" sz="1200" dirty="0"/>
              <a:t> </a:t>
            </a:r>
            <a:r>
              <a:rPr lang="en-GB" sz="1200" dirty="0" err="1"/>
              <a:t>memungkinkan</a:t>
            </a:r>
            <a:r>
              <a:rPr lang="en-GB" sz="1200" dirty="0"/>
              <a:t> </a:t>
            </a:r>
            <a:r>
              <a:rPr lang="en-GB" sz="1200" dirty="0" err="1"/>
              <a:t>perusahaan</a:t>
            </a:r>
            <a:r>
              <a:rPr lang="en-GB" sz="1200" dirty="0"/>
              <a:t> </a:t>
            </a:r>
            <a:r>
              <a:rPr lang="en-GB" sz="1200" dirty="0" err="1"/>
              <a:t>untuk</a:t>
            </a:r>
            <a:r>
              <a:rPr lang="en-GB" sz="1200" dirty="0"/>
              <a:t> </a:t>
            </a:r>
            <a:r>
              <a:rPr lang="en-GB" sz="1200" dirty="0" err="1"/>
              <a:t>meningkatkan</a:t>
            </a:r>
            <a:r>
              <a:rPr lang="en-GB" sz="1200" dirty="0"/>
              <a:t> </a:t>
            </a:r>
            <a:r>
              <a:rPr lang="en-GB" sz="1200" dirty="0" err="1"/>
              <a:t>efisiensi</a:t>
            </a:r>
            <a:r>
              <a:rPr lang="en-GB" sz="1200" dirty="0"/>
              <a:t> </a:t>
            </a:r>
            <a:r>
              <a:rPr lang="en-GB" sz="1200" dirty="0" err="1"/>
              <a:t>operasional</a:t>
            </a:r>
            <a:r>
              <a:rPr lang="en-GB" sz="1200" dirty="0"/>
              <a:t>,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terintegrasi</a:t>
            </a:r>
            <a:r>
              <a:rPr lang="en-GB" sz="1200" dirty="0"/>
              <a:t>, dan </a:t>
            </a:r>
            <a:r>
              <a:rPr lang="en-GB" sz="1200" dirty="0" err="1"/>
              <a:t>pengambilan</a:t>
            </a:r>
            <a:r>
              <a:rPr lang="en-GB" sz="1200" dirty="0"/>
              <a:t> </a:t>
            </a:r>
            <a:r>
              <a:rPr lang="en-GB" sz="1200" dirty="0" err="1"/>
              <a:t>keputusan</a:t>
            </a:r>
            <a:r>
              <a:rPr lang="en-GB" sz="1200" dirty="0"/>
              <a:t> yang </a:t>
            </a:r>
            <a:r>
              <a:rPr lang="en-GB" sz="1200" dirty="0" err="1"/>
              <a:t>lebih</a:t>
            </a:r>
            <a:r>
              <a:rPr lang="en-GB" sz="1200" dirty="0"/>
              <a:t> </a:t>
            </a:r>
            <a:r>
              <a:rPr lang="en-GB" sz="1200" dirty="0" err="1"/>
              <a:t>baik</a:t>
            </a:r>
            <a:r>
              <a:rPr lang="en-GB" sz="1200" dirty="0"/>
              <a:t>. Fitur-</a:t>
            </a:r>
            <a:r>
              <a:rPr lang="en-GB" sz="1200" dirty="0" err="1"/>
              <a:t>fitur</a:t>
            </a:r>
            <a:r>
              <a:rPr lang="en-GB" sz="1200" dirty="0"/>
              <a:t> </a:t>
            </a:r>
            <a:r>
              <a:rPr lang="en-GB" sz="1200" dirty="0" err="1"/>
              <a:t>seperti</a:t>
            </a:r>
            <a:r>
              <a:rPr lang="en-GB" sz="1200" dirty="0"/>
              <a:t> Receipt Product, Internal Transfer, Scrap </a:t>
            </a:r>
            <a:r>
              <a:rPr lang="en-GB" sz="1200" dirty="0" err="1"/>
              <a:t>Orders,dan</a:t>
            </a:r>
            <a:r>
              <a:rPr lang="en-GB" sz="1200" dirty="0"/>
              <a:t> Inventory Adjustments pada </a:t>
            </a:r>
            <a:r>
              <a:rPr lang="en-GB" sz="1200" dirty="0" err="1"/>
              <a:t>modul</a:t>
            </a:r>
            <a:r>
              <a:rPr lang="en-GB" sz="1200" dirty="0"/>
              <a:t> Inventory Odoo </a:t>
            </a:r>
            <a:r>
              <a:rPr lang="en-GB" sz="1200" dirty="0" err="1"/>
              <a:t>memberikan</a:t>
            </a:r>
            <a:r>
              <a:rPr lang="en-GB" sz="1200" dirty="0"/>
              <a:t> </a:t>
            </a:r>
            <a:r>
              <a:rPr lang="en-GB" sz="1200" dirty="0" err="1"/>
              <a:t>kemudahan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pelacakan</a:t>
            </a:r>
            <a:r>
              <a:rPr lang="en-GB" sz="1200" dirty="0"/>
              <a:t>, </a:t>
            </a:r>
            <a:r>
              <a:rPr lang="en-GB" sz="1200" dirty="0" err="1"/>
              <a:t>pemeriksaan</a:t>
            </a:r>
            <a:r>
              <a:rPr lang="en-GB" sz="1200" dirty="0"/>
              <a:t>, </a:t>
            </a:r>
            <a:r>
              <a:rPr lang="en-GB" sz="1200" dirty="0" err="1"/>
              <a:t>pengelolaan</a:t>
            </a:r>
            <a:r>
              <a:rPr lang="en-GB" sz="1200" dirty="0"/>
              <a:t>, dan </a:t>
            </a:r>
            <a:r>
              <a:rPr lang="en-GB" sz="1200" dirty="0" err="1"/>
              <a:t>penyesuaian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secara</a:t>
            </a:r>
            <a:r>
              <a:rPr lang="en-GB" sz="1200" dirty="0"/>
              <a:t> </a:t>
            </a:r>
            <a:r>
              <a:rPr lang="en-GB" sz="1200" dirty="0" err="1"/>
              <a:t>efisien</a:t>
            </a:r>
            <a:r>
              <a:rPr lang="en-GB" sz="1200" dirty="0"/>
              <a:t>. </a:t>
            </a:r>
            <a:r>
              <a:rPr lang="en-GB" sz="1200" dirty="0" err="1"/>
              <a:t>Melalui</a:t>
            </a:r>
            <a:r>
              <a:rPr lang="en-GB" sz="1200" dirty="0"/>
              <a:t> proses </a:t>
            </a:r>
            <a:r>
              <a:rPr lang="en-GB" sz="1200" dirty="0" err="1"/>
              <a:t>implementasi</a:t>
            </a:r>
            <a:r>
              <a:rPr lang="en-GB" sz="1200" dirty="0"/>
              <a:t> yang </a:t>
            </a:r>
            <a:r>
              <a:rPr lang="en-GB" sz="1200" dirty="0" err="1"/>
              <a:t>terfokus</a:t>
            </a:r>
            <a:r>
              <a:rPr lang="en-GB" sz="1200" dirty="0"/>
              <a:t> pada </a:t>
            </a:r>
            <a:r>
              <a:rPr lang="en-GB" sz="1200" dirty="0" err="1"/>
              <a:t>keterkaitan</a:t>
            </a:r>
            <a:r>
              <a:rPr lang="en-GB" sz="1200" dirty="0"/>
              <a:t> </a:t>
            </a:r>
            <a:r>
              <a:rPr lang="en-GB" sz="1200" dirty="0" err="1"/>
              <a:t>antara</a:t>
            </a:r>
            <a:r>
              <a:rPr lang="en-GB" sz="1200" dirty="0"/>
              <a:t> proses </a:t>
            </a:r>
            <a:r>
              <a:rPr lang="en-GB" sz="1200" dirty="0" err="1"/>
              <a:t>bisnis</a:t>
            </a:r>
            <a:r>
              <a:rPr lang="en-GB" sz="1200" dirty="0"/>
              <a:t> yang </a:t>
            </a:r>
            <a:r>
              <a:rPr lang="en-GB" sz="1200" dirty="0" err="1"/>
              <a:t>ada</a:t>
            </a:r>
            <a:r>
              <a:rPr lang="en-GB" sz="1200" dirty="0"/>
              <a:t>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modul</a:t>
            </a:r>
            <a:r>
              <a:rPr lang="en-GB" sz="1200" dirty="0"/>
              <a:t> dan </a:t>
            </a:r>
            <a:r>
              <a:rPr lang="en-GB" sz="1200" dirty="0" err="1"/>
              <a:t>submodul</a:t>
            </a:r>
            <a:r>
              <a:rPr lang="en-GB" sz="1200" dirty="0"/>
              <a:t> yang </a:t>
            </a:r>
            <a:r>
              <a:rPr lang="en-GB" sz="1200" dirty="0" err="1"/>
              <a:t>terdapat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Odoo, </a:t>
            </a:r>
            <a:r>
              <a:rPr lang="en-GB" sz="1200" dirty="0" err="1"/>
              <a:t>perusahaan</a:t>
            </a:r>
            <a:r>
              <a:rPr lang="en-GB" sz="1200" dirty="0"/>
              <a:t> </a:t>
            </a:r>
            <a:r>
              <a:rPr lang="en-GB" sz="1200" dirty="0" err="1"/>
              <a:t>berhasil</a:t>
            </a:r>
            <a:r>
              <a:rPr lang="en-GB" sz="1200" dirty="0"/>
              <a:t> </a:t>
            </a:r>
            <a:r>
              <a:rPr lang="en-GB" sz="1200" dirty="0" err="1"/>
              <a:t>mengoptimalkan</a:t>
            </a:r>
            <a:r>
              <a:rPr lang="en-GB" sz="1200" dirty="0"/>
              <a:t> </a:t>
            </a:r>
            <a:r>
              <a:rPr lang="en-GB" sz="1200" dirty="0" err="1"/>
              <a:t>keakuratan</a:t>
            </a:r>
            <a:r>
              <a:rPr lang="en-GB" sz="1200" dirty="0"/>
              <a:t> </a:t>
            </a:r>
            <a:r>
              <a:rPr lang="en-GB" sz="1200" dirty="0" err="1"/>
              <a:t>pencatatan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, </a:t>
            </a:r>
            <a:r>
              <a:rPr lang="en-GB" sz="1200" dirty="0" err="1"/>
              <a:t>memastikan</a:t>
            </a:r>
            <a:r>
              <a:rPr lang="en-GB" sz="1200" dirty="0"/>
              <a:t> </a:t>
            </a:r>
            <a:r>
              <a:rPr lang="en-GB" sz="1200" dirty="0" err="1"/>
              <a:t>transparansi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stok</a:t>
            </a:r>
            <a:r>
              <a:rPr lang="en-GB" sz="1200" dirty="0"/>
              <a:t>, dan </a:t>
            </a:r>
            <a:r>
              <a:rPr lang="en-GB" sz="1200" dirty="0" err="1"/>
              <a:t>meningkatkan</a:t>
            </a:r>
            <a:r>
              <a:rPr lang="en-GB" sz="1200" dirty="0"/>
              <a:t> </a:t>
            </a:r>
            <a:r>
              <a:rPr lang="en-GB" sz="1200" dirty="0" err="1"/>
              <a:t>efisiensi</a:t>
            </a:r>
            <a:r>
              <a:rPr lang="en-GB" sz="1200" dirty="0"/>
              <a:t> </a:t>
            </a:r>
            <a:r>
              <a:rPr lang="en-GB" sz="1200" dirty="0" err="1"/>
              <a:t>dalam</a:t>
            </a:r>
            <a:r>
              <a:rPr lang="en-GB" sz="1200" dirty="0"/>
              <a:t> </a:t>
            </a:r>
            <a:r>
              <a:rPr lang="en-GB" sz="1200" dirty="0" err="1"/>
              <a:t>manajemen</a:t>
            </a:r>
            <a:r>
              <a:rPr lang="en-GB" sz="1200" dirty="0"/>
              <a:t> </a:t>
            </a:r>
            <a:r>
              <a:rPr lang="en-GB" sz="1200" dirty="0" err="1"/>
              <a:t>persediaan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mereka</a:t>
            </a:r>
            <a:r>
              <a:rPr lang="en-GB" sz="1200" dirty="0"/>
              <a:t>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E13E8D-B8E3-8AEC-A87C-96C3EF0A1347}"/>
              </a:ext>
            </a:extLst>
          </p:cNvPr>
          <p:cNvGrpSpPr/>
          <p:nvPr/>
        </p:nvGrpSpPr>
        <p:grpSpPr>
          <a:xfrm>
            <a:off x="7766933" y="5502086"/>
            <a:ext cx="4425067" cy="1355914"/>
            <a:chOff x="3983392" y="1386078"/>
            <a:chExt cx="4425067" cy="135591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987F519-C508-B1EC-33BE-7B4AAEEA2067}"/>
                </a:ext>
              </a:extLst>
            </p:cNvPr>
            <p:cNvSpPr/>
            <p:nvPr/>
          </p:nvSpPr>
          <p:spPr>
            <a:xfrm>
              <a:off x="7429500" y="1781175"/>
              <a:ext cx="978959" cy="960817"/>
            </a:xfrm>
            <a:custGeom>
              <a:avLst/>
              <a:gdLst>
                <a:gd name="connsiteX0" fmla="*/ 885118 w 885149"/>
                <a:gd name="connsiteY0" fmla="*/ 999263 h 999573"/>
                <a:gd name="connsiteX1" fmla="*/ 885120 w 885149"/>
                <a:gd name="connsiteY1" fmla="*/ 999263 h 999573"/>
                <a:gd name="connsiteX2" fmla="*/ 885120 w 885149"/>
                <a:gd name="connsiteY2" fmla="*/ 999573 h 999573"/>
                <a:gd name="connsiteX3" fmla="*/ 421711 w 885149"/>
                <a:gd name="connsiteY3" fmla="*/ 433 h 999573"/>
                <a:gd name="connsiteX4" fmla="*/ 496514 w 885149"/>
                <a:gd name="connsiteY4" fmla="*/ 72132 h 999573"/>
                <a:gd name="connsiteX5" fmla="*/ 496514 w 885149"/>
                <a:gd name="connsiteY5" fmla="*/ 358001 h 999573"/>
                <a:gd name="connsiteX6" fmla="*/ 496514 w 885149"/>
                <a:gd name="connsiteY6" fmla="*/ 366692 h 999573"/>
                <a:gd name="connsiteX7" fmla="*/ 501791 w 885149"/>
                <a:gd name="connsiteY7" fmla="*/ 370417 h 999573"/>
                <a:gd name="connsiteX8" fmla="*/ 606392 w 885149"/>
                <a:gd name="connsiteY8" fmla="*/ 361415 h 999573"/>
                <a:gd name="connsiteX9" fmla="*/ 831113 w 885149"/>
                <a:gd name="connsiteY9" fmla="*/ 522507 h 999573"/>
                <a:gd name="connsiteX10" fmla="*/ 845080 w 885149"/>
                <a:gd name="connsiteY10" fmla="*/ 560995 h 999573"/>
                <a:gd name="connsiteX11" fmla="*/ 850357 w 885149"/>
                <a:gd name="connsiteY11" fmla="*/ 563167 h 999573"/>
                <a:gd name="connsiteX12" fmla="*/ 865876 w 885149"/>
                <a:gd name="connsiteY12" fmla="*/ 582101 h 999573"/>
                <a:gd name="connsiteX13" fmla="*/ 866186 w 885149"/>
                <a:gd name="connsiteY13" fmla="*/ 648213 h 999573"/>
                <a:gd name="connsiteX14" fmla="*/ 879533 w 885149"/>
                <a:gd name="connsiteY14" fmla="*/ 648524 h 999573"/>
                <a:gd name="connsiteX15" fmla="*/ 885120 w 885149"/>
                <a:gd name="connsiteY15" fmla="*/ 654111 h 999573"/>
                <a:gd name="connsiteX16" fmla="*/ 885120 w 885149"/>
                <a:gd name="connsiteY16" fmla="*/ 657836 h 999573"/>
                <a:gd name="connsiteX17" fmla="*/ 885120 w 885149"/>
                <a:gd name="connsiteY17" fmla="*/ 949290 h 999573"/>
                <a:gd name="connsiteX18" fmla="*/ 884810 w 885149"/>
                <a:gd name="connsiteY18" fmla="*/ 953946 h 999573"/>
                <a:gd name="connsiteX19" fmla="*/ 885118 w 885149"/>
                <a:gd name="connsiteY19" fmla="*/ 999263 h 999573"/>
                <a:gd name="connsiteX20" fmla="*/ 0 w 885149"/>
                <a:gd name="connsiteY20" fmla="*/ 999263 h 999573"/>
                <a:gd name="connsiteX21" fmla="*/ 0 w 885149"/>
                <a:gd name="connsiteY21" fmla="*/ 378487 h 999573"/>
                <a:gd name="connsiteX22" fmla="*/ 154778 w 885149"/>
                <a:gd name="connsiteY22" fmla="*/ 378487 h 999573"/>
                <a:gd name="connsiteX23" fmla="*/ 162848 w 885149"/>
                <a:gd name="connsiteY23" fmla="*/ 369175 h 999573"/>
                <a:gd name="connsiteX24" fmla="*/ 162848 w 885149"/>
                <a:gd name="connsiteY24" fmla="*/ 186045 h 999573"/>
                <a:gd name="connsiteX25" fmla="*/ 162848 w 885149"/>
                <a:gd name="connsiteY25" fmla="*/ 78340 h 999573"/>
                <a:gd name="connsiteX26" fmla="*/ 164400 w 885149"/>
                <a:gd name="connsiteY26" fmla="*/ 67166 h 999573"/>
                <a:gd name="connsiteX27" fmla="*/ 164710 w 885149"/>
                <a:gd name="connsiteY27" fmla="*/ 80513 h 999573"/>
                <a:gd name="connsiteX28" fmla="*/ 164710 w 885149"/>
                <a:gd name="connsiteY28" fmla="*/ 366382 h 999573"/>
                <a:gd name="connsiteX29" fmla="*/ 164400 w 885149"/>
                <a:gd name="connsiteY29" fmla="*/ 379728 h 999573"/>
                <a:gd name="connsiteX30" fmla="*/ 165641 w 885149"/>
                <a:gd name="connsiteY30" fmla="*/ 379728 h 999573"/>
                <a:gd name="connsiteX31" fmla="*/ 165331 w 885149"/>
                <a:gd name="connsiteY31" fmla="*/ 379418 h 999573"/>
                <a:gd name="connsiteX32" fmla="*/ 165331 w 885149"/>
                <a:gd name="connsiteY32" fmla="*/ 72753 h 999573"/>
                <a:gd name="connsiteX33" fmla="*/ 165952 w 885149"/>
                <a:gd name="connsiteY33" fmla="*/ 67166 h 999573"/>
                <a:gd name="connsiteX34" fmla="*/ 242307 w 885149"/>
                <a:gd name="connsiteY34" fmla="*/ 743 h 999573"/>
                <a:gd name="connsiteX35" fmla="*/ 317110 w 885149"/>
                <a:gd name="connsiteY35" fmla="*/ 72443 h 999573"/>
                <a:gd name="connsiteX36" fmla="*/ 317110 w 885149"/>
                <a:gd name="connsiteY36" fmla="*/ 305856 h 999573"/>
                <a:gd name="connsiteX37" fmla="*/ 317110 w 885149"/>
                <a:gd name="connsiteY37" fmla="*/ 523127 h 999573"/>
                <a:gd name="connsiteX38" fmla="*/ 320214 w 885149"/>
                <a:gd name="connsiteY38" fmla="*/ 533991 h 999573"/>
                <a:gd name="connsiteX39" fmla="*/ 340079 w 885149"/>
                <a:gd name="connsiteY39" fmla="*/ 493951 h 999573"/>
                <a:gd name="connsiteX40" fmla="*/ 345045 w 885149"/>
                <a:gd name="connsiteY40" fmla="*/ 475948 h 999573"/>
                <a:gd name="connsiteX41" fmla="*/ 345045 w 885149"/>
                <a:gd name="connsiteY41" fmla="*/ 154695 h 999573"/>
                <a:gd name="connsiteX42" fmla="*/ 345045 w 885149"/>
                <a:gd name="connsiteY42" fmla="*/ 75547 h 999573"/>
                <a:gd name="connsiteX43" fmla="*/ 408364 w 885149"/>
                <a:gd name="connsiteY43" fmla="*/ 743 h 999573"/>
                <a:gd name="connsiteX44" fmla="*/ 421711 w 885149"/>
                <a:gd name="connsiteY44" fmla="*/ 433 h 9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85149" h="999573">
                  <a:moveTo>
                    <a:pt x="885118" y="999263"/>
                  </a:moveTo>
                  <a:lnTo>
                    <a:pt x="885120" y="999263"/>
                  </a:lnTo>
                  <a:lnTo>
                    <a:pt x="885120" y="999573"/>
                  </a:lnTo>
                  <a:close/>
                  <a:moveTo>
                    <a:pt x="421711" y="433"/>
                  </a:moveTo>
                  <a:cubicBezTo>
                    <a:pt x="462372" y="-1430"/>
                    <a:pt x="496514" y="35507"/>
                    <a:pt x="496514" y="72132"/>
                  </a:cubicBezTo>
                  <a:cubicBezTo>
                    <a:pt x="496204" y="167421"/>
                    <a:pt x="496514" y="262712"/>
                    <a:pt x="496514" y="358001"/>
                  </a:cubicBezTo>
                  <a:cubicBezTo>
                    <a:pt x="496514" y="361105"/>
                    <a:pt x="496514" y="363898"/>
                    <a:pt x="496514" y="366692"/>
                  </a:cubicBezTo>
                  <a:cubicBezTo>
                    <a:pt x="496514" y="370106"/>
                    <a:pt x="499308" y="370417"/>
                    <a:pt x="501791" y="370417"/>
                  </a:cubicBezTo>
                  <a:cubicBezTo>
                    <a:pt x="535934" y="359863"/>
                    <a:pt x="571318" y="357070"/>
                    <a:pt x="606392" y="361415"/>
                  </a:cubicBezTo>
                  <a:cubicBezTo>
                    <a:pt x="710062" y="374452"/>
                    <a:pt x="785176" y="428459"/>
                    <a:pt x="831113" y="522507"/>
                  </a:cubicBezTo>
                  <a:cubicBezTo>
                    <a:pt x="837010" y="534922"/>
                    <a:pt x="842287" y="547648"/>
                    <a:pt x="845080" y="560995"/>
                  </a:cubicBezTo>
                  <a:cubicBezTo>
                    <a:pt x="846943" y="561926"/>
                    <a:pt x="848495" y="562857"/>
                    <a:pt x="850357" y="563167"/>
                  </a:cubicBezTo>
                  <a:cubicBezTo>
                    <a:pt x="861531" y="565650"/>
                    <a:pt x="865876" y="570617"/>
                    <a:pt x="865876" y="582101"/>
                  </a:cubicBezTo>
                  <a:cubicBezTo>
                    <a:pt x="866186" y="604138"/>
                    <a:pt x="866186" y="626176"/>
                    <a:pt x="866186" y="648213"/>
                  </a:cubicBezTo>
                  <a:cubicBezTo>
                    <a:pt x="870532" y="648524"/>
                    <a:pt x="875188" y="648524"/>
                    <a:pt x="879533" y="648524"/>
                  </a:cubicBezTo>
                  <a:cubicBezTo>
                    <a:pt x="883258" y="648524"/>
                    <a:pt x="885430" y="650076"/>
                    <a:pt x="885120" y="654111"/>
                  </a:cubicBezTo>
                  <a:cubicBezTo>
                    <a:pt x="885120" y="655352"/>
                    <a:pt x="885120" y="656594"/>
                    <a:pt x="885120" y="657836"/>
                  </a:cubicBezTo>
                  <a:cubicBezTo>
                    <a:pt x="885120" y="754987"/>
                    <a:pt x="885120" y="852138"/>
                    <a:pt x="885120" y="949290"/>
                  </a:cubicBezTo>
                  <a:cubicBezTo>
                    <a:pt x="885120" y="950842"/>
                    <a:pt x="884810" y="952394"/>
                    <a:pt x="884810" y="953946"/>
                  </a:cubicBezTo>
                  <a:lnTo>
                    <a:pt x="885118" y="999263"/>
                  </a:lnTo>
                  <a:lnTo>
                    <a:pt x="0" y="999263"/>
                  </a:lnTo>
                  <a:lnTo>
                    <a:pt x="0" y="378487"/>
                  </a:lnTo>
                  <a:lnTo>
                    <a:pt x="154778" y="378487"/>
                  </a:lnTo>
                  <a:cubicBezTo>
                    <a:pt x="162848" y="378487"/>
                    <a:pt x="162848" y="378176"/>
                    <a:pt x="162848" y="369175"/>
                  </a:cubicBezTo>
                  <a:cubicBezTo>
                    <a:pt x="162848" y="308029"/>
                    <a:pt x="162848" y="247193"/>
                    <a:pt x="162848" y="186045"/>
                  </a:cubicBezTo>
                  <a:cubicBezTo>
                    <a:pt x="162848" y="150040"/>
                    <a:pt x="162848" y="114345"/>
                    <a:pt x="162848" y="78340"/>
                  </a:cubicBezTo>
                  <a:cubicBezTo>
                    <a:pt x="162848" y="74615"/>
                    <a:pt x="161606" y="70580"/>
                    <a:pt x="164400" y="67166"/>
                  </a:cubicBezTo>
                  <a:cubicBezTo>
                    <a:pt x="164710" y="71511"/>
                    <a:pt x="164710" y="76167"/>
                    <a:pt x="164710" y="80513"/>
                  </a:cubicBezTo>
                  <a:cubicBezTo>
                    <a:pt x="164710" y="175802"/>
                    <a:pt x="164710" y="271093"/>
                    <a:pt x="164710" y="366382"/>
                  </a:cubicBezTo>
                  <a:cubicBezTo>
                    <a:pt x="164710" y="370727"/>
                    <a:pt x="164400" y="375383"/>
                    <a:pt x="164400" y="379728"/>
                  </a:cubicBezTo>
                  <a:cubicBezTo>
                    <a:pt x="164710" y="379728"/>
                    <a:pt x="165331" y="379728"/>
                    <a:pt x="165641" y="379728"/>
                  </a:cubicBezTo>
                  <a:cubicBezTo>
                    <a:pt x="165641" y="379728"/>
                    <a:pt x="165331" y="379418"/>
                    <a:pt x="165331" y="379418"/>
                  </a:cubicBezTo>
                  <a:cubicBezTo>
                    <a:pt x="165331" y="277300"/>
                    <a:pt x="165331" y="174871"/>
                    <a:pt x="165331" y="72753"/>
                  </a:cubicBezTo>
                  <a:cubicBezTo>
                    <a:pt x="165331" y="70891"/>
                    <a:pt x="165020" y="69028"/>
                    <a:pt x="165952" y="67166"/>
                  </a:cubicBezTo>
                  <a:cubicBezTo>
                    <a:pt x="170918" y="22470"/>
                    <a:pt x="212199" y="-2361"/>
                    <a:pt x="242307" y="743"/>
                  </a:cubicBezTo>
                  <a:cubicBezTo>
                    <a:pt x="281416" y="-1740"/>
                    <a:pt x="317421" y="34886"/>
                    <a:pt x="317110" y="72443"/>
                  </a:cubicBezTo>
                  <a:cubicBezTo>
                    <a:pt x="316800" y="150040"/>
                    <a:pt x="317110" y="227949"/>
                    <a:pt x="317110" y="305856"/>
                  </a:cubicBezTo>
                  <a:cubicBezTo>
                    <a:pt x="317110" y="378176"/>
                    <a:pt x="317110" y="450807"/>
                    <a:pt x="317110" y="523127"/>
                  </a:cubicBezTo>
                  <a:cubicBezTo>
                    <a:pt x="317110" y="526852"/>
                    <a:pt x="314938" y="531508"/>
                    <a:pt x="320214" y="533991"/>
                  </a:cubicBezTo>
                  <a:cubicBezTo>
                    <a:pt x="325180" y="519713"/>
                    <a:pt x="332319" y="506677"/>
                    <a:pt x="340079" y="493951"/>
                  </a:cubicBezTo>
                  <a:cubicBezTo>
                    <a:pt x="343804" y="488053"/>
                    <a:pt x="345045" y="482466"/>
                    <a:pt x="345045" y="475948"/>
                  </a:cubicBezTo>
                  <a:cubicBezTo>
                    <a:pt x="345045" y="368865"/>
                    <a:pt x="345045" y="261781"/>
                    <a:pt x="345045" y="154695"/>
                  </a:cubicBezTo>
                  <a:cubicBezTo>
                    <a:pt x="345045" y="128312"/>
                    <a:pt x="345666" y="101929"/>
                    <a:pt x="345045" y="75547"/>
                  </a:cubicBezTo>
                  <a:cubicBezTo>
                    <a:pt x="344114" y="43266"/>
                    <a:pt x="367393" y="8503"/>
                    <a:pt x="408364" y="743"/>
                  </a:cubicBezTo>
                  <a:cubicBezTo>
                    <a:pt x="412710" y="-188"/>
                    <a:pt x="417366" y="-188"/>
                    <a:pt x="421711" y="433"/>
                  </a:cubicBezTo>
                  <a:close/>
                </a:path>
              </a:pathLst>
            </a:custGeom>
            <a:solidFill>
              <a:schemeClr val="accent2"/>
            </a:solidFill>
            <a:ln w="36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E911D30-508B-2A43-768A-1D6B9BC0A517}"/>
                </a:ext>
              </a:extLst>
            </p:cNvPr>
            <p:cNvSpPr/>
            <p:nvPr/>
          </p:nvSpPr>
          <p:spPr>
            <a:xfrm>
              <a:off x="3983392" y="1627126"/>
              <a:ext cx="2234528" cy="1111017"/>
            </a:xfrm>
            <a:custGeom>
              <a:avLst/>
              <a:gdLst>
                <a:gd name="connsiteX0" fmla="*/ 1359605 w 4190656"/>
                <a:gd name="connsiteY0" fmla="*/ 2009520 h 2083613"/>
                <a:gd name="connsiteX1" fmla="*/ 1359605 w 4190656"/>
                <a:gd name="connsiteY1" fmla="*/ 2049344 h 2083613"/>
                <a:gd name="connsiteX2" fmla="*/ 1942246 w 4190656"/>
                <a:gd name="connsiteY2" fmla="*/ 2049344 h 2083613"/>
                <a:gd name="connsiteX3" fmla="*/ 1942246 w 4190656"/>
                <a:gd name="connsiteY3" fmla="*/ 2009520 h 2083613"/>
                <a:gd name="connsiteX4" fmla="*/ 3736514 w 4190656"/>
                <a:gd name="connsiteY4" fmla="*/ 2004560 h 2083613"/>
                <a:gd name="connsiteX5" fmla="*/ 3736514 w 4190656"/>
                <a:gd name="connsiteY5" fmla="*/ 2044384 h 2083613"/>
                <a:gd name="connsiteX6" fmla="*/ 4087017 w 4190656"/>
                <a:gd name="connsiteY6" fmla="*/ 2044384 h 2083613"/>
                <a:gd name="connsiteX7" fmla="*/ 4087017 w 4190656"/>
                <a:gd name="connsiteY7" fmla="*/ 2004560 h 2083613"/>
                <a:gd name="connsiteX8" fmla="*/ 3320982 w 4190656"/>
                <a:gd name="connsiteY8" fmla="*/ 2004560 h 2083613"/>
                <a:gd name="connsiteX9" fmla="*/ 3320982 w 4190656"/>
                <a:gd name="connsiteY9" fmla="*/ 2044384 h 2083613"/>
                <a:gd name="connsiteX10" fmla="*/ 3671485 w 4190656"/>
                <a:gd name="connsiteY10" fmla="*/ 2044384 h 2083613"/>
                <a:gd name="connsiteX11" fmla="*/ 3671485 w 4190656"/>
                <a:gd name="connsiteY11" fmla="*/ 2004560 h 2083613"/>
                <a:gd name="connsiteX12" fmla="*/ 1359605 w 4190656"/>
                <a:gd name="connsiteY12" fmla="*/ 1948423 h 2083613"/>
                <a:gd name="connsiteX13" fmla="*/ 1359605 w 4190656"/>
                <a:gd name="connsiteY13" fmla="*/ 1988247 h 2083613"/>
                <a:gd name="connsiteX14" fmla="*/ 1942246 w 4190656"/>
                <a:gd name="connsiteY14" fmla="*/ 1988247 h 2083613"/>
                <a:gd name="connsiteX15" fmla="*/ 1942246 w 4190656"/>
                <a:gd name="connsiteY15" fmla="*/ 1948423 h 2083613"/>
                <a:gd name="connsiteX16" fmla="*/ 3736514 w 4190656"/>
                <a:gd name="connsiteY16" fmla="*/ 1943463 h 2083613"/>
                <a:gd name="connsiteX17" fmla="*/ 3736514 w 4190656"/>
                <a:gd name="connsiteY17" fmla="*/ 1983287 h 2083613"/>
                <a:gd name="connsiteX18" fmla="*/ 4087017 w 4190656"/>
                <a:gd name="connsiteY18" fmla="*/ 1983287 h 2083613"/>
                <a:gd name="connsiteX19" fmla="*/ 4087017 w 4190656"/>
                <a:gd name="connsiteY19" fmla="*/ 1943463 h 2083613"/>
                <a:gd name="connsiteX20" fmla="*/ 3320982 w 4190656"/>
                <a:gd name="connsiteY20" fmla="*/ 1943463 h 2083613"/>
                <a:gd name="connsiteX21" fmla="*/ 3320982 w 4190656"/>
                <a:gd name="connsiteY21" fmla="*/ 1983287 h 2083613"/>
                <a:gd name="connsiteX22" fmla="*/ 3671485 w 4190656"/>
                <a:gd name="connsiteY22" fmla="*/ 1983287 h 2083613"/>
                <a:gd name="connsiteX23" fmla="*/ 3671485 w 4190656"/>
                <a:gd name="connsiteY23" fmla="*/ 1943463 h 2083613"/>
                <a:gd name="connsiteX24" fmla="*/ 1359605 w 4190656"/>
                <a:gd name="connsiteY24" fmla="*/ 1887327 h 2083613"/>
                <a:gd name="connsiteX25" fmla="*/ 1359605 w 4190656"/>
                <a:gd name="connsiteY25" fmla="*/ 1927151 h 2083613"/>
                <a:gd name="connsiteX26" fmla="*/ 1942246 w 4190656"/>
                <a:gd name="connsiteY26" fmla="*/ 1927151 h 2083613"/>
                <a:gd name="connsiteX27" fmla="*/ 1942246 w 4190656"/>
                <a:gd name="connsiteY27" fmla="*/ 1887327 h 2083613"/>
                <a:gd name="connsiteX28" fmla="*/ 3736514 w 4190656"/>
                <a:gd name="connsiteY28" fmla="*/ 1882367 h 2083613"/>
                <a:gd name="connsiteX29" fmla="*/ 3736514 w 4190656"/>
                <a:gd name="connsiteY29" fmla="*/ 1922191 h 2083613"/>
                <a:gd name="connsiteX30" fmla="*/ 4087017 w 4190656"/>
                <a:gd name="connsiteY30" fmla="*/ 1922191 h 2083613"/>
                <a:gd name="connsiteX31" fmla="*/ 4087017 w 4190656"/>
                <a:gd name="connsiteY31" fmla="*/ 1882367 h 2083613"/>
                <a:gd name="connsiteX32" fmla="*/ 3320982 w 4190656"/>
                <a:gd name="connsiteY32" fmla="*/ 1882367 h 2083613"/>
                <a:gd name="connsiteX33" fmla="*/ 3320982 w 4190656"/>
                <a:gd name="connsiteY33" fmla="*/ 1922191 h 2083613"/>
                <a:gd name="connsiteX34" fmla="*/ 3671485 w 4190656"/>
                <a:gd name="connsiteY34" fmla="*/ 1922191 h 2083613"/>
                <a:gd name="connsiteX35" fmla="*/ 3671485 w 4190656"/>
                <a:gd name="connsiteY35" fmla="*/ 1882367 h 2083613"/>
                <a:gd name="connsiteX36" fmla="*/ 3051754 w 4190656"/>
                <a:gd name="connsiteY36" fmla="*/ 1873675 h 2083613"/>
                <a:gd name="connsiteX37" fmla="*/ 3051754 w 4190656"/>
                <a:gd name="connsiteY37" fmla="*/ 1939321 h 2083613"/>
                <a:gd name="connsiteX38" fmla="*/ 3149850 w 4190656"/>
                <a:gd name="connsiteY38" fmla="*/ 1939321 h 2083613"/>
                <a:gd name="connsiteX39" fmla="*/ 3149850 w 4190656"/>
                <a:gd name="connsiteY39" fmla="*/ 1873675 h 2083613"/>
                <a:gd name="connsiteX40" fmla="*/ 2868153 w 4190656"/>
                <a:gd name="connsiteY40" fmla="*/ 1873675 h 2083613"/>
                <a:gd name="connsiteX41" fmla="*/ 2868153 w 4190656"/>
                <a:gd name="connsiteY41" fmla="*/ 1939321 h 2083613"/>
                <a:gd name="connsiteX42" fmla="*/ 2966249 w 4190656"/>
                <a:gd name="connsiteY42" fmla="*/ 1939321 h 2083613"/>
                <a:gd name="connsiteX43" fmla="*/ 2966249 w 4190656"/>
                <a:gd name="connsiteY43" fmla="*/ 1873675 h 2083613"/>
                <a:gd name="connsiteX44" fmla="*/ 2684553 w 4190656"/>
                <a:gd name="connsiteY44" fmla="*/ 1873675 h 2083613"/>
                <a:gd name="connsiteX45" fmla="*/ 2684553 w 4190656"/>
                <a:gd name="connsiteY45" fmla="*/ 1939321 h 2083613"/>
                <a:gd name="connsiteX46" fmla="*/ 2782649 w 4190656"/>
                <a:gd name="connsiteY46" fmla="*/ 1939321 h 2083613"/>
                <a:gd name="connsiteX47" fmla="*/ 2782649 w 4190656"/>
                <a:gd name="connsiteY47" fmla="*/ 1873675 h 2083613"/>
                <a:gd name="connsiteX48" fmla="*/ 1359605 w 4190656"/>
                <a:gd name="connsiteY48" fmla="*/ 1826230 h 2083613"/>
                <a:gd name="connsiteX49" fmla="*/ 1359605 w 4190656"/>
                <a:gd name="connsiteY49" fmla="*/ 1866054 h 2083613"/>
                <a:gd name="connsiteX50" fmla="*/ 1942246 w 4190656"/>
                <a:gd name="connsiteY50" fmla="*/ 1866054 h 2083613"/>
                <a:gd name="connsiteX51" fmla="*/ 1942246 w 4190656"/>
                <a:gd name="connsiteY51" fmla="*/ 1826230 h 2083613"/>
                <a:gd name="connsiteX52" fmla="*/ 3736514 w 4190656"/>
                <a:gd name="connsiteY52" fmla="*/ 1821270 h 2083613"/>
                <a:gd name="connsiteX53" fmla="*/ 3736514 w 4190656"/>
                <a:gd name="connsiteY53" fmla="*/ 1861094 h 2083613"/>
                <a:gd name="connsiteX54" fmla="*/ 4087017 w 4190656"/>
                <a:gd name="connsiteY54" fmla="*/ 1861094 h 2083613"/>
                <a:gd name="connsiteX55" fmla="*/ 4087017 w 4190656"/>
                <a:gd name="connsiteY55" fmla="*/ 1821270 h 2083613"/>
                <a:gd name="connsiteX56" fmla="*/ 3320982 w 4190656"/>
                <a:gd name="connsiteY56" fmla="*/ 1821270 h 2083613"/>
                <a:gd name="connsiteX57" fmla="*/ 3320982 w 4190656"/>
                <a:gd name="connsiteY57" fmla="*/ 1861094 h 2083613"/>
                <a:gd name="connsiteX58" fmla="*/ 3671485 w 4190656"/>
                <a:gd name="connsiteY58" fmla="*/ 1861094 h 2083613"/>
                <a:gd name="connsiteX59" fmla="*/ 3671485 w 4190656"/>
                <a:gd name="connsiteY59" fmla="*/ 1821270 h 2083613"/>
                <a:gd name="connsiteX60" fmla="*/ 3051754 w 4190656"/>
                <a:gd name="connsiteY60" fmla="*/ 1737466 h 2083613"/>
                <a:gd name="connsiteX61" fmla="*/ 3051754 w 4190656"/>
                <a:gd name="connsiteY61" fmla="*/ 1803112 h 2083613"/>
                <a:gd name="connsiteX62" fmla="*/ 3149850 w 4190656"/>
                <a:gd name="connsiteY62" fmla="*/ 1803112 h 2083613"/>
                <a:gd name="connsiteX63" fmla="*/ 3149850 w 4190656"/>
                <a:gd name="connsiteY63" fmla="*/ 1737466 h 2083613"/>
                <a:gd name="connsiteX64" fmla="*/ 2868153 w 4190656"/>
                <a:gd name="connsiteY64" fmla="*/ 1737466 h 2083613"/>
                <a:gd name="connsiteX65" fmla="*/ 2868153 w 4190656"/>
                <a:gd name="connsiteY65" fmla="*/ 1803112 h 2083613"/>
                <a:gd name="connsiteX66" fmla="*/ 2966249 w 4190656"/>
                <a:gd name="connsiteY66" fmla="*/ 1803112 h 2083613"/>
                <a:gd name="connsiteX67" fmla="*/ 2966249 w 4190656"/>
                <a:gd name="connsiteY67" fmla="*/ 1737466 h 2083613"/>
                <a:gd name="connsiteX68" fmla="*/ 2684553 w 4190656"/>
                <a:gd name="connsiteY68" fmla="*/ 1737466 h 2083613"/>
                <a:gd name="connsiteX69" fmla="*/ 2684553 w 4190656"/>
                <a:gd name="connsiteY69" fmla="*/ 1803112 h 2083613"/>
                <a:gd name="connsiteX70" fmla="*/ 2782649 w 4190656"/>
                <a:gd name="connsiteY70" fmla="*/ 1803112 h 2083613"/>
                <a:gd name="connsiteX71" fmla="*/ 2782649 w 4190656"/>
                <a:gd name="connsiteY71" fmla="*/ 1737466 h 2083613"/>
                <a:gd name="connsiteX72" fmla="*/ 3051754 w 4190656"/>
                <a:gd name="connsiteY72" fmla="*/ 1601257 h 2083613"/>
                <a:gd name="connsiteX73" fmla="*/ 3051754 w 4190656"/>
                <a:gd name="connsiteY73" fmla="*/ 1666903 h 2083613"/>
                <a:gd name="connsiteX74" fmla="*/ 3149850 w 4190656"/>
                <a:gd name="connsiteY74" fmla="*/ 1666903 h 2083613"/>
                <a:gd name="connsiteX75" fmla="*/ 3149850 w 4190656"/>
                <a:gd name="connsiteY75" fmla="*/ 1601257 h 2083613"/>
                <a:gd name="connsiteX76" fmla="*/ 2868153 w 4190656"/>
                <a:gd name="connsiteY76" fmla="*/ 1601257 h 2083613"/>
                <a:gd name="connsiteX77" fmla="*/ 2868153 w 4190656"/>
                <a:gd name="connsiteY77" fmla="*/ 1666903 h 2083613"/>
                <a:gd name="connsiteX78" fmla="*/ 2966249 w 4190656"/>
                <a:gd name="connsiteY78" fmla="*/ 1666903 h 2083613"/>
                <a:gd name="connsiteX79" fmla="*/ 2966249 w 4190656"/>
                <a:gd name="connsiteY79" fmla="*/ 1601257 h 2083613"/>
                <a:gd name="connsiteX80" fmla="*/ 2684553 w 4190656"/>
                <a:gd name="connsiteY80" fmla="*/ 1601257 h 2083613"/>
                <a:gd name="connsiteX81" fmla="*/ 2684553 w 4190656"/>
                <a:gd name="connsiteY81" fmla="*/ 1666903 h 2083613"/>
                <a:gd name="connsiteX82" fmla="*/ 2782649 w 4190656"/>
                <a:gd name="connsiteY82" fmla="*/ 1666903 h 2083613"/>
                <a:gd name="connsiteX83" fmla="*/ 2782649 w 4190656"/>
                <a:gd name="connsiteY83" fmla="*/ 1601257 h 2083613"/>
                <a:gd name="connsiteX84" fmla="*/ 1003047 w 4190656"/>
                <a:gd name="connsiteY84" fmla="*/ 1464531 h 2083613"/>
                <a:gd name="connsiteX85" fmla="*/ 1003047 w 4190656"/>
                <a:gd name="connsiteY85" fmla="*/ 2082216 h 2083613"/>
                <a:gd name="connsiteX86" fmla="*/ 1259865 w 4190656"/>
                <a:gd name="connsiteY86" fmla="*/ 2082216 h 2083613"/>
                <a:gd name="connsiteX87" fmla="*/ 1259865 w 4190656"/>
                <a:gd name="connsiteY87" fmla="*/ 1464531 h 2083613"/>
                <a:gd name="connsiteX88" fmla="*/ 640721 w 4190656"/>
                <a:gd name="connsiteY88" fmla="*/ 1461809 h 2083613"/>
                <a:gd name="connsiteX89" fmla="*/ 640721 w 4190656"/>
                <a:gd name="connsiteY89" fmla="*/ 2079494 h 2083613"/>
                <a:gd name="connsiteX90" fmla="*/ 860983 w 4190656"/>
                <a:gd name="connsiteY90" fmla="*/ 2079494 h 2083613"/>
                <a:gd name="connsiteX91" fmla="*/ 860983 w 4190656"/>
                <a:gd name="connsiteY91" fmla="*/ 1461809 h 2083613"/>
                <a:gd name="connsiteX92" fmla="*/ 3977387 w 4190656"/>
                <a:gd name="connsiteY92" fmla="*/ 1437108 h 2083613"/>
                <a:gd name="connsiteX93" fmla="*/ 3977387 w 4190656"/>
                <a:gd name="connsiteY93" fmla="*/ 1502754 h 2083613"/>
                <a:gd name="connsiteX94" fmla="*/ 4075483 w 4190656"/>
                <a:gd name="connsiteY94" fmla="*/ 1502754 h 2083613"/>
                <a:gd name="connsiteX95" fmla="*/ 4075483 w 4190656"/>
                <a:gd name="connsiteY95" fmla="*/ 1437108 h 2083613"/>
                <a:gd name="connsiteX96" fmla="*/ 3793786 w 4190656"/>
                <a:gd name="connsiteY96" fmla="*/ 1437108 h 2083613"/>
                <a:gd name="connsiteX97" fmla="*/ 3793786 w 4190656"/>
                <a:gd name="connsiteY97" fmla="*/ 1502754 h 2083613"/>
                <a:gd name="connsiteX98" fmla="*/ 3891882 w 4190656"/>
                <a:gd name="connsiteY98" fmla="*/ 1502754 h 2083613"/>
                <a:gd name="connsiteX99" fmla="*/ 3891882 w 4190656"/>
                <a:gd name="connsiteY99" fmla="*/ 1437108 h 2083613"/>
                <a:gd name="connsiteX100" fmla="*/ 3610186 w 4190656"/>
                <a:gd name="connsiteY100" fmla="*/ 1437108 h 2083613"/>
                <a:gd name="connsiteX101" fmla="*/ 3610186 w 4190656"/>
                <a:gd name="connsiteY101" fmla="*/ 1502754 h 2083613"/>
                <a:gd name="connsiteX102" fmla="*/ 3708282 w 4190656"/>
                <a:gd name="connsiteY102" fmla="*/ 1502754 h 2083613"/>
                <a:gd name="connsiteX103" fmla="*/ 3708282 w 4190656"/>
                <a:gd name="connsiteY103" fmla="*/ 1437108 h 2083613"/>
                <a:gd name="connsiteX104" fmla="*/ 3413613 w 4190656"/>
                <a:gd name="connsiteY104" fmla="*/ 1437108 h 2083613"/>
                <a:gd name="connsiteX105" fmla="*/ 3413613 w 4190656"/>
                <a:gd name="connsiteY105" fmla="*/ 1502754 h 2083613"/>
                <a:gd name="connsiteX106" fmla="*/ 3511709 w 4190656"/>
                <a:gd name="connsiteY106" fmla="*/ 1502754 h 2083613"/>
                <a:gd name="connsiteX107" fmla="*/ 3511709 w 4190656"/>
                <a:gd name="connsiteY107" fmla="*/ 1437108 h 2083613"/>
                <a:gd name="connsiteX108" fmla="*/ 3230013 w 4190656"/>
                <a:gd name="connsiteY108" fmla="*/ 1437108 h 2083613"/>
                <a:gd name="connsiteX109" fmla="*/ 3230013 w 4190656"/>
                <a:gd name="connsiteY109" fmla="*/ 1502754 h 2083613"/>
                <a:gd name="connsiteX110" fmla="*/ 3328109 w 4190656"/>
                <a:gd name="connsiteY110" fmla="*/ 1502754 h 2083613"/>
                <a:gd name="connsiteX111" fmla="*/ 3328109 w 4190656"/>
                <a:gd name="connsiteY111" fmla="*/ 1437108 h 2083613"/>
                <a:gd name="connsiteX112" fmla="*/ 3051754 w 4190656"/>
                <a:gd name="connsiteY112" fmla="*/ 1437108 h 2083613"/>
                <a:gd name="connsiteX113" fmla="*/ 3051754 w 4190656"/>
                <a:gd name="connsiteY113" fmla="*/ 1502754 h 2083613"/>
                <a:gd name="connsiteX114" fmla="*/ 3149850 w 4190656"/>
                <a:gd name="connsiteY114" fmla="*/ 1502754 h 2083613"/>
                <a:gd name="connsiteX115" fmla="*/ 3149850 w 4190656"/>
                <a:gd name="connsiteY115" fmla="*/ 1437108 h 2083613"/>
                <a:gd name="connsiteX116" fmla="*/ 2868153 w 4190656"/>
                <a:gd name="connsiteY116" fmla="*/ 1437108 h 2083613"/>
                <a:gd name="connsiteX117" fmla="*/ 2868153 w 4190656"/>
                <a:gd name="connsiteY117" fmla="*/ 1502754 h 2083613"/>
                <a:gd name="connsiteX118" fmla="*/ 2966249 w 4190656"/>
                <a:gd name="connsiteY118" fmla="*/ 1502754 h 2083613"/>
                <a:gd name="connsiteX119" fmla="*/ 2966249 w 4190656"/>
                <a:gd name="connsiteY119" fmla="*/ 1437108 h 2083613"/>
                <a:gd name="connsiteX120" fmla="*/ 2684553 w 4190656"/>
                <a:gd name="connsiteY120" fmla="*/ 1437108 h 2083613"/>
                <a:gd name="connsiteX121" fmla="*/ 2684553 w 4190656"/>
                <a:gd name="connsiteY121" fmla="*/ 1502754 h 2083613"/>
                <a:gd name="connsiteX122" fmla="*/ 2782649 w 4190656"/>
                <a:gd name="connsiteY122" fmla="*/ 1502754 h 2083613"/>
                <a:gd name="connsiteX123" fmla="*/ 2782649 w 4190656"/>
                <a:gd name="connsiteY123" fmla="*/ 1437108 h 2083613"/>
                <a:gd name="connsiteX124" fmla="*/ 1818380 w 4190656"/>
                <a:gd name="connsiteY124" fmla="*/ 1377680 h 2083613"/>
                <a:gd name="connsiteX125" fmla="*/ 1818380 w 4190656"/>
                <a:gd name="connsiteY125" fmla="*/ 1450750 h 2083613"/>
                <a:gd name="connsiteX126" fmla="*/ 1916476 w 4190656"/>
                <a:gd name="connsiteY126" fmla="*/ 1450750 h 2083613"/>
                <a:gd name="connsiteX127" fmla="*/ 1916476 w 4190656"/>
                <a:gd name="connsiteY127" fmla="*/ 1377680 h 2083613"/>
                <a:gd name="connsiteX128" fmla="*/ 1634779 w 4190656"/>
                <a:gd name="connsiteY128" fmla="*/ 1377680 h 2083613"/>
                <a:gd name="connsiteX129" fmla="*/ 1634779 w 4190656"/>
                <a:gd name="connsiteY129" fmla="*/ 1450750 h 2083613"/>
                <a:gd name="connsiteX130" fmla="*/ 1732875 w 4190656"/>
                <a:gd name="connsiteY130" fmla="*/ 1450750 h 2083613"/>
                <a:gd name="connsiteX131" fmla="*/ 1732875 w 4190656"/>
                <a:gd name="connsiteY131" fmla="*/ 1377680 h 2083613"/>
                <a:gd name="connsiteX132" fmla="*/ 1451179 w 4190656"/>
                <a:gd name="connsiteY132" fmla="*/ 1377680 h 2083613"/>
                <a:gd name="connsiteX133" fmla="*/ 1451179 w 4190656"/>
                <a:gd name="connsiteY133" fmla="*/ 1450750 h 2083613"/>
                <a:gd name="connsiteX134" fmla="*/ 1549275 w 4190656"/>
                <a:gd name="connsiteY134" fmla="*/ 1450750 h 2083613"/>
                <a:gd name="connsiteX135" fmla="*/ 1549275 w 4190656"/>
                <a:gd name="connsiteY135" fmla="*/ 1377680 h 2083613"/>
                <a:gd name="connsiteX136" fmla="*/ 1818380 w 4190656"/>
                <a:gd name="connsiteY136" fmla="*/ 1226067 h 2083613"/>
                <a:gd name="connsiteX137" fmla="*/ 1818380 w 4190656"/>
                <a:gd name="connsiteY137" fmla="*/ 1299137 h 2083613"/>
                <a:gd name="connsiteX138" fmla="*/ 1916476 w 4190656"/>
                <a:gd name="connsiteY138" fmla="*/ 1299137 h 2083613"/>
                <a:gd name="connsiteX139" fmla="*/ 1916476 w 4190656"/>
                <a:gd name="connsiteY139" fmla="*/ 1226067 h 2083613"/>
                <a:gd name="connsiteX140" fmla="*/ 1634779 w 4190656"/>
                <a:gd name="connsiteY140" fmla="*/ 1226067 h 2083613"/>
                <a:gd name="connsiteX141" fmla="*/ 1634779 w 4190656"/>
                <a:gd name="connsiteY141" fmla="*/ 1299137 h 2083613"/>
                <a:gd name="connsiteX142" fmla="*/ 1732875 w 4190656"/>
                <a:gd name="connsiteY142" fmla="*/ 1299137 h 2083613"/>
                <a:gd name="connsiteX143" fmla="*/ 1732875 w 4190656"/>
                <a:gd name="connsiteY143" fmla="*/ 1226067 h 2083613"/>
                <a:gd name="connsiteX144" fmla="*/ 1451179 w 4190656"/>
                <a:gd name="connsiteY144" fmla="*/ 1226067 h 2083613"/>
                <a:gd name="connsiteX145" fmla="*/ 1451179 w 4190656"/>
                <a:gd name="connsiteY145" fmla="*/ 1299137 h 2083613"/>
                <a:gd name="connsiteX146" fmla="*/ 1549275 w 4190656"/>
                <a:gd name="connsiteY146" fmla="*/ 1299137 h 2083613"/>
                <a:gd name="connsiteX147" fmla="*/ 1549275 w 4190656"/>
                <a:gd name="connsiteY147" fmla="*/ 1226067 h 2083613"/>
                <a:gd name="connsiteX148" fmla="*/ 403424 w 4190656"/>
                <a:gd name="connsiteY148" fmla="*/ 1142989 h 2083613"/>
                <a:gd name="connsiteX149" fmla="*/ 348620 w 4190656"/>
                <a:gd name="connsiteY149" fmla="*/ 1197793 h 2083613"/>
                <a:gd name="connsiteX150" fmla="*/ 348620 w 4190656"/>
                <a:gd name="connsiteY150" fmla="*/ 2081959 h 2083613"/>
                <a:gd name="connsiteX151" fmla="*/ 458227 w 4190656"/>
                <a:gd name="connsiteY151" fmla="*/ 2081959 h 2083613"/>
                <a:gd name="connsiteX152" fmla="*/ 458228 w 4190656"/>
                <a:gd name="connsiteY152" fmla="*/ 1197793 h 2083613"/>
                <a:gd name="connsiteX153" fmla="*/ 403424 w 4190656"/>
                <a:gd name="connsiteY153" fmla="*/ 1142989 h 2083613"/>
                <a:gd name="connsiteX154" fmla="*/ 169200 w 4190656"/>
                <a:gd name="connsiteY154" fmla="*/ 1139285 h 2083613"/>
                <a:gd name="connsiteX155" fmla="*/ 114396 w 4190656"/>
                <a:gd name="connsiteY155" fmla="*/ 1194089 h 2083613"/>
                <a:gd name="connsiteX156" fmla="*/ 114396 w 4190656"/>
                <a:gd name="connsiteY156" fmla="*/ 2078255 h 2083613"/>
                <a:gd name="connsiteX157" fmla="*/ 224003 w 4190656"/>
                <a:gd name="connsiteY157" fmla="*/ 2078255 h 2083613"/>
                <a:gd name="connsiteX158" fmla="*/ 224004 w 4190656"/>
                <a:gd name="connsiteY158" fmla="*/ 1194089 h 2083613"/>
                <a:gd name="connsiteX159" fmla="*/ 169200 w 4190656"/>
                <a:gd name="connsiteY159" fmla="*/ 1139285 h 2083613"/>
                <a:gd name="connsiteX160" fmla="*/ 1818380 w 4190656"/>
                <a:gd name="connsiteY160" fmla="*/ 1074453 h 2083613"/>
                <a:gd name="connsiteX161" fmla="*/ 1818380 w 4190656"/>
                <a:gd name="connsiteY161" fmla="*/ 1147523 h 2083613"/>
                <a:gd name="connsiteX162" fmla="*/ 1916476 w 4190656"/>
                <a:gd name="connsiteY162" fmla="*/ 1147523 h 2083613"/>
                <a:gd name="connsiteX163" fmla="*/ 1916476 w 4190656"/>
                <a:gd name="connsiteY163" fmla="*/ 1074453 h 2083613"/>
                <a:gd name="connsiteX164" fmla="*/ 1634779 w 4190656"/>
                <a:gd name="connsiteY164" fmla="*/ 1074453 h 2083613"/>
                <a:gd name="connsiteX165" fmla="*/ 1634779 w 4190656"/>
                <a:gd name="connsiteY165" fmla="*/ 1147523 h 2083613"/>
                <a:gd name="connsiteX166" fmla="*/ 1732875 w 4190656"/>
                <a:gd name="connsiteY166" fmla="*/ 1147523 h 2083613"/>
                <a:gd name="connsiteX167" fmla="*/ 1732875 w 4190656"/>
                <a:gd name="connsiteY167" fmla="*/ 1074453 h 2083613"/>
                <a:gd name="connsiteX168" fmla="*/ 1451179 w 4190656"/>
                <a:gd name="connsiteY168" fmla="*/ 1074453 h 2083613"/>
                <a:gd name="connsiteX169" fmla="*/ 1451179 w 4190656"/>
                <a:gd name="connsiteY169" fmla="*/ 1147523 h 2083613"/>
                <a:gd name="connsiteX170" fmla="*/ 1549275 w 4190656"/>
                <a:gd name="connsiteY170" fmla="*/ 1147523 h 2083613"/>
                <a:gd name="connsiteX171" fmla="*/ 1549275 w 4190656"/>
                <a:gd name="connsiteY171" fmla="*/ 1074453 h 2083613"/>
                <a:gd name="connsiteX172" fmla="*/ 1254606 w 4190656"/>
                <a:gd name="connsiteY172" fmla="*/ 1074453 h 2083613"/>
                <a:gd name="connsiteX173" fmla="*/ 1254606 w 4190656"/>
                <a:gd name="connsiteY173" fmla="*/ 1147523 h 2083613"/>
                <a:gd name="connsiteX174" fmla="*/ 1352702 w 4190656"/>
                <a:gd name="connsiteY174" fmla="*/ 1147523 h 2083613"/>
                <a:gd name="connsiteX175" fmla="*/ 1352702 w 4190656"/>
                <a:gd name="connsiteY175" fmla="*/ 1074453 h 2083613"/>
                <a:gd name="connsiteX176" fmla="*/ 1071005 w 4190656"/>
                <a:gd name="connsiteY176" fmla="*/ 1074453 h 2083613"/>
                <a:gd name="connsiteX177" fmla="*/ 1071005 w 4190656"/>
                <a:gd name="connsiteY177" fmla="*/ 1147523 h 2083613"/>
                <a:gd name="connsiteX178" fmla="*/ 1169101 w 4190656"/>
                <a:gd name="connsiteY178" fmla="*/ 1147523 h 2083613"/>
                <a:gd name="connsiteX179" fmla="*/ 1169101 w 4190656"/>
                <a:gd name="connsiteY179" fmla="*/ 1074453 h 2083613"/>
                <a:gd name="connsiteX180" fmla="*/ 887405 w 4190656"/>
                <a:gd name="connsiteY180" fmla="*/ 1074453 h 2083613"/>
                <a:gd name="connsiteX181" fmla="*/ 887405 w 4190656"/>
                <a:gd name="connsiteY181" fmla="*/ 1147523 h 2083613"/>
                <a:gd name="connsiteX182" fmla="*/ 985501 w 4190656"/>
                <a:gd name="connsiteY182" fmla="*/ 1147523 h 2083613"/>
                <a:gd name="connsiteX183" fmla="*/ 985501 w 4190656"/>
                <a:gd name="connsiteY183" fmla="*/ 1074453 h 2083613"/>
                <a:gd name="connsiteX184" fmla="*/ 726849 w 4190656"/>
                <a:gd name="connsiteY184" fmla="*/ 1074453 h 2083613"/>
                <a:gd name="connsiteX185" fmla="*/ 726849 w 4190656"/>
                <a:gd name="connsiteY185" fmla="*/ 1147523 h 2083613"/>
                <a:gd name="connsiteX186" fmla="*/ 824945 w 4190656"/>
                <a:gd name="connsiteY186" fmla="*/ 1147523 h 2083613"/>
                <a:gd name="connsiteX187" fmla="*/ 824945 w 4190656"/>
                <a:gd name="connsiteY187" fmla="*/ 1074453 h 2083613"/>
                <a:gd name="connsiteX188" fmla="*/ 543248 w 4190656"/>
                <a:gd name="connsiteY188" fmla="*/ 1074453 h 2083613"/>
                <a:gd name="connsiteX189" fmla="*/ 543248 w 4190656"/>
                <a:gd name="connsiteY189" fmla="*/ 1147523 h 2083613"/>
                <a:gd name="connsiteX190" fmla="*/ 641344 w 4190656"/>
                <a:gd name="connsiteY190" fmla="*/ 1147523 h 2083613"/>
                <a:gd name="connsiteX191" fmla="*/ 641344 w 4190656"/>
                <a:gd name="connsiteY191" fmla="*/ 1074453 h 2083613"/>
                <a:gd name="connsiteX192" fmla="*/ 3065554 w 4190656"/>
                <a:gd name="connsiteY192" fmla="*/ 331011 h 2083613"/>
                <a:gd name="connsiteX193" fmla="*/ 3065554 w 4190656"/>
                <a:gd name="connsiteY193" fmla="*/ 465308 h 2083613"/>
                <a:gd name="connsiteX194" fmla="*/ 3086674 w 4190656"/>
                <a:gd name="connsiteY194" fmla="*/ 468502 h 2083613"/>
                <a:gd name="connsiteX195" fmla="*/ 3190451 w 4190656"/>
                <a:gd name="connsiteY195" fmla="*/ 562591 h 2083613"/>
                <a:gd name="connsiteX196" fmla="*/ 3200815 w 4190656"/>
                <a:gd name="connsiteY196" fmla="*/ 613926 h 2083613"/>
                <a:gd name="connsiteX197" fmla="*/ 3203518 w 4190656"/>
                <a:gd name="connsiteY197" fmla="*/ 613926 h 2083613"/>
                <a:gd name="connsiteX198" fmla="*/ 3203518 w 4190656"/>
                <a:gd name="connsiteY198" fmla="*/ 627317 h 2083613"/>
                <a:gd name="connsiteX199" fmla="*/ 3203519 w 4190656"/>
                <a:gd name="connsiteY199" fmla="*/ 627321 h 2083613"/>
                <a:gd name="connsiteX200" fmla="*/ 3203518 w 4190656"/>
                <a:gd name="connsiteY200" fmla="*/ 1063497 h 2083613"/>
                <a:gd name="connsiteX201" fmla="*/ 3310645 w 4190656"/>
                <a:gd name="connsiteY201" fmla="*/ 1063497 h 2083613"/>
                <a:gd name="connsiteX202" fmla="*/ 3310645 w 4190656"/>
                <a:gd name="connsiteY202" fmla="*/ 627216 h 2083613"/>
                <a:gd name="connsiteX203" fmla="*/ 3412211 w 4190656"/>
                <a:gd name="connsiteY203" fmla="*/ 473988 h 2083613"/>
                <a:gd name="connsiteX204" fmla="*/ 3465439 w 4190656"/>
                <a:gd name="connsiteY204" fmla="*/ 463242 h 2083613"/>
                <a:gd name="connsiteX205" fmla="*/ 3465439 w 4190656"/>
                <a:gd name="connsiteY205" fmla="*/ 331011 h 2083613"/>
                <a:gd name="connsiteX206" fmla="*/ 2812855 w 4190656"/>
                <a:gd name="connsiteY206" fmla="*/ 331011 h 2083613"/>
                <a:gd name="connsiteX207" fmla="*/ 2812855 w 4190656"/>
                <a:gd name="connsiteY207" fmla="*/ 1063497 h 2083613"/>
                <a:gd name="connsiteX208" fmla="*/ 2870927 w 4190656"/>
                <a:gd name="connsiteY208" fmla="*/ 1063497 h 2083613"/>
                <a:gd name="connsiteX209" fmla="*/ 2870927 w 4190656"/>
                <a:gd name="connsiteY209" fmla="*/ 627321 h 2083613"/>
                <a:gd name="connsiteX210" fmla="*/ 2972493 w 4190656"/>
                <a:gd name="connsiteY210" fmla="*/ 474094 h 2083613"/>
                <a:gd name="connsiteX211" fmla="*/ 3023955 w 4190656"/>
                <a:gd name="connsiteY211" fmla="*/ 463704 h 2083613"/>
                <a:gd name="connsiteX212" fmla="*/ 3023955 w 4190656"/>
                <a:gd name="connsiteY212" fmla="*/ 331011 h 2083613"/>
                <a:gd name="connsiteX213" fmla="*/ 2711332 w 4190656"/>
                <a:gd name="connsiteY213" fmla="*/ 0 h 2083613"/>
                <a:gd name="connsiteX214" fmla="*/ 2812855 w 4190656"/>
                <a:gd name="connsiteY214" fmla="*/ 0 h 2083613"/>
                <a:gd name="connsiteX215" fmla="*/ 2812855 w 4190656"/>
                <a:gd name="connsiteY215" fmla="*/ 1 h 2083613"/>
                <a:gd name="connsiteX216" fmla="*/ 2812855 w 4190656"/>
                <a:gd name="connsiteY216" fmla="*/ 150699 h 2083613"/>
                <a:gd name="connsiteX217" fmla="*/ 2812855 w 4190656"/>
                <a:gd name="connsiteY217" fmla="*/ 150703 h 2083613"/>
                <a:gd name="connsiteX218" fmla="*/ 2812855 w 4190656"/>
                <a:gd name="connsiteY218" fmla="*/ 185573 h 2083613"/>
                <a:gd name="connsiteX219" fmla="*/ 2812855 w 4190656"/>
                <a:gd name="connsiteY219" fmla="*/ 268612 h 2083613"/>
                <a:gd name="connsiteX220" fmla="*/ 3465439 w 4190656"/>
                <a:gd name="connsiteY220" fmla="*/ 268612 h 2083613"/>
                <a:gd name="connsiteX221" fmla="*/ 3465439 w 4190656"/>
                <a:gd name="connsiteY221" fmla="*/ 268180 h 2083613"/>
                <a:gd name="connsiteX222" fmla="*/ 3507038 w 4190656"/>
                <a:gd name="connsiteY222" fmla="*/ 268180 h 2083613"/>
                <a:gd name="connsiteX223" fmla="*/ 3507038 w 4190656"/>
                <a:gd name="connsiteY223" fmla="*/ 466997 h 2083613"/>
                <a:gd name="connsiteX224" fmla="*/ 3541671 w 4190656"/>
                <a:gd name="connsiteY224" fmla="*/ 473988 h 2083613"/>
                <a:gd name="connsiteX225" fmla="*/ 3635761 w 4190656"/>
                <a:gd name="connsiteY225" fmla="*/ 577765 h 2083613"/>
                <a:gd name="connsiteX226" fmla="*/ 3641212 w 4190656"/>
                <a:gd name="connsiteY226" fmla="*/ 613821 h 2083613"/>
                <a:gd name="connsiteX227" fmla="*/ 3643236 w 4190656"/>
                <a:gd name="connsiteY227" fmla="*/ 613821 h 2083613"/>
                <a:gd name="connsiteX228" fmla="*/ 3643236 w 4190656"/>
                <a:gd name="connsiteY228" fmla="*/ 627210 h 2083613"/>
                <a:gd name="connsiteX229" fmla="*/ 3643237 w 4190656"/>
                <a:gd name="connsiteY229" fmla="*/ 627216 h 2083613"/>
                <a:gd name="connsiteX230" fmla="*/ 3643236 w 4190656"/>
                <a:gd name="connsiteY230" fmla="*/ 1063497 h 2083613"/>
                <a:gd name="connsiteX231" fmla="*/ 4190656 w 4190656"/>
                <a:gd name="connsiteY231" fmla="*/ 1063497 h 2083613"/>
                <a:gd name="connsiteX232" fmla="*/ 4190656 w 4190656"/>
                <a:gd name="connsiteY232" fmla="*/ 1184656 h 2083613"/>
                <a:gd name="connsiteX233" fmla="*/ 4190656 w 4190656"/>
                <a:gd name="connsiteY233" fmla="*/ 1530190 h 2083613"/>
                <a:gd name="connsiteX234" fmla="*/ 4190656 w 4190656"/>
                <a:gd name="connsiteY234" fmla="*/ 2078653 h 2083613"/>
                <a:gd name="connsiteX235" fmla="*/ 4190656 w 4190656"/>
                <a:gd name="connsiteY235" fmla="*/ 2082019 h 2083613"/>
                <a:gd name="connsiteX236" fmla="*/ 2526770 w 4190656"/>
                <a:gd name="connsiteY236" fmla="*/ 2082019 h 2083613"/>
                <a:gd name="connsiteX237" fmla="*/ 2526681 w 4190656"/>
                <a:gd name="connsiteY237" fmla="*/ 2082019 h 2083613"/>
                <a:gd name="connsiteX238" fmla="*/ 2449297 w 4190656"/>
                <a:gd name="connsiteY238" fmla="*/ 2082019 h 2083613"/>
                <a:gd name="connsiteX239" fmla="*/ 2449297 w 4190656"/>
                <a:gd name="connsiteY239" fmla="*/ 1864776 h 2083613"/>
                <a:gd name="connsiteX240" fmla="*/ 2354647 w 4190656"/>
                <a:gd name="connsiteY240" fmla="*/ 1864776 h 2083613"/>
                <a:gd name="connsiteX241" fmla="*/ 2354647 w 4190656"/>
                <a:gd name="connsiteY241" fmla="*/ 2082019 h 2083613"/>
                <a:gd name="connsiteX242" fmla="*/ 2277173 w 4190656"/>
                <a:gd name="connsiteY242" fmla="*/ 2082019 h 2083613"/>
                <a:gd name="connsiteX243" fmla="*/ 2277173 w 4190656"/>
                <a:gd name="connsiteY243" fmla="*/ 2082018 h 2083613"/>
                <a:gd name="connsiteX244" fmla="*/ 2190902 w 4190656"/>
                <a:gd name="connsiteY244" fmla="*/ 2082018 h 2083613"/>
                <a:gd name="connsiteX245" fmla="*/ 2190902 w 4190656"/>
                <a:gd name="connsiteY245" fmla="*/ 1864776 h 2083613"/>
                <a:gd name="connsiteX246" fmla="*/ 2096252 w 4190656"/>
                <a:gd name="connsiteY246" fmla="*/ 1864776 h 2083613"/>
                <a:gd name="connsiteX247" fmla="*/ 2096252 w 4190656"/>
                <a:gd name="connsiteY247" fmla="*/ 2082018 h 2083613"/>
                <a:gd name="connsiteX248" fmla="*/ 2028518 w 4190656"/>
                <a:gd name="connsiteY248" fmla="*/ 2082018 h 2083613"/>
                <a:gd name="connsiteX249" fmla="*/ 2028518 w 4190656"/>
                <a:gd name="connsiteY249" fmla="*/ 2083613 h 2083613"/>
                <a:gd name="connsiteX250" fmla="*/ 0 w 4190656"/>
                <a:gd name="connsiteY250" fmla="*/ 2083613 h 2083613"/>
                <a:gd name="connsiteX251" fmla="*/ 0 w 4190656"/>
                <a:gd name="connsiteY251" fmla="*/ 954650 h 2083613"/>
                <a:gd name="connsiteX252" fmla="*/ 525663 w 4190656"/>
                <a:gd name="connsiteY252" fmla="*/ 643073 h 2083613"/>
                <a:gd name="connsiteX253" fmla="*/ 525663 w 4190656"/>
                <a:gd name="connsiteY253" fmla="*/ 940002 h 2083613"/>
                <a:gd name="connsiteX254" fmla="*/ 1026614 w 4190656"/>
                <a:gd name="connsiteY254" fmla="*/ 643073 h 2083613"/>
                <a:gd name="connsiteX255" fmla="*/ 1026614 w 4190656"/>
                <a:gd name="connsiteY255" fmla="*/ 940003 h 2083613"/>
                <a:gd name="connsiteX256" fmla="*/ 1527566 w 4190656"/>
                <a:gd name="connsiteY256" fmla="*/ 643073 h 2083613"/>
                <a:gd name="connsiteX257" fmla="*/ 1527566 w 4190656"/>
                <a:gd name="connsiteY257" fmla="*/ 940003 h 2083613"/>
                <a:gd name="connsiteX258" fmla="*/ 2028518 w 4190656"/>
                <a:gd name="connsiteY258" fmla="*/ 643073 h 2083613"/>
                <a:gd name="connsiteX259" fmla="*/ 2028518 w 4190656"/>
                <a:gd name="connsiteY259" fmla="*/ 954650 h 2083613"/>
                <a:gd name="connsiteX260" fmla="*/ 2028518 w 4190656"/>
                <a:gd name="connsiteY260" fmla="*/ 957207 h 2083613"/>
                <a:gd name="connsiteX261" fmla="*/ 2119418 w 4190656"/>
                <a:gd name="connsiteY261" fmla="*/ 957207 h 2083613"/>
                <a:gd name="connsiteX262" fmla="*/ 2119418 w 4190656"/>
                <a:gd name="connsiteY262" fmla="*/ 351653 h 2083613"/>
                <a:gd name="connsiteX263" fmla="*/ 2119417 w 4190656"/>
                <a:gd name="connsiteY263" fmla="*/ 351653 h 2083613"/>
                <a:gd name="connsiteX264" fmla="*/ 2119417 w 4190656"/>
                <a:gd name="connsiteY264" fmla="*/ 185571 h 2083613"/>
                <a:gd name="connsiteX265" fmla="*/ 2265014 w 4190656"/>
                <a:gd name="connsiteY265" fmla="*/ 185571 h 2083613"/>
                <a:gd name="connsiteX266" fmla="*/ 2410612 w 4190656"/>
                <a:gd name="connsiteY266" fmla="*/ 185571 h 2083613"/>
                <a:gd name="connsiteX267" fmla="*/ 2410613 w 4190656"/>
                <a:gd name="connsiteY267" fmla="*/ 185571 h 2083613"/>
                <a:gd name="connsiteX268" fmla="*/ 2410613 w 4190656"/>
                <a:gd name="connsiteY268" fmla="*/ 337527 h 2083613"/>
                <a:gd name="connsiteX269" fmla="*/ 2410614 w 4190656"/>
                <a:gd name="connsiteY269" fmla="*/ 337527 h 2083613"/>
                <a:gd name="connsiteX270" fmla="*/ 2410614 w 4190656"/>
                <a:gd name="connsiteY270" fmla="*/ 337530 h 2083613"/>
                <a:gd name="connsiteX271" fmla="*/ 2410614 w 4190656"/>
                <a:gd name="connsiteY271" fmla="*/ 955499 h 2083613"/>
                <a:gd name="connsiteX272" fmla="*/ 2526770 w 4190656"/>
                <a:gd name="connsiteY272" fmla="*/ 955499 h 2083613"/>
                <a:gd name="connsiteX273" fmla="*/ 2526770 w 4190656"/>
                <a:gd name="connsiteY273" fmla="*/ 956944 h 2083613"/>
                <a:gd name="connsiteX274" fmla="*/ 2526770 w 4190656"/>
                <a:gd name="connsiteY274" fmla="*/ 1063497 h 2083613"/>
                <a:gd name="connsiteX275" fmla="*/ 2619542 w 4190656"/>
                <a:gd name="connsiteY275" fmla="*/ 1063497 h 2083613"/>
                <a:gd name="connsiteX276" fmla="*/ 2619542 w 4190656"/>
                <a:gd name="connsiteY276" fmla="*/ 185573 h 2083613"/>
                <a:gd name="connsiteX277" fmla="*/ 2619542 w 4190656"/>
                <a:gd name="connsiteY277" fmla="*/ 150703 h 2083613"/>
                <a:gd name="connsiteX278" fmla="*/ 2619542 w 4190656"/>
                <a:gd name="connsiteY278" fmla="*/ 1 h 2083613"/>
                <a:gd name="connsiteX279" fmla="*/ 2711332 w 4190656"/>
                <a:gd name="connsiteY279" fmla="*/ 1 h 208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190656" h="2083613">
                  <a:moveTo>
                    <a:pt x="1359605" y="2009520"/>
                  </a:moveTo>
                  <a:lnTo>
                    <a:pt x="1359605" y="2049344"/>
                  </a:lnTo>
                  <a:lnTo>
                    <a:pt x="1942246" y="2049344"/>
                  </a:lnTo>
                  <a:lnTo>
                    <a:pt x="1942246" y="2009520"/>
                  </a:lnTo>
                  <a:close/>
                  <a:moveTo>
                    <a:pt x="3736514" y="2004560"/>
                  </a:moveTo>
                  <a:lnTo>
                    <a:pt x="3736514" y="2044384"/>
                  </a:lnTo>
                  <a:lnTo>
                    <a:pt x="4087017" y="2044384"/>
                  </a:lnTo>
                  <a:lnTo>
                    <a:pt x="4087017" y="2004560"/>
                  </a:lnTo>
                  <a:close/>
                  <a:moveTo>
                    <a:pt x="3320982" y="2004560"/>
                  </a:moveTo>
                  <a:lnTo>
                    <a:pt x="3320982" y="2044384"/>
                  </a:lnTo>
                  <a:lnTo>
                    <a:pt x="3671485" y="2044384"/>
                  </a:lnTo>
                  <a:lnTo>
                    <a:pt x="3671485" y="2004560"/>
                  </a:lnTo>
                  <a:close/>
                  <a:moveTo>
                    <a:pt x="1359605" y="1948423"/>
                  </a:moveTo>
                  <a:lnTo>
                    <a:pt x="1359605" y="1988247"/>
                  </a:lnTo>
                  <a:lnTo>
                    <a:pt x="1942246" y="1988247"/>
                  </a:lnTo>
                  <a:lnTo>
                    <a:pt x="1942246" y="1948423"/>
                  </a:lnTo>
                  <a:close/>
                  <a:moveTo>
                    <a:pt x="3736514" y="1943463"/>
                  </a:moveTo>
                  <a:lnTo>
                    <a:pt x="3736514" y="1983287"/>
                  </a:lnTo>
                  <a:lnTo>
                    <a:pt x="4087017" y="1983287"/>
                  </a:lnTo>
                  <a:lnTo>
                    <a:pt x="4087017" y="1943463"/>
                  </a:lnTo>
                  <a:close/>
                  <a:moveTo>
                    <a:pt x="3320982" y="1943463"/>
                  </a:moveTo>
                  <a:lnTo>
                    <a:pt x="3320982" y="1983287"/>
                  </a:lnTo>
                  <a:lnTo>
                    <a:pt x="3671485" y="1983287"/>
                  </a:lnTo>
                  <a:lnTo>
                    <a:pt x="3671485" y="1943463"/>
                  </a:lnTo>
                  <a:close/>
                  <a:moveTo>
                    <a:pt x="1359605" y="1887327"/>
                  </a:moveTo>
                  <a:lnTo>
                    <a:pt x="1359605" y="1927151"/>
                  </a:lnTo>
                  <a:lnTo>
                    <a:pt x="1942246" y="1927151"/>
                  </a:lnTo>
                  <a:lnTo>
                    <a:pt x="1942246" y="1887327"/>
                  </a:lnTo>
                  <a:close/>
                  <a:moveTo>
                    <a:pt x="3736514" y="1882367"/>
                  </a:moveTo>
                  <a:lnTo>
                    <a:pt x="3736514" y="1922191"/>
                  </a:lnTo>
                  <a:lnTo>
                    <a:pt x="4087017" y="1922191"/>
                  </a:lnTo>
                  <a:lnTo>
                    <a:pt x="4087017" y="1882367"/>
                  </a:lnTo>
                  <a:close/>
                  <a:moveTo>
                    <a:pt x="3320982" y="1882367"/>
                  </a:moveTo>
                  <a:lnTo>
                    <a:pt x="3320982" y="1922191"/>
                  </a:lnTo>
                  <a:lnTo>
                    <a:pt x="3671485" y="1922191"/>
                  </a:lnTo>
                  <a:lnTo>
                    <a:pt x="3671485" y="1882367"/>
                  </a:lnTo>
                  <a:close/>
                  <a:moveTo>
                    <a:pt x="3051754" y="1873675"/>
                  </a:moveTo>
                  <a:lnTo>
                    <a:pt x="3051754" y="1939321"/>
                  </a:lnTo>
                  <a:lnTo>
                    <a:pt x="3149850" y="1939321"/>
                  </a:lnTo>
                  <a:lnTo>
                    <a:pt x="3149850" y="1873675"/>
                  </a:lnTo>
                  <a:close/>
                  <a:moveTo>
                    <a:pt x="2868153" y="1873675"/>
                  </a:moveTo>
                  <a:lnTo>
                    <a:pt x="2868153" y="1939321"/>
                  </a:lnTo>
                  <a:lnTo>
                    <a:pt x="2966249" y="1939321"/>
                  </a:lnTo>
                  <a:lnTo>
                    <a:pt x="2966249" y="1873675"/>
                  </a:lnTo>
                  <a:close/>
                  <a:moveTo>
                    <a:pt x="2684553" y="1873675"/>
                  </a:moveTo>
                  <a:lnTo>
                    <a:pt x="2684553" y="1939321"/>
                  </a:lnTo>
                  <a:lnTo>
                    <a:pt x="2782649" y="1939321"/>
                  </a:lnTo>
                  <a:lnTo>
                    <a:pt x="2782649" y="1873675"/>
                  </a:lnTo>
                  <a:close/>
                  <a:moveTo>
                    <a:pt x="1359605" y="1826230"/>
                  </a:moveTo>
                  <a:lnTo>
                    <a:pt x="1359605" y="1866054"/>
                  </a:lnTo>
                  <a:lnTo>
                    <a:pt x="1942246" y="1866054"/>
                  </a:lnTo>
                  <a:lnTo>
                    <a:pt x="1942246" y="1826230"/>
                  </a:lnTo>
                  <a:close/>
                  <a:moveTo>
                    <a:pt x="3736514" y="1821270"/>
                  </a:moveTo>
                  <a:lnTo>
                    <a:pt x="3736514" y="1861094"/>
                  </a:lnTo>
                  <a:lnTo>
                    <a:pt x="4087017" y="1861094"/>
                  </a:lnTo>
                  <a:lnTo>
                    <a:pt x="4087017" y="1821270"/>
                  </a:lnTo>
                  <a:close/>
                  <a:moveTo>
                    <a:pt x="3320982" y="1821270"/>
                  </a:moveTo>
                  <a:lnTo>
                    <a:pt x="3320982" y="1861094"/>
                  </a:lnTo>
                  <a:lnTo>
                    <a:pt x="3671485" y="1861094"/>
                  </a:lnTo>
                  <a:lnTo>
                    <a:pt x="3671485" y="1821270"/>
                  </a:lnTo>
                  <a:close/>
                  <a:moveTo>
                    <a:pt x="3051754" y="1737466"/>
                  </a:moveTo>
                  <a:lnTo>
                    <a:pt x="3051754" y="1803112"/>
                  </a:lnTo>
                  <a:lnTo>
                    <a:pt x="3149850" y="1803112"/>
                  </a:lnTo>
                  <a:lnTo>
                    <a:pt x="3149850" y="1737466"/>
                  </a:lnTo>
                  <a:close/>
                  <a:moveTo>
                    <a:pt x="2868153" y="1737466"/>
                  </a:moveTo>
                  <a:lnTo>
                    <a:pt x="2868153" y="1803112"/>
                  </a:lnTo>
                  <a:lnTo>
                    <a:pt x="2966249" y="1803112"/>
                  </a:lnTo>
                  <a:lnTo>
                    <a:pt x="2966249" y="1737466"/>
                  </a:lnTo>
                  <a:close/>
                  <a:moveTo>
                    <a:pt x="2684553" y="1737466"/>
                  </a:moveTo>
                  <a:lnTo>
                    <a:pt x="2684553" y="1803112"/>
                  </a:lnTo>
                  <a:lnTo>
                    <a:pt x="2782649" y="1803112"/>
                  </a:lnTo>
                  <a:lnTo>
                    <a:pt x="2782649" y="1737466"/>
                  </a:lnTo>
                  <a:close/>
                  <a:moveTo>
                    <a:pt x="3051754" y="1601257"/>
                  </a:moveTo>
                  <a:lnTo>
                    <a:pt x="3051754" y="1666903"/>
                  </a:lnTo>
                  <a:lnTo>
                    <a:pt x="3149850" y="1666903"/>
                  </a:lnTo>
                  <a:lnTo>
                    <a:pt x="3149850" y="1601257"/>
                  </a:lnTo>
                  <a:close/>
                  <a:moveTo>
                    <a:pt x="2868153" y="1601257"/>
                  </a:moveTo>
                  <a:lnTo>
                    <a:pt x="2868153" y="1666903"/>
                  </a:lnTo>
                  <a:lnTo>
                    <a:pt x="2966249" y="1666903"/>
                  </a:lnTo>
                  <a:lnTo>
                    <a:pt x="2966249" y="1601257"/>
                  </a:lnTo>
                  <a:close/>
                  <a:moveTo>
                    <a:pt x="2684553" y="1601257"/>
                  </a:moveTo>
                  <a:lnTo>
                    <a:pt x="2684553" y="1666903"/>
                  </a:lnTo>
                  <a:lnTo>
                    <a:pt x="2782649" y="1666903"/>
                  </a:lnTo>
                  <a:lnTo>
                    <a:pt x="2782649" y="1601257"/>
                  </a:lnTo>
                  <a:close/>
                  <a:moveTo>
                    <a:pt x="1003047" y="1464531"/>
                  </a:moveTo>
                  <a:lnTo>
                    <a:pt x="1003047" y="2082216"/>
                  </a:lnTo>
                  <a:lnTo>
                    <a:pt x="1259865" y="2082216"/>
                  </a:lnTo>
                  <a:lnTo>
                    <a:pt x="1259865" y="1464531"/>
                  </a:lnTo>
                  <a:close/>
                  <a:moveTo>
                    <a:pt x="640721" y="1461809"/>
                  </a:moveTo>
                  <a:lnTo>
                    <a:pt x="640721" y="2079494"/>
                  </a:lnTo>
                  <a:lnTo>
                    <a:pt x="860983" y="2079494"/>
                  </a:lnTo>
                  <a:lnTo>
                    <a:pt x="860983" y="1461809"/>
                  </a:lnTo>
                  <a:close/>
                  <a:moveTo>
                    <a:pt x="3977387" y="1437108"/>
                  </a:moveTo>
                  <a:lnTo>
                    <a:pt x="3977387" y="1502754"/>
                  </a:lnTo>
                  <a:lnTo>
                    <a:pt x="4075483" y="1502754"/>
                  </a:lnTo>
                  <a:lnTo>
                    <a:pt x="4075483" y="1437108"/>
                  </a:lnTo>
                  <a:close/>
                  <a:moveTo>
                    <a:pt x="3793786" y="1437108"/>
                  </a:moveTo>
                  <a:lnTo>
                    <a:pt x="3793786" y="1502754"/>
                  </a:lnTo>
                  <a:lnTo>
                    <a:pt x="3891882" y="1502754"/>
                  </a:lnTo>
                  <a:lnTo>
                    <a:pt x="3891882" y="1437108"/>
                  </a:lnTo>
                  <a:close/>
                  <a:moveTo>
                    <a:pt x="3610186" y="1437108"/>
                  </a:moveTo>
                  <a:lnTo>
                    <a:pt x="3610186" y="1502754"/>
                  </a:lnTo>
                  <a:lnTo>
                    <a:pt x="3708282" y="1502754"/>
                  </a:lnTo>
                  <a:lnTo>
                    <a:pt x="3708282" y="1437108"/>
                  </a:lnTo>
                  <a:close/>
                  <a:moveTo>
                    <a:pt x="3413613" y="1437108"/>
                  </a:moveTo>
                  <a:lnTo>
                    <a:pt x="3413613" y="1502754"/>
                  </a:lnTo>
                  <a:lnTo>
                    <a:pt x="3511709" y="1502754"/>
                  </a:lnTo>
                  <a:lnTo>
                    <a:pt x="3511709" y="1437108"/>
                  </a:lnTo>
                  <a:close/>
                  <a:moveTo>
                    <a:pt x="3230013" y="1437108"/>
                  </a:moveTo>
                  <a:lnTo>
                    <a:pt x="3230013" y="1502754"/>
                  </a:lnTo>
                  <a:lnTo>
                    <a:pt x="3328109" y="1502754"/>
                  </a:lnTo>
                  <a:lnTo>
                    <a:pt x="3328109" y="1437108"/>
                  </a:lnTo>
                  <a:close/>
                  <a:moveTo>
                    <a:pt x="3051754" y="1437108"/>
                  </a:moveTo>
                  <a:lnTo>
                    <a:pt x="3051754" y="1502754"/>
                  </a:lnTo>
                  <a:lnTo>
                    <a:pt x="3149850" y="1502754"/>
                  </a:lnTo>
                  <a:lnTo>
                    <a:pt x="3149850" y="1437108"/>
                  </a:lnTo>
                  <a:close/>
                  <a:moveTo>
                    <a:pt x="2868153" y="1437108"/>
                  </a:moveTo>
                  <a:lnTo>
                    <a:pt x="2868153" y="1502754"/>
                  </a:lnTo>
                  <a:lnTo>
                    <a:pt x="2966249" y="1502754"/>
                  </a:lnTo>
                  <a:lnTo>
                    <a:pt x="2966249" y="1437108"/>
                  </a:lnTo>
                  <a:close/>
                  <a:moveTo>
                    <a:pt x="2684553" y="1437108"/>
                  </a:moveTo>
                  <a:lnTo>
                    <a:pt x="2684553" y="1502754"/>
                  </a:lnTo>
                  <a:lnTo>
                    <a:pt x="2782649" y="1502754"/>
                  </a:lnTo>
                  <a:lnTo>
                    <a:pt x="2782649" y="1437108"/>
                  </a:lnTo>
                  <a:close/>
                  <a:moveTo>
                    <a:pt x="1818380" y="1377680"/>
                  </a:moveTo>
                  <a:lnTo>
                    <a:pt x="1818380" y="1450750"/>
                  </a:lnTo>
                  <a:lnTo>
                    <a:pt x="1916476" y="1450750"/>
                  </a:lnTo>
                  <a:lnTo>
                    <a:pt x="1916476" y="1377680"/>
                  </a:lnTo>
                  <a:close/>
                  <a:moveTo>
                    <a:pt x="1634779" y="1377680"/>
                  </a:moveTo>
                  <a:lnTo>
                    <a:pt x="1634779" y="1450750"/>
                  </a:lnTo>
                  <a:lnTo>
                    <a:pt x="1732875" y="1450750"/>
                  </a:lnTo>
                  <a:lnTo>
                    <a:pt x="1732875" y="1377680"/>
                  </a:lnTo>
                  <a:close/>
                  <a:moveTo>
                    <a:pt x="1451179" y="1377680"/>
                  </a:moveTo>
                  <a:lnTo>
                    <a:pt x="1451179" y="1450750"/>
                  </a:lnTo>
                  <a:lnTo>
                    <a:pt x="1549275" y="1450750"/>
                  </a:lnTo>
                  <a:lnTo>
                    <a:pt x="1549275" y="1377680"/>
                  </a:lnTo>
                  <a:close/>
                  <a:moveTo>
                    <a:pt x="1818380" y="1226067"/>
                  </a:moveTo>
                  <a:lnTo>
                    <a:pt x="1818380" y="1299137"/>
                  </a:lnTo>
                  <a:lnTo>
                    <a:pt x="1916476" y="1299137"/>
                  </a:lnTo>
                  <a:lnTo>
                    <a:pt x="1916476" y="1226067"/>
                  </a:lnTo>
                  <a:close/>
                  <a:moveTo>
                    <a:pt x="1634779" y="1226067"/>
                  </a:moveTo>
                  <a:lnTo>
                    <a:pt x="1634779" y="1299137"/>
                  </a:lnTo>
                  <a:lnTo>
                    <a:pt x="1732875" y="1299137"/>
                  </a:lnTo>
                  <a:lnTo>
                    <a:pt x="1732875" y="1226067"/>
                  </a:lnTo>
                  <a:close/>
                  <a:moveTo>
                    <a:pt x="1451179" y="1226067"/>
                  </a:moveTo>
                  <a:lnTo>
                    <a:pt x="1451179" y="1299137"/>
                  </a:lnTo>
                  <a:lnTo>
                    <a:pt x="1549275" y="1299137"/>
                  </a:lnTo>
                  <a:lnTo>
                    <a:pt x="1549275" y="1226067"/>
                  </a:lnTo>
                  <a:close/>
                  <a:moveTo>
                    <a:pt x="403424" y="1142989"/>
                  </a:moveTo>
                  <a:cubicBezTo>
                    <a:pt x="373157" y="1142989"/>
                    <a:pt x="348620" y="1167526"/>
                    <a:pt x="348620" y="1197793"/>
                  </a:cubicBezTo>
                  <a:lnTo>
                    <a:pt x="348620" y="2081959"/>
                  </a:lnTo>
                  <a:lnTo>
                    <a:pt x="458227" y="2081959"/>
                  </a:lnTo>
                  <a:cubicBezTo>
                    <a:pt x="458227" y="1787237"/>
                    <a:pt x="458228" y="1492515"/>
                    <a:pt x="458228" y="1197793"/>
                  </a:cubicBezTo>
                  <a:cubicBezTo>
                    <a:pt x="458228" y="1167526"/>
                    <a:pt x="433691" y="1142989"/>
                    <a:pt x="403424" y="1142989"/>
                  </a:cubicBezTo>
                  <a:close/>
                  <a:moveTo>
                    <a:pt x="169200" y="1139285"/>
                  </a:moveTo>
                  <a:cubicBezTo>
                    <a:pt x="138933" y="1139285"/>
                    <a:pt x="114396" y="1163822"/>
                    <a:pt x="114396" y="1194089"/>
                  </a:cubicBezTo>
                  <a:lnTo>
                    <a:pt x="114396" y="2078255"/>
                  </a:lnTo>
                  <a:lnTo>
                    <a:pt x="224003" y="2078255"/>
                  </a:lnTo>
                  <a:cubicBezTo>
                    <a:pt x="224003" y="1783533"/>
                    <a:pt x="224004" y="1488811"/>
                    <a:pt x="224004" y="1194089"/>
                  </a:cubicBezTo>
                  <a:cubicBezTo>
                    <a:pt x="224004" y="1163822"/>
                    <a:pt x="199467" y="1139285"/>
                    <a:pt x="169200" y="1139285"/>
                  </a:cubicBezTo>
                  <a:close/>
                  <a:moveTo>
                    <a:pt x="1818380" y="1074453"/>
                  </a:moveTo>
                  <a:lnTo>
                    <a:pt x="1818380" y="1147523"/>
                  </a:lnTo>
                  <a:lnTo>
                    <a:pt x="1916476" y="1147523"/>
                  </a:lnTo>
                  <a:lnTo>
                    <a:pt x="1916476" y="1074453"/>
                  </a:lnTo>
                  <a:close/>
                  <a:moveTo>
                    <a:pt x="1634779" y="1074453"/>
                  </a:moveTo>
                  <a:lnTo>
                    <a:pt x="1634779" y="1147523"/>
                  </a:lnTo>
                  <a:lnTo>
                    <a:pt x="1732875" y="1147523"/>
                  </a:lnTo>
                  <a:lnTo>
                    <a:pt x="1732875" y="1074453"/>
                  </a:lnTo>
                  <a:close/>
                  <a:moveTo>
                    <a:pt x="1451179" y="1074453"/>
                  </a:moveTo>
                  <a:lnTo>
                    <a:pt x="1451179" y="1147523"/>
                  </a:lnTo>
                  <a:lnTo>
                    <a:pt x="1549275" y="1147523"/>
                  </a:lnTo>
                  <a:lnTo>
                    <a:pt x="1549275" y="1074453"/>
                  </a:lnTo>
                  <a:close/>
                  <a:moveTo>
                    <a:pt x="1254606" y="1074453"/>
                  </a:moveTo>
                  <a:lnTo>
                    <a:pt x="1254606" y="1147523"/>
                  </a:lnTo>
                  <a:lnTo>
                    <a:pt x="1352702" y="1147523"/>
                  </a:lnTo>
                  <a:lnTo>
                    <a:pt x="1352702" y="1074453"/>
                  </a:lnTo>
                  <a:close/>
                  <a:moveTo>
                    <a:pt x="1071005" y="1074453"/>
                  </a:moveTo>
                  <a:lnTo>
                    <a:pt x="1071005" y="1147523"/>
                  </a:lnTo>
                  <a:lnTo>
                    <a:pt x="1169101" y="1147523"/>
                  </a:lnTo>
                  <a:lnTo>
                    <a:pt x="1169101" y="1074453"/>
                  </a:lnTo>
                  <a:close/>
                  <a:moveTo>
                    <a:pt x="887405" y="1074453"/>
                  </a:moveTo>
                  <a:lnTo>
                    <a:pt x="887405" y="1147523"/>
                  </a:lnTo>
                  <a:lnTo>
                    <a:pt x="985501" y="1147523"/>
                  </a:lnTo>
                  <a:lnTo>
                    <a:pt x="985501" y="1074453"/>
                  </a:lnTo>
                  <a:close/>
                  <a:moveTo>
                    <a:pt x="726849" y="1074453"/>
                  </a:moveTo>
                  <a:lnTo>
                    <a:pt x="726849" y="1147523"/>
                  </a:lnTo>
                  <a:lnTo>
                    <a:pt x="824945" y="1147523"/>
                  </a:lnTo>
                  <a:lnTo>
                    <a:pt x="824945" y="1074453"/>
                  </a:lnTo>
                  <a:close/>
                  <a:moveTo>
                    <a:pt x="543248" y="1074453"/>
                  </a:moveTo>
                  <a:lnTo>
                    <a:pt x="543248" y="1147523"/>
                  </a:lnTo>
                  <a:lnTo>
                    <a:pt x="641344" y="1147523"/>
                  </a:lnTo>
                  <a:lnTo>
                    <a:pt x="641344" y="1074453"/>
                  </a:lnTo>
                  <a:close/>
                  <a:moveTo>
                    <a:pt x="3065554" y="331011"/>
                  </a:moveTo>
                  <a:lnTo>
                    <a:pt x="3065554" y="465308"/>
                  </a:lnTo>
                  <a:lnTo>
                    <a:pt x="3086674" y="468502"/>
                  </a:lnTo>
                  <a:cubicBezTo>
                    <a:pt x="3133539" y="483078"/>
                    <a:pt x="3171517" y="517827"/>
                    <a:pt x="3190451" y="562591"/>
                  </a:cubicBezTo>
                  <a:lnTo>
                    <a:pt x="3200815" y="613926"/>
                  </a:lnTo>
                  <a:lnTo>
                    <a:pt x="3203518" y="613926"/>
                  </a:lnTo>
                  <a:lnTo>
                    <a:pt x="3203518" y="627317"/>
                  </a:lnTo>
                  <a:lnTo>
                    <a:pt x="3203519" y="627321"/>
                  </a:lnTo>
                  <a:lnTo>
                    <a:pt x="3203518" y="1063497"/>
                  </a:lnTo>
                  <a:lnTo>
                    <a:pt x="3310645" y="1063497"/>
                  </a:lnTo>
                  <a:lnTo>
                    <a:pt x="3310645" y="627216"/>
                  </a:lnTo>
                  <a:cubicBezTo>
                    <a:pt x="3310645" y="558334"/>
                    <a:pt x="3352525" y="499233"/>
                    <a:pt x="3412211" y="473988"/>
                  </a:cubicBezTo>
                  <a:lnTo>
                    <a:pt x="3465439" y="463242"/>
                  </a:lnTo>
                  <a:lnTo>
                    <a:pt x="3465439" y="331011"/>
                  </a:lnTo>
                  <a:close/>
                  <a:moveTo>
                    <a:pt x="2812855" y="331011"/>
                  </a:moveTo>
                  <a:lnTo>
                    <a:pt x="2812855" y="1063497"/>
                  </a:lnTo>
                  <a:lnTo>
                    <a:pt x="2870927" y="1063497"/>
                  </a:lnTo>
                  <a:lnTo>
                    <a:pt x="2870927" y="627321"/>
                  </a:lnTo>
                  <a:cubicBezTo>
                    <a:pt x="2870927" y="558439"/>
                    <a:pt x="2912807" y="499339"/>
                    <a:pt x="2972493" y="474094"/>
                  </a:cubicBezTo>
                  <a:lnTo>
                    <a:pt x="3023955" y="463704"/>
                  </a:lnTo>
                  <a:lnTo>
                    <a:pt x="3023955" y="331011"/>
                  </a:lnTo>
                  <a:close/>
                  <a:moveTo>
                    <a:pt x="2711332" y="0"/>
                  </a:moveTo>
                  <a:lnTo>
                    <a:pt x="2812855" y="0"/>
                  </a:lnTo>
                  <a:lnTo>
                    <a:pt x="2812855" y="1"/>
                  </a:lnTo>
                  <a:lnTo>
                    <a:pt x="2812855" y="150699"/>
                  </a:lnTo>
                  <a:lnTo>
                    <a:pt x="2812855" y="150703"/>
                  </a:lnTo>
                  <a:lnTo>
                    <a:pt x="2812855" y="185573"/>
                  </a:lnTo>
                  <a:lnTo>
                    <a:pt x="2812855" y="268612"/>
                  </a:lnTo>
                  <a:lnTo>
                    <a:pt x="3465439" y="268612"/>
                  </a:lnTo>
                  <a:lnTo>
                    <a:pt x="3465439" y="268180"/>
                  </a:lnTo>
                  <a:lnTo>
                    <a:pt x="3507038" y="268180"/>
                  </a:lnTo>
                  <a:lnTo>
                    <a:pt x="3507038" y="466997"/>
                  </a:lnTo>
                  <a:lnTo>
                    <a:pt x="3541671" y="473988"/>
                  </a:lnTo>
                  <a:cubicBezTo>
                    <a:pt x="3586436" y="492922"/>
                    <a:pt x="3621184" y="530900"/>
                    <a:pt x="3635761" y="577765"/>
                  </a:cubicBezTo>
                  <a:lnTo>
                    <a:pt x="3641212" y="613821"/>
                  </a:lnTo>
                  <a:lnTo>
                    <a:pt x="3643236" y="613821"/>
                  </a:lnTo>
                  <a:lnTo>
                    <a:pt x="3643236" y="627210"/>
                  </a:lnTo>
                  <a:lnTo>
                    <a:pt x="3643237" y="627216"/>
                  </a:lnTo>
                  <a:lnTo>
                    <a:pt x="3643236" y="1063497"/>
                  </a:lnTo>
                  <a:lnTo>
                    <a:pt x="4190656" y="1063497"/>
                  </a:lnTo>
                  <a:lnTo>
                    <a:pt x="4190656" y="1184656"/>
                  </a:lnTo>
                  <a:lnTo>
                    <a:pt x="4190656" y="1530190"/>
                  </a:lnTo>
                  <a:lnTo>
                    <a:pt x="4190656" y="2078653"/>
                  </a:lnTo>
                  <a:lnTo>
                    <a:pt x="4190656" y="2082019"/>
                  </a:lnTo>
                  <a:lnTo>
                    <a:pt x="2526770" y="2082019"/>
                  </a:lnTo>
                  <a:lnTo>
                    <a:pt x="2526681" y="2082019"/>
                  </a:lnTo>
                  <a:lnTo>
                    <a:pt x="2449297" y="2082019"/>
                  </a:lnTo>
                  <a:lnTo>
                    <a:pt x="2449297" y="1864776"/>
                  </a:lnTo>
                  <a:lnTo>
                    <a:pt x="2354647" y="1864776"/>
                  </a:lnTo>
                  <a:lnTo>
                    <a:pt x="2354647" y="2082019"/>
                  </a:lnTo>
                  <a:lnTo>
                    <a:pt x="2277173" y="2082019"/>
                  </a:lnTo>
                  <a:lnTo>
                    <a:pt x="2277173" y="2082018"/>
                  </a:lnTo>
                  <a:lnTo>
                    <a:pt x="2190902" y="2082018"/>
                  </a:lnTo>
                  <a:lnTo>
                    <a:pt x="2190902" y="1864776"/>
                  </a:lnTo>
                  <a:lnTo>
                    <a:pt x="2096252" y="1864776"/>
                  </a:lnTo>
                  <a:lnTo>
                    <a:pt x="2096252" y="2082018"/>
                  </a:lnTo>
                  <a:lnTo>
                    <a:pt x="2028518" y="2082018"/>
                  </a:lnTo>
                  <a:lnTo>
                    <a:pt x="2028518" y="2083613"/>
                  </a:lnTo>
                  <a:lnTo>
                    <a:pt x="0" y="2083613"/>
                  </a:lnTo>
                  <a:lnTo>
                    <a:pt x="0" y="954650"/>
                  </a:lnTo>
                  <a:lnTo>
                    <a:pt x="525663" y="643073"/>
                  </a:lnTo>
                  <a:lnTo>
                    <a:pt x="525663" y="940002"/>
                  </a:lnTo>
                  <a:lnTo>
                    <a:pt x="1026614" y="643073"/>
                  </a:lnTo>
                  <a:lnTo>
                    <a:pt x="1026614" y="940003"/>
                  </a:lnTo>
                  <a:lnTo>
                    <a:pt x="1527566" y="643073"/>
                  </a:lnTo>
                  <a:lnTo>
                    <a:pt x="1527566" y="940003"/>
                  </a:lnTo>
                  <a:lnTo>
                    <a:pt x="2028518" y="643073"/>
                  </a:lnTo>
                  <a:lnTo>
                    <a:pt x="2028518" y="954650"/>
                  </a:lnTo>
                  <a:lnTo>
                    <a:pt x="2028518" y="957207"/>
                  </a:lnTo>
                  <a:lnTo>
                    <a:pt x="2119418" y="957207"/>
                  </a:lnTo>
                  <a:lnTo>
                    <a:pt x="2119418" y="351653"/>
                  </a:lnTo>
                  <a:lnTo>
                    <a:pt x="2119417" y="351653"/>
                  </a:lnTo>
                  <a:lnTo>
                    <a:pt x="2119417" y="185571"/>
                  </a:lnTo>
                  <a:lnTo>
                    <a:pt x="2265014" y="185571"/>
                  </a:lnTo>
                  <a:lnTo>
                    <a:pt x="2410612" y="185571"/>
                  </a:lnTo>
                  <a:lnTo>
                    <a:pt x="2410613" y="185571"/>
                  </a:lnTo>
                  <a:lnTo>
                    <a:pt x="2410613" y="337527"/>
                  </a:lnTo>
                  <a:lnTo>
                    <a:pt x="2410614" y="337527"/>
                  </a:lnTo>
                  <a:lnTo>
                    <a:pt x="2410614" y="337530"/>
                  </a:lnTo>
                  <a:lnTo>
                    <a:pt x="2410614" y="955499"/>
                  </a:lnTo>
                  <a:lnTo>
                    <a:pt x="2526770" y="955499"/>
                  </a:lnTo>
                  <a:lnTo>
                    <a:pt x="2526770" y="956944"/>
                  </a:lnTo>
                  <a:lnTo>
                    <a:pt x="2526770" y="1063497"/>
                  </a:lnTo>
                  <a:lnTo>
                    <a:pt x="2619542" y="1063497"/>
                  </a:lnTo>
                  <a:lnTo>
                    <a:pt x="2619542" y="185573"/>
                  </a:lnTo>
                  <a:lnTo>
                    <a:pt x="2619542" y="150703"/>
                  </a:lnTo>
                  <a:lnTo>
                    <a:pt x="2619542" y="1"/>
                  </a:lnTo>
                  <a:lnTo>
                    <a:pt x="2711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8242FDB-AA76-6F96-5D72-D10DDBA3AC26}"/>
                </a:ext>
              </a:extLst>
            </p:cNvPr>
            <p:cNvSpPr/>
            <p:nvPr/>
          </p:nvSpPr>
          <p:spPr>
            <a:xfrm>
              <a:off x="6202506" y="1386078"/>
              <a:ext cx="1303698" cy="1355913"/>
            </a:xfrm>
            <a:custGeom>
              <a:avLst/>
              <a:gdLst>
                <a:gd name="connsiteX0" fmla="*/ 91855 w 1303698"/>
                <a:gd name="connsiteY0" fmla="*/ 1312553 h 1355913"/>
                <a:gd name="connsiteX1" fmla="*/ 91855 w 1303698"/>
                <a:gd name="connsiteY1" fmla="*/ 1330841 h 1355913"/>
                <a:gd name="connsiteX2" fmla="*/ 274735 w 1303698"/>
                <a:gd name="connsiteY2" fmla="*/ 1330841 h 1355913"/>
                <a:gd name="connsiteX3" fmla="*/ 274735 w 1303698"/>
                <a:gd name="connsiteY3" fmla="*/ 1312553 h 1355913"/>
                <a:gd name="connsiteX4" fmla="*/ 91855 w 1303698"/>
                <a:gd name="connsiteY4" fmla="*/ 1284733 h 1355913"/>
                <a:gd name="connsiteX5" fmla="*/ 91855 w 1303698"/>
                <a:gd name="connsiteY5" fmla="*/ 1303021 h 1355913"/>
                <a:gd name="connsiteX6" fmla="*/ 274735 w 1303698"/>
                <a:gd name="connsiteY6" fmla="*/ 1303021 h 1355913"/>
                <a:gd name="connsiteX7" fmla="*/ 274735 w 1303698"/>
                <a:gd name="connsiteY7" fmla="*/ 1284733 h 1355913"/>
                <a:gd name="connsiteX8" fmla="*/ 91855 w 1303698"/>
                <a:gd name="connsiteY8" fmla="*/ 1256914 h 1355913"/>
                <a:gd name="connsiteX9" fmla="*/ 91855 w 1303698"/>
                <a:gd name="connsiteY9" fmla="*/ 1275202 h 1355913"/>
                <a:gd name="connsiteX10" fmla="*/ 274735 w 1303698"/>
                <a:gd name="connsiteY10" fmla="*/ 1275202 h 1355913"/>
                <a:gd name="connsiteX11" fmla="*/ 274735 w 1303698"/>
                <a:gd name="connsiteY11" fmla="*/ 1256914 h 1355913"/>
                <a:gd name="connsiteX12" fmla="*/ 91855 w 1303698"/>
                <a:gd name="connsiteY12" fmla="*/ 1229095 h 1355913"/>
                <a:gd name="connsiteX13" fmla="*/ 91855 w 1303698"/>
                <a:gd name="connsiteY13" fmla="*/ 1247383 h 1355913"/>
                <a:gd name="connsiteX14" fmla="*/ 274735 w 1303698"/>
                <a:gd name="connsiteY14" fmla="*/ 1247383 h 1355913"/>
                <a:gd name="connsiteX15" fmla="*/ 274735 w 1303698"/>
                <a:gd name="connsiteY15" fmla="*/ 1229095 h 1355913"/>
                <a:gd name="connsiteX16" fmla="*/ 550507 w 1303698"/>
                <a:gd name="connsiteY16" fmla="*/ 1139433 h 1355913"/>
                <a:gd name="connsiteX17" fmla="*/ 550507 w 1303698"/>
                <a:gd name="connsiteY17" fmla="*/ 1176009 h 1355913"/>
                <a:gd name="connsiteX18" fmla="*/ 596469 w 1303698"/>
                <a:gd name="connsiteY18" fmla="*/ 1176009 h 1355913"/>
                <a:gd name="connsiteX19" fmla="*/ 596469 w 1303698"/>
                <a:gd name="connsiteY19" fmla="*/ 1139433 h 1355913"/>
                <a:gd name="connsiteX20" fmla="*/ 474065 w 1303698"/>
                <a:gd name="connsiteY20" fmla="*/ 1139433 h 1355913"/>
                <a:gd name="connsiteX21" fmla="*/ 474065 w 1303698"/>
                <a:gd name="connsiteY21" fmla="*/ 1176009 h 1355913"/>
                <a:gd name="connsiteX22" fmla="*/ 520027 w 1303698"/>
                <a:gd name="connsiteY22" fmla="*/ 1176009 h 1355913"/>
                <a:gd name="connsiteX23" fmla="*/ 520027 w 1303698"/>
                <a:gd name="connsiteY23" fmla="*/ 1139433 h 1355913"/>
                <a:gd name="connsiteX24" fmla="*/ 397623 w 1303698"/>
                <a:gd name="connsiteY24" fmla="*/ 1139433 h 1355913"/>
                <a:gd name="connsiteX25" fmla="*/ 397623 w 1303698"/>
                <a:gd name="connsiteY25" fmla="*/ 1176009 h 1355913"/>
                <a:gd name="connsiteX26" fmla="*/ 443585 w 1303698"/>
                <a:gd name="connsiteY26" fmla="*/ 1176009 h 1355913"/>
                <a:gd name="connsiteX27" fmla="*/ 443585 w 1303698"/>
                <a:gd name="connsiteY27" fmla="*/ 1139433 h 1355913"/>
                <a:gd name="connsiteX28" fmla="*/ 321181 w 1303698"/>
                <a:gd name="connsiteY28" fmla="*/ 1139433 h 1355913"/>
                <a:gd name="connsiteX29" fmla="*/ 321181 w 1303698"/>
                <a:gd name="connsiteY29" fmla="*/ 1176009 h 1355913"/>
                <a:gd name="connsiteX30" fmla="*/ 367143 w 1303698"/>
                <a:gd name="connsiteY30" fmla="*/ 1176009 h 1355913"/>
                <a:gd name="connsiteX31" fmla="*/ 367143 w 1303698"/>
                <a:gd name="connsiteY31" fmla="*/ 1139433 h 1355913"/>
                <a:gd name="connsiteX32" fmla="*/ 244739 w 1303698"/>
                <a:gd name="connsiteY32" fmla="*/ 1139433 h 1355913"/>
                <a:gd name="connsiteX33" fmla="*/ 244739 w 1303698"/>
                <a:gd name="connsiteY33" fmla="*/ 1176009 h 1355913"/>
                <a:gd name="connsiteX34" fmla="*/ 290701 w 1303698"/>
                <a:gd name="connsiteY34" fmla="*/ 1176009 h 1355913"/>
                <a:gd name="connsiteX35" fmla="*/ 290701 w 1303698"/>
                <a:gd name="connsiteY35" fmla="*/ 1139433 h 1355913"/>
                <a:gd name="connsiteX36" fmla="*/ 168297 w 1303698"/>
                <a:gd name="connsiteY36" fmla="*/ 1139433 h 1355913"/>
                <a:gd name="connsiteX37" fmla="*/ 168297 w 1303698"/>
                <a:gd name="connsiteY37" fmla="*/ 1176009 h 1355913"/>
                <a:gd name="connsiteX38" fmla="*/ 214259 w 1303698"/>
                <a:gd name="connsiteY38" fmla="*/ 1176009 h 1355913"/>
                <a:gd name="connsiteX39" fmla="*/ 214259 w 1303698"/>
                <a:gd name="connsiteY39" fmla="*/ 1139433 h 1355913"/>
                <a:gd name="connsiteX40" fmla="*/ 91855 w 1303698"/>
                <a:gd name="connsiteY40" fmla="*/ 1139433 h 1355913"/>
                <a:gd name="connsiteX41" fmla="*/ 91855 w 1303698"/>
                <a:gd name="connsiteY41" fmla="*/ 1176009 h 1355913"/>
                <a:gd name="connsiteX42" fmla="*/ 137817 w 1303698"/>
                <a:gd name="connsiteY42" fmla="*/ 1176009 h 1355913"/>
                <a:gd name="connsiteX43" fmla="*/ 137817 w 1303698"/>
                <a:gd name="connsiteY43" fmla="*/ 1139433 h 1355913"/>
                <a:gd name="connsiteX44" fmla="*/ 550507 w 1303698"/>
                <a:gd name="connsiteY44" fmla="*/ 1066462 h 1355913"/>
                <a:gd name="connsiteX45" fmla="*/ 550507 w 1303698"/>
                <a:gd name="connsiteY45" fmla="*/ 1103038 h 1355913"/>
                <a:gd name="connsiteX46" fmla="*/ 596469 w 1303698"/>
                <a:gd name="connsiteY46" fmla="*/ 1103038 h 1355913"/>
                <a:gd name="connsiteX47" fmla="*/ 596469 w 1303698"/>
                <a:gd name="connsiteY47" fmla="*/ 1066462 h 1355913"/>
                <a:gd name="connsiteX48" fmla="*/ 474065 w 1303698"/>
                <a:gd name="connsiteY48" fmla="*/ 1066462 h 1355913"/>
                <a:gd name="connsiteX49" fmla="*/ 474065 w 1303698"/>
                <a:gd name="connsiteY49" fmla="*/ 1103038 h 1355913"/>
                <a:gd name="connsiteX50" fmla="*/ 520027 w 1303698"/>
                <a:gd name="connsiteY50" fmla="*/ 1103038 h 1355913"/>
                <a:gd name="connsiteX51" fmla="*/ 520027 w 1303698"/>
                <a:gd name="connsiteY51" fmla="*/ 1066462 h 1355913"/>
                <a:gd name="connsiteX52" fmla="*/ 397623 w 1303698"/>
                <a:gd name="connsiteY52" fmla="*/ 1066462 h 1355913"/>
                <a:gd name="connsiteX53" fmla="*/ 397623 w 1303698"/>
                <a:gd name="connsiteY53" fmla="*/ 1103038 h 1355913"/>
                <a:gd name="connsiteX54" fmla="*/ 443585 w 1303698"/>
                <a:gd name="connsiteY54" fmla="*/ 1103038 h 1355913"/>
                <a:gd name="connsiteX55" fmla="*/ 443585 w 1303698"/>
                <a:gd name="connsiteY55" fmla="*/ 1066462 h 1355913"/>
                <a:gd name="connsiteX56" fmla="*/ 321181 w 1303698"/>
                <a:gd name="connsiteY56" fmla="*/ 1066462 h 1355913"/>
                <a:gd name="connsiteX57" fmla="*/ 321181 w 1303698"/>
                <a:gd name="connsiteY57" fmla="*/ 1103038 h 1355913"/>
                <a:gd name="connsiteX58" fmla="*/ 367143 w 1303698"/>
                <a:gd name="connsiteY58" fmla="*/ 1103038 h 1355913"/>
                <a:gd name="connsiteX59" fmla="*/ 367143 w 1303698"/>
                <a:gd name="connsiteY59" fmla="*/ 1066462 h 1355913"/>
                <a:gd name="connsiteX60" fmla="*/ 244739 w 1303698"/>
                <a:gd name="connsiteY60" fmla="*/ 1066462 h 1355913"/>
                <a:gd name="connsiteX61" fmla="*/ 244739 w 1303698"/>
                <a:gd name="connsiteY61" fmla="*/ 1103038 h 1355913"/>
                <a:gd name="connsiteX62" fmla="*/ 290701 w 1303698"/>
                <a:gd name="connsiteY62" fmla="*/ 1103038 h 1355913"/>
                <a:gd name="connsiteX63" fmla="*/ 290701 w 1303698"/>
                <a:gd name="connsiteY63" fmla="*/ 1066462 h 1355913"/>
                <a:gd name="connsiteX64" fmla="*/ 168297 w 1303698"/>
                <a:gd name="connsiteY64" fmla="*/ 1066462 h 1355913"/>
                <a:gd name="connsiteX65" fmla="*/ 168297 w 1303698"/>
                <a:gd name="connsiteY65" fmla="*/ 1103038 h 1355913"/>
                <a:gd name="connsiteX66" fmla="*/ 214259 w 1303698"/>
                <a:gd name="connsiteY66" fmla="*/ 1103038 h 1355913"/>
                <a:gd name="connsiteX67" fmla="*/ 214259 w 1303698"/>
                <a:gd name="connsiteY67" fmla="*/ 1066462 h 1355913"/>
                <a:gd name="connsiteX68" fmla="*/ 91855 w 1303698"/>
                <a:gd name="connsiteY68" fmla="*/ 1066462 h 1355913"/>
                <a:gd name="connsiteX69" fmla="*/ 91855 w 1303698"/>
                <a:gd name="connsiteY69" fmla="*/ 1103038 h 1355913"/>
                <a:gd name="connsiteX70" fmla="*/ 137817 w 1303698"/>
                <a:gd name="connsiteY70" fmla="*/ 1103038 h 1355913"/>
                <a:gd name="connsiteX71" fmla="*/ 137817 w 1303698"/>
                <a:gd name="connsiteY71" fmla="*/ 1066462 h 1355913"/>
                <a:gd name="connsiteX72" fmla="*/ 406719 w 1303698"/>
                <a:gd name="connsiteY72" fmla="*/ 768369 h 1355913"/>
                <a:gd name="connsiteX73" fmla="*/ 392429 w 1303698"/>
                <a:gd name="connsiteY73" fmla="*/ 781560 h 1355913"/>
                <a:gd name="connsiteX74" fmla="*/ 391879 w 1303698"/>
                <a:gd name="connsiteY74" fmla="*/ 942049 h 1355913"/>
                <a:gd name="connsiteX75" fmla="*/ 405620 w 1303698"/>
                <a:gd name="connsiteY75" fmla="*/ 956339 h 1355913"/>
                <a:gd name="connsiteX76" fmla="*/ 419360 w 1303698"/>
                <a:gd name="connsiteY76" fmla="*/ 942049 h 1355913"/>
                <a:gd name="connsiteX77" fmla="*/ 419360 w 1303698"/>
                <a:gd name="connsiteY77" fmla="*/ 863453 h 1355913"/>
                <a:gd name="connsiteX78" fmla="*/ 419360 w 1303698"/>
                <a:gd name="connsiteY78" fmla="*/ 782110 h 1355913"/>
                <a:gd name="connsiteX79" fmla="*/ 406719 w 1303698"/>
                <a:gd name="connsiteY79" fmla="*/ 768369 h 1355913"/>
                <a:gd name="connsiteX80" fmla="*/ 555116 w 1303698"/>
                <a:gd name="connsiteY80" fmla="*/ 723300 h 1355913"/>
                <a:gd name="connsiteX81" fmla="*/ 544674 w 1303698"/>
                <a:gd name="connsiteY81" fmla="*/ 734842 h 1355913"/>
                <a:gd name="connsiteX82" fmla="*/ 545223 w 1303698"/>
                <a:gd name="connsiteY82" fmla="*/ 944797 h 1355913"/>
                <a:gd name="connsiteX83" fmla="*/ 556765 w 1303698"/>
                <a:gd name="connsiteY83" fmla="*/ 956339 h 1355913"/>
                <a:gd name="connsiteX84" fmla="*/ 600185 w 1303698"/>
                <a:gd name="connsiteY84" fmla="*/ 956339 h 1355913"/>
                <a:gd name="connsiteX85" fmla="*/ 615025 w 1303698"/>
                <a:gd name="connsiteY85" fmla="*/ 941499 h 1355913"/>
                <a:gd name="connsiteX86" fmla="*/ 615025 w 1303698"/>
                <a:gd name="connsiteY86" fmla="*/ 866751 h 1355913"/>
                <a:gd name="connsiteX87" fmla="*/ 621071 w 1303698"/>
                <a:gd name="connsiteY87" fmla="*/ 853010 h 1355913"/>
                <a:gd name="connsiteX88" fmla="*/ 637559 w 1303698"/>
                <a:gd name="connsiteY88" fmla="*/ 827728 h 1355913"/>
                <a:gd name="connsiteX89" fmla="*/ 625468 w 1303698"/>
                <a:gd name="connsiteY89" fmla="*/ 816735 h 1355913"/>
                <a:gd name="connsiteX90" fmla="*/ 585895 w 1303698"/>
                <a:gd name="connsiteY90" fmla="*/ 816735 h 1355913"/>
                <a:gd name="connsiteX91" fmla="*/ 567208 w 1303698"/>
                <a:gd name="connsiteY91" fmla="*/ 798598 h 1355913"/>
                <a:gd name="connsiteX92" fmla="*/ 567208 w 1303698"/>
                <a:gd name="connsiteY92" fmla="*/ 767819 h 1355913"/>
                <a:gd name="connsiteX93" fmla="*/ 566659 w 1303698"/>
                <a:gd name="connsiteY93" fmla="*/ 767819 h 1355913"/>
                <a:gd name="connsiteX94" fmla="*/ 566659 w 1303698"/>
                <a:gd name="connsiteY94" fmla="*/ 735392 h 1355913"/>
                <a:gd name="connsiteX95" fmla="*/ 555116 w 1303698"/>
                <a:gd name="connsiteY95" fmla="*/ 723300 h 1355913"/>
                <a:gd name="connsiteX96" fmla="*/ 509498 w 1303698"/>
                <a:gd name="connsiteY96" fmla="*/ 565559 h 1355913"/>
                <a:gd name="connsiteX97" fmla="*/ 495208 w 1303698"/>
                <a:gd name="connsiteY97" fmla="*/ 572704 h 1355913"/>
                <a:gd name="connsiteX98" fmla="*/ 502353 w 1303698"/>
                <a:gd name="connsiteY98" fmla="*/ 601284 h 1355913"/>
                <a:gd name="connsiteX99" fmla="*/ 545223 w 1303698"/>
                <a:gd name="connsiteY99" fmla="*/ 674384 h 1355913"/>
                <a:gd name="connsiteX100" fmla="*/ 571605 w 1303698"/>
                <a:gd name="connsiteY100" fmla="*/ 702964 h 1355913"/>
                <a:gd name="connsiteX101" fmla="*/ 578750 w 1303698"/>
                <a:gd name="connsiteY101" fmla="*/ 703514 h 1355913"/>
                <a:gd name="connsiteX102" fmla="*/ 588643 w 1303698"/>
                <a:gd name="connsiteY102" fmla="*/ 715056 h 1355913"/>
                <a:gd name="connsiteX103" fmla="*/ 588093 w 1303698"/>
                <a:gd name="connsiteY103" fmla="*/ 767270 h 1355913"/>
                <a:gd name="connsiteX104" fmla="*/ 613376 w 1303698"/>
                <a:gd name="connsiteY104" fmla="*/ 794751 h 1355913"/>
                <a:gd name="connsiteX105" fmla="*/ 617773 w 1303698"/>
                <a:gd name="connsiteY105" fmla="*/ 795300 h 1355913"/>
                <a:gd name="connsiteX106" fmla="*/ 637559 w 1303698"/>
                <a:gd name="connsiteY106" fmla="*/ 783758 h 1355913"/>
                <a:gd name="connsiteX107" fmla="*/ 620521 w 1303698"/>
                <a:gd name="connsiteY107" fmla="*/ 754629 h 1355913"/>
                <a:gd name="connsiteX108" fmla="*/ 597987 w 1303698"/>
                <a:gd name="connsiteY108" fmla="*/ 731545 h 1355913"/>
                <a:gd name="connsiteX109" fmla="*/ 597987 w 1303698"/>
                <a:gd name="connsiteY109" fmla="*/ 656796 h 1355913"/>
                <a:gd name="connsiteX110" fmla="*/ 597437 w 1303698"/>
                <a:gd name="connsiteY110" fmla="*/ 656796 h 1355913"/>
                <a:gd name="connsiteX111" fmla="*/ 597437 w 1303698"/>
                <a:gd name="connsiteY111" fmla="*/ 580949 h 1355913"/>
                <a:gd name="connsiteX112" fmla="*/ 582597 w 1303698"/>
                <a:gd name="connsiteY112" fmla="*/ 565559 h 1355913"/>
                <a:gd name="connsiteX113" fmla="*/ 509498 w 1303698"/>
                <a:gd name="connsiteY113" fmla="*/ 565559 h 1355913"/>
                <a:gd name="connsiteX114" fmla="*/ 1099240 w 1303698"/>
                <a:gd name="connsiteY114" fmla="*/ 0 h 1355913"/>
                <a:gd name="connsiteX115" fmla="*/ 1179484 w 1303698"/>
                <a:gd name="connsiteY115" fmla="*/ 0 h 1355913"/>
                <a:gd name="connsiteX116" fmla="*/ 1216309 w 1303698"/>
                <a:gd name="connsiteY116" fmla="*/ 756827 h 1355913"/>
                <a:gd name="connsiteX117" fmla="*/ 1303698 w 1303698"/>
                <a:gd name="connsiteY117" fmla="*/ 758476 h 1355913"/>
                <a:gd name="connsiteX118" fmla="*/ 1301500 w 1303698"/>
                <a:gd name="connsiteY118" fmla="*/ 1355913 h 1355913"/>
                <a:gd name="connsiteX119" fmla="*/ 0 w 1303698"/>
                <a:gd name="connsiteY119" fmla="*/ 1355913 h 1355913"/>
                <a:gd name="connsiteX120" fmla="*/ 2199 w 1303698"/>
                <a:gd name="connsiteY120" fmla="*/ 951942 h 1355913"/>
                <a:gd name="connsiteX121" fmla="*/ 149497 w 1303698"/>
                <a:gd name="connsiteY121" fmla="*/ 867850 h 1355913"/>
                <a:gd name="connsiteX122" fmla="*/ 190719 w 1303698"/>
                <a:gd name="connsiteY122" fmla="*/ 943698 h 1355913"/>
                <a:gd name="connsiteX123" fmla="*/ 325925 w 1303698"/>
                <a:gd name="connsiteY123" fmla="*/ 867300 h 1355913"/>
                <a:gd name="connsiteX124" fmla="*/ 364398 w 1303698"/>
                <a:gd name="connsiteY124" fmla="*/ 938751 h 1355913"/>
                <a:gd name="connsiteX125" fmla="*/ 366047 w 1303698"/>
                <a:gd name="connsiteY125" fmla="*/ 767270 h 1355913"/>
                <a:gd name="connsiteX126" fmla="*/ 391879 w 1303698"/>
                <a:gd name="connsiteY126" fmla="*/ 741987 h 1355913"/>
                <a:gd name="connsiteX127" fmla="*/ 419910 w 1303698"/>
                <a:gd name="connsiteY127" fmla="*/ 714506 h 1355913"/>
                <a:gd name="connsiteX128" fmla="*/ 419910 w 1303698"/>
                <a:gd name="connsiteY128" fmla="*/ 661193 h 1355913"/>
                <a:gd name="connsiteX129" fmla="*/ 454536 w 1303698"/>
                <a:gd name="connsiteY129" fmla="*/ 606231 h 1355913"/>
                <a:gd name="connsiteX130" fmla="*/ 467727 w 1303698"/>
                <a:gd name="connsiteY130" fmla="*/ 584796 h 1355913"/>
                <a:gd name="connsiteX131" fmla="*/ 467177 w 1303698"/>
                <a:gd name="connsiteY131" fmla="*/ 555116 h 1355913"/>
                <a:gd name="connsiteX132" fmla="*/ 482017 w 1303698"/>
                <a:gd name="connsiteY132" fmla="*/ 539178 h 1355913"/>
                <a:gd name="connsiteX133" fmla="*/ 607330 w 1303698"/>
                <a:gd name="connsiteY133" fmla="*/ 539178 h 1355913"/>
                <a:gd name="connsiteX134" fmla="*/ 624368 w 1303698"/>
                <a:gd name="connsiteY134" fmla="*/ 558414 h 1355913"/>
                <a:gd name="connsiteX135" fmla="*/ 624368 w 1303698"/>
                <a:gd name="connsiteY135" fmla="*/ 673834 h 1355913"/>
                <a:gd name="connsiteX136" fmla="*/ 626017 w 1303698"/>
                <a:gd name="connsiteY136" fmla="*/ 717254 h 1355913"/>
                <a:gd name="connsiteX137" fmla="*/ 632063 w 1303698"/>
                <a:gd name="connsiteY137" fmla="*/ 726598 h 1355913"/>
                <a:gd name="connsiteX138" fmla="*/ 637010 w 1303698"/>
                <a:gd name="connsiteY138" fmla="*/ 717804 h 1355913"/>
                <a:gd name="connsiteX139" fmla="*/ 637010 w 1303698"/>
                <a:gd name="connsiteY139" fmla="*/ 690873 h 1355913"/>
                <a:gd name="connsiteX140" fmla="*/ 653498 w 1303698"/>
                <a:gd name="connsiteY140" fmla="*/ 674384 h 1355913"/>
                <a:gd name="connsiteX141" fmla="*/ 671086 w 1303698"/>
                <a:gd name="connsiteY141" fmla="*/ 658445 h 1355913"/>
                <a:gd name="connsiteX142" fmla="*/ 695819 w 1303698"/>
                <a:gd name="connsiteY142" fmla="*/ 611727 h 1355913"/>
                <a:gd name="connsiteX143" fmla="*/ 715056 w 1303698"/>
                <a:gd name="connsiteY143" fmla="*/ 594140 h 1355913"/>
                <a:gd name="connsiteX144" fmla="*/ 753529 w 1303698"/>
                <a:gd name="connsiteY144" fmla="*/ 597987 h 1355913"/>
                <a:gd name="connsiteX145" fmla="*/ 762323 w 1303698"/>
                <a:gd name="connsiteY145" fmla="*/ 606231 h 1355913"/>
                <a:gd name="connsiteX146" fmla="*/ 795850 w 1303698"/>
                <a:gd name="connsiteY146" fmla="*/ 665590 h 1355913"/>
                <a:gd name="connsiteX147" fmla="*/ 795850 w 1303698"/>
                <a:gd name="connsiteY147" fmla="*/ 765071 h 1355913"/>
                <a:gd name="connsiteX148" fmla="*/ 862903 w 1303698"/>
                <a:gd name="connsiteY148" fmla="*/ 761773 h 1355913"/>
                <a:gd name="connsiteX149" fmla="*/ 898079 w 1303698"/>
                <a:gd name="connsiteY149" fmla="*/ 155543 h 1355913"/>
                <a:gd name="connsiteX150" fmla="*/ 979973 w 1303698"/>
                <a:gd name="connsiteY150" fmla="*/ 155543 h 1355913"/>
                <a:gd name="connsiteX151" fmla="*/ 1016797 w 1303698"/>
                <a:gd name="connsiteY151" fmla="*/ 759026 h 1355913"/>
                <a:gd name="connsiteX152" fmla="*/ 1063515 w 1303698"/>
                <a:gd name="connsiteY152" fmla="*/ 757376 h 135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303698" h="1355913">
                  <a:moveTo>
                    <a:pt x="91855" y="1312553"/>
                  </a:moveTo>
                  <a:lnTo>
                    <a:pt x="91855" y="1330841"/>
                  </a:lnTo>
                  <a:lnTo>
                    <a:pt x="274735" y="1330841"/>
                  </a:lnTo>
                  <a:lnTo>
                    <a:pt x="274735" y="1312553"/>
                  </a:lnTo>
                  <a:close/>
                  <a:moveTo>
                    <a:pt x="91855" y="1284733"/>
                  </a:moveTo>
                  <a:lnTo>
                    <a:pt x="91855" y="1303021"/>
                  </a:lnTo>
                  <a:lnTo>
                    <a:pt x="274735" y="1303021"/>
                  </a:lnTo>
                  <a:lnTo>
                    <a:pt x="274735" y="1284733"/>
                  </a:lnTo>
                  <a:close/>
                  <a:moveTo>
                    <a:pt x="91855" y="1256914"/>
                  </a:moveTo>
                  <a:lnTo>
                    <a:pt x="91855" y="1275202"/>
                  </a:lnTo>
                  <a:lnTo>
                    <a:pt x="274735" y="1275202"/>
                  </a:lnTo>
                  <a:lnTo>
                    <a:pt x="274735" y="1256914"/>
                  </a:lnTo>
                  <a:close/>
                  <a:moveTo>
                    <a:pt x="91855" y="1229095"/>
                  </a:moveTo>
                  <a:lnTo>
                    <a:pt x="91855" y="1247383"/>
                  </a:lnTo>
                  <a:lnTo>
                    <a:pt x="274735" y="1247383"/>
                  </a:lnTo>
                  <a:lnTo>
                    <a:pt x="274735" y="1229095"/>
                  </a:lnTo>
                  <a:close/>
                  <a:moveTo>
                    <a:pt x="550507" y="1139433"/>
                  </a:moveTo>
                  <a:lnTo>
                    <a:pt x="550507" y="1176009"/>
                  </a:lnTo>
                  <a:lnTo>
                    <a:pt x="596469" y="1176009"/>
                  </a:lnTo>
                  <a:lnTo>
                    <a:pt x="596469" y="1139433"/>
                  </a:lnTo>
                  <a:close/>
                  <a:moveTo>
                    <a:pt x="474065" y="1139433"/>
                  </a:moveTo>
                  <a:lnTo>
                    <a:pt x="474065" y="1176009"/>
                  </a:lnTo>
                  <a:lnTo>
                    <a:pt x="520027" y="1176009"/>
                  </a:lnTo>
                  <a:lnTo>
                    <a:pt x="520027" y="1139433"/>
                  </a:lnTo>
                  <a:close/>
                  <a:moveTo>
                    <a:pt x="397623" y="1139433"/>
                  </a:moveTo>
                  <a:lnTo>
                    <a:pt x="397623" y="1176009"/>
                  </a:lnTo>
                  <a:lnTo>
                    <a:pt x="443585" y="1176009"/>
                  </a:lnTo>
                  <a:lnTo>
                    <a:pt x="443585" y="1139433"/>
                  </a:lnTo>
                  <a:close/>
                  <a:moveTo>
                    <a:pt x="321181" y="1139433"/>
                  </a:moveTo>
                  <a:lnTo>
                    <a:pt x="321181" y="1176009"/>
                  </a:lnTo>
                  <a:lnTo>
                    <a:pt x="367143" y="1176009"/>
                  </a:lnTo>
                  <a:lnTo>
                    <a:pt x="367143" y="1139433"/>
                  </a:lnTo>
                  <a:close/>
                  <a:moveTo>
                    <a:pt x="244739" y="1139433"/>
                  </a:moveTo>
                  <a:lnTo>
                    <a:pt x="244739" y="1176009"/>
                  </a:lnTo>
                  <a:lnTo>
                    <a:pt x="290701" y="1176009"/>
                  </a:lnTo>
                  <a:lnTo>
                    <a:pt x="290701" y="1139433"/>
                  </a:lnTo>
                  <a:close/>
                  <a:moveTo>
                    <a:pt x="168297" y="1139433"/>
                  </a:moveTo>
                  <a:lnTo>
                    <a:pt x="168297" y="1176009"/>
                  </a:lnTo>
                  <a:lnTo>
                    <a:pt x="214259" y="1176009"/>
                  </a:lnTo>
                  <a:lnTo>
                    <a:pt x="214259" y="1139433"/>
                  </a:lnTo>
                  <a:close/>
                  <a:moveTo>
                    <a:pt x="91855" y="1139433"/>
                  </a:moveTo>
                  <a:lnTo>
                    <a:pt x="91855" y="1176009"/>
                  </a:lnTo>
                  <a:lnTo>
                    <a:pt x="137817" y="1176009"/>
                  </a:lnTo>
                  <a:lnTo>
                    <a:pt x="137817" y="1139433"/>
                  </a:lnTo>
                  <a:close/>
                  <a:moveTo>
                    <a:pt x="550507" y="1066462"/>
                  </a:moveTo>
                  <a:lnTo>
                    <a:pt x="550507" y="1103038"/>
                  </a:lnTo>
                  <a:lnTo>
                    <a:pt x="596469" y="1103038"/>
                  </a:lnTo>
                  <a:lnTo>
                    <a:pt x="596469" y="1066462"/>
                  </a:lnTo>
                  <a:close/>
                  <a:moveTo>
                    <a:pt x="474065" y="1066462"/>
                  </a:moveTo>
                  <a:lnTo>
                    <a:pt x="474065" y="1103038"/>
                  </a:lnTo>
                  <a:lnTo>
                    <a:pt x="520027" y="1103038"/>
                  </a:lnTo>
                  <a:lnTo>
                    <a:pt x="520027" y="1066462"/>
                  </a:lnTo>
                  <a:close/>
                  <a:moveTo>
                    <a:pt x="397623" y="1066462"/>
                  </a:moveTo>
                  <a:lnTo>
                    <a:pt x="397623" y="1103038"/>
                  </a:lnTo>
                  <a:lnTo>
                    <a:pt x="443585" y="1103038"/>
                  </a:lnTo>
                  <a:lnTo>
                    <a:pt x="443585" y="1066462"/>
                  </a:lnTo>
                  <a:close/>
                  <a:moveTo>
                    <a:pt x="321181" y="1066462"/>
                  </a:moveTo>
                  <a:lnTo>
                    <a:pt x="321181" y="1103038"/>
                  </a:lnTo>
                  <a:lnTo>
                    <a:pt x="367143" y="1103038"/>
                  </a:lnTo>
                  <a:lnTo>
                    <a:pt x="367143" y="1066462"/>
                  </a:lnTo>
                  <a:close/>
                  <a:moveTo>
                    <a:pt x="244739" y="1066462"/>
                  </a:moveTo>
                  <a:lnTo>
                    <a:pt x="244739" y="1103038"/>
                  </a:lnTo>
                  <a:lnTo>
                    <a:pt x="290701" y="1103038"/>
                  </a:lnTo>
                  <a:lnTo>
                    <a:pt x="290701" y="1066462"/>
                  </a:lnTo>
                  <a:close/>
                  <a:moveTo>
                    <a:pt x="168297" y="1066462"/>
                  </a:moveTo>
                  <a:lnTo>
                    <a:pt x="168297" y="1103038"/>
                  </a:lnTo>
                  <a:lnTo>
                    <a:pt x="214259" y="1103038"/>
                  </a:lnTo>
                  <a:lnTo>
                    <a:pt x="214259" y="1066462"/>
                  </a:lnTo>
                  <a:close/>
                  <a:moveTo>
                    <a:pt x="91855" y="1066462"/>
                  </a:moveTo>
                  <a:lnTo>
                    <a:pt x="91855" y="1103038"/>
                  </a:lnTo>
                  <a:lnTo>
                    <a:pt x="137817" y="1103038"/>
                  </a:lnTo>
                  <a:lnTo>
                    <a:pt x="137817" y="1066462"/>
                  </a:lnTo>
                  <a:close/>
                  <a:moveTo>
                    <a:pt x="406719" y="768369"/>
                  </a:moveTo>
                  <a:cubicBezTo>
                    <a:pt x="397376" y="768369"/>
                    <a:pt x="392429" y="770567"/>
                    <a:pt x="392429" y="781560"/>
                  </a:cubicBezTo>
                  <a:cubicBezTo>
                    <a:pt x="392979" y="834873"/>
                    <a:pt x="392979" y="888736"/>
                    <a:pt x="391879" y="942049"/>
                  </a:cubicBezTo>
                  <a:cubicBezTo>
                    <a:pt x="391879" y="951942"/>
                    <a:pt x="395177" y="956339"/>
                    <a:pt x="405620" y="956339"/>
                  </a:cubicBezTo>
                  <a:cubicBezTo>
                    <a:pt x="416063" y="956339"/>
                    <a:pt x="419360" y="952492"/>
                    <a:pt x="419360" y="942049"/>
                  </a:cubicBezTo>
                  <a:cubicBezTo>
                    <a:pt x="418811" y="915667"/>
                    <a:pt x="419360" y="889835"/>
                    <a:pt x="419360" y="863453"/>
                  </a:cubicBezTo>
                  <a:cubicBezTo>
                    <a:pt x="419360" y="836522"/>
                    <a:pt x="418811" y="809041"/>
                    <a:pt x="419360" y="782110"/>
                  </a:cubicBezTo>
                  <a:cubicBezTo>
                    <a:pt x="419360" y="772766"/>
                    <a:pt x="417162" y="768369"/>
                    <a:pt x="406719" y="768369"/>
                  </a:cubicBezTo>
                  <a:close/>
                  <a:moveTo>
                    <a:pt x="555116" y="723300"/>
                  </a:moveTo>
                  <a:cubicBezTo>
                    <a:pt x="546872" y="723300"/>
                    <a:pt x="544674" y="727697"/>
                    <a:pt x="544674" y="734842"/>
                  </a:cubicBezTo>
                  <a:cubicBezTo>
                    <a:pt x="544674" y="804644"/>
                    <a:pt x="544674" y="874446"/>
                    <a:pt x="545223" y="944797"/>
                  </a:cubicBezTo>
                  <a:cubicBezTo>
                    <a:pt x="544674" y="953041"/>
                    <a:pt x="548521" y="956339"/>
                    <a:pt x="556765" y="956339"/>
                  </a:cubicBezTo>
                  <a:cubicBezTo>
                    <a:pt x="571056" y="955789"/>
                    <a:pt x="585895" y="955789"/>
                    <a:pt x="600185" y="956339"/>
                  </a:cubicBezTo>
                  <a:cubicBezTo>
                    <a:pt x="611177" y="956889"/>
                    <a:pt x="615025" y="952492"/>
                    <a:pt x="615025" y="941499"/>
                  </a:cubicBezTo>
                  <a:cubicBezTo>
                    <a:pt x="614475" y="916217"/>
                    <a:pt x="615025" y="891484"/>
                    <a:pt x="615025" y="866751"/>
                  </a:cubicBezTo>
                  <a:cubicBezTo>
                    <a:pt x="615025" y="861255"/>
                    <a:pt x="613926" y="853010"/>
                    <a:pt x="621071" y="853010"/>
                  </a:cubicBezTo>
                  <a:cubicBezTo>
                    <a:pt x="640857" y="853010"/>
                    <a:pt x="637010" y="839270"/>
                    <a:pt x="637559" y="827728"/>
                  </a:cubicBezTo>
                  <a:cubicBezTo>
                    <a:pt x="637559" y="818934"/>
                    <a:pt x="633712" y="816735"/>
                    <a:pt x="625468" y="816735"/>
                  </a:cubicBezTo>
                  <a:cubicBezTo>
                    <a:pt x="612277" y="816735"/>
                    <a:pt x="599086" y="816186"/>
                    <a:pt x="585895" y="816735"/>
                  </a:cubicBezTo>
                  <a:cubicBezTo>
                    <a:pt x="572704" y="817285"/>
                    <a:pt x="567208" y="811239"/>
                    <a:pt x="567208" y="798598"/>
                  </a:cubicBezTo>
                  <a:cubicBezTo>
                    <a:pt x="567208" y="788705"/>
                    <a:pt x="567208" y="778262"/>
                    <a:pt x="567208" y="767819"/>
                  </a:cubicBezTo>
                  <a:cubicBezTo>
                    <a:pt x="566659" y="767819"/>
                    <a:pt x="566659" y="767819"/>
                    <a:pt x="566659" y="767819"/>
                  </a:cubicBezTo>
                  <a:cubicBezTo>
                    <a:pt x="566659" y="756827"/>
                    <a:pt x="566659" y="746384"/>
                    <a:pt x="566659" y="735392"/>
                  </a:cubicBezTo>
                  <a:cubicBezTo>
                    <a:pt x="566659" y="727148"/>
                    <a:pt x="563910" y="723300"/>
                    <a:pt x="555116" y="723300"/>
                  </a:cubicBezTo>
                  <a:close/>
                  <a:moveTo>
                    <a:pt x="509498" y="565559"/>
                  </a:moveTo>
                  <a:cubicBezTo>
                    <a:pt x="503452" y="565559"/>
                    <a:pt x="495208" y="563910"/>
                    <a:pt x="495208" y="572704"/>
                  </a:cubicBezTo>
                  <a:cubicBezTo>
                    <a:pt x="495208" y="582597"/>
                    <a:pt x="488063" y="595239"/>
                    <a:pt x="502353" y="601284"/>
                  </a:cubicBezTo>
                  <a:cubicBezTo>
                    <a:pt x="534781" y="615025"/>
                    <a:pt x="546322" y="640857"/>
                    <a:pt x="545223" y="674384"/>
                  </a:cubicBezTo>
                  <a:cubicBezTo>
                    <a:pt x="544674" y="705712"/>
                    <a:pt x="543025" y="702964"/>
                    <a:pt x="571605" y="702964"/>
                  </a:cubicBezTo>
                  <a:cubicBezTo>
                    <a:pt x="574353" y="702964"/>
                    <a:pt x="576552" y="702964"/>
                    <a:pt x="578750" y="703514"/>
                  </a:cubicBezTo>
                  <a:cubicBezTo>
                    <a:pt x="584796" y="704613"/>
                    <a:pt x="589193" y="706262"/>
                    <a:pt x="588643" y="715056"/>
                  </a:cubicBezTo>
                  <a:cubicBezTo>
                    <a:pt x="586994" y="732644"/>
                    <a:pt x="588093" y="749682"/>
                    <a:pt x="588093" y="767270"/>
                  </a:cubicBezTo>
                  <a:cubicBezTo>
                    <a:pt x="588093" y="793651"/>
                    <a:pt x="588093" y="793651"/>
                    <a:pt x="613376" y="794751"/>
                  </a:cubicBezTo>
                  <a:cubicBezTo>
                    <a:pt x="615025" y="794751"/>
                    <a:pt x="616124" y="795300"/>
                    <a:pt x="617773" y="795300"/>
                  </a:cubicBezTo>
                  <a:cubicBezTo>
                    <a:pt x="627117" y="795850"/>
                    <a:pt x="637010" y="799148"/>
                    <a:pt x="637559" y="783758"/>
                  </a:cubicBezTo>
                  <a:cubicBezTo>
                    <a:pt x="638658" y="756827"/>
                    <a:pt x="638658" y="755178"/>
                    <a:pt x="620521" y="754629"/>
                  </a:cubicBezTo>
                  <a:cubicBezTo>
                    <a:pt x="602384" y="753529"/>
                    <a:pt x="597987" y="749682"/>
                    <a:pt x="597987" y="731545"/>
                  </a:cubicBezTo>
                  <a:cubicBezTo>
                    <a:pt x="597987" y="706262"/>
                    <a:pt x="597987" y="681529"/>
                    <a:pt x="597987" y="656796"/>
                  </a:cubicBezTo>
                  <a:cubicBezTo>
                    <a:pt x="597437" y="656796"/>
                    <a:pt x="597437" y="656796"/>
                    <a:pt x="597437" y="656796"/>
                  </a:cubicBezTo>
                  <a:cubicBezTo>
                    <a:pt x="597437" y="631514"/>
                    <a:pt x="596887" y="606231"/>
                    <a:pt x="597437" y="580949"/>
                  </a:cubicBezTo>
                  <a:cubicBezTo>
                    <a:pt x="597987" y="569956"/>
                    <a:pt x="594689" y="565009"/>
                    <a:pt x="582597" y="565559"/>
                  </a:cubicBezTo>
                  <a:cubicBezTo>
                    <a:pt x="558414" y="566109"/>
                    <a:pt x="533681" y="565559"/>
                    <a:pt x="509498" y="565559"/>
                  </a:cubicBezTo>
                  <a:close/>
                  <a:moveTo>
                    <a:pt x="1099240" y="0"/>
                  </a:moveTo>
                  <a:lnTo>
                    <a:pt x="1179484" y="0"/>
                  </a:lnTo>
                  <a:lnTo>
                    <a:pt x="1216309" y="756827"/>
                  </a:lnTo>
                  <a:lnTo>
                    <a:pt x="1303698" y="758476"/>
                  </a:lnTo>
                  <a:lnTo>
                    <a:pt x="1301500" y="1355913"/>
                  </a:lnTo>
                  <a:lnTo>
                    <a:pt x="0" y="1355913"/>
                  </a:lnTo>
                  <a:lnTo>
                    <a:pt x="2199" y="951942"/>
                  </a:lnTo>
                  <a:lnTo>
                    <a:pt x="149497" y="867850"/>
                  </a:lnTo>
                  <a:lnTo>
                    <a:pt x="190719" y="943698"/>
                  </a:lnTo>
                  <a:lnTo>
                    <a:pt x="325925" y="867300"/>
                  </a:lnTo>
                  <a:lnTo>
                    <a:pt x="364398" y="938751"/>
                  </a:lnTo>
                  <a:cubicBezTo>
                    <a:pt x="364398" y="881591"/>
                    <a:pt x="365498" y="824430"/>
                    <a:pt x="366047" y="767270"/>
                  </a:cubicBezTo>
                  <a:cubicBezTo>
                    <a:pt x="366047" y="743636"/>
                    <a:pt x="367696" y="741987"/>
                    <a:pt x="391879" y="741987"/>
                  </a:cubicBezTo>
                  <a:cubicBezTo>
                    <a:pt x="423208" y="741987"/>
                    <a:pt x="419910" y="745835"/>
                    <a:pt x="419910" y="714506"/>
                  </a:cubicBezTo>
                  <a:cubicBezTo>
                    <a:pt x="419910" y="696918"/>
                    <a:pt x="419910" y="678781"/>
                    <a:pt x="419910" y="661193"/>
                  </a:cubicBezTo>
                  <a:cubicBezTo>
                    <a:pt x="420460" y="635911"/>
                    <a:pt x="431452" y="616674"/>
                    <a:pt x="454536" y="606231"/>
                  </a:cubicBezTo>
                  <a:cubicBezTo>
                    <a:pt x="464979" y="601834"/>
                    <a:pt x="468826" y="595788"/>
                    <a:pt x="467727" y="584796"/>
                  </a:cubicBezTo>
                  <a:cubicBezTo>
                    <a:pt x="466628" y="574903"/>
                    <a:pt x="467177" y="565009"/>
                    <a:pt x="467177" y="555116"/>
                  </a:cubicBezTo>
                  <a:cubicBezTo>
                    <a:pt x="466628" y="544674"/>
                    <a:pt x="471574" y="539178"/>
                    <a:pt x="482017" y="539178"/>
                  </a:cubicBezTo>
                  <a:cubicBezTo>
                    <a:pt x="523788" y="539178"/>
                    <a:pt x="565559" y="539178"/>
                    <a:pt x="607330" y="539178"/>
                  </a:cubicBezTo>
                  <a:cubicBezTo>
                    <a:pt x="620521" y="539178"/>
                    <a:pt x="624368" y="546872"/>
                    <a:pt x="624368" y="558414"/>
                  </a:cubicBezTo>
                  <a:cubicBezTo>
                    <a:pt x="623819" y="596887"/>
                    <a:pt x="623819" y="635361"/>
                    <a:pt x="624368" y="673834"/>
                  </a:cubicBezTo>
                  <a:cubicBezTo>
                    <a:pt x="624368" y="688124"/>
                    <a:pt x="625468" y="702964"/>
                    <a:pt x="626017" y="717254"/>
                  </a:cubicBezTo>
                  <a:cubicBezTo>
                    <a:pt x="626017" y="721651"/>
                    <a:pt x="626017" y="727148"/>
                    <a:pt x="632063" y="726598"/>
                  </a:cubicBezTo>
                  <a:cubicBezTo>
                    <a:pt x="637559" y="726048"/>
                    <a:pt x="637010" y="721651"/>
                    <a:pt x="637010" y="717804"/>
                  </a:cubicBezTo>
                  <a:cubicBezTo>
                    <a:pt x="637010" y="708461"/>
                    <a:pt x="637559" y="699667"/>
                    <a:pt x="637010" y="690873"/>
                  </a:cubicBezTo>
                  <a:cubicBezTo>
                    <a:pt x="636460" y="679330"/>
                    <a:pt x="641407" y="672735"/>
                    <a:pt x="653498" y="674384"/>
                  </a:cubicBezTo>
                  <a:cubicBezTo>
                    <a:pt x="665590" y="676033"/>
                    <a:pt x="671086" y="672186"/>
                    <a:pt x="671086" y="658445"/>
                  </a:cubicBezTo>
                  <a:cubicBezTo>
                    <a:pt x="671086" y="639208"/>
                    <a:pt x="680430" y="623819"/>
                    <a:pt x="695819" y="611727"/>
                  </a:cubicBezTo>
                  <a:cubicBezTo>
                    <a:pt x="702414" y="606231"/>
                    <a:pt x="710109" y="602933"/>
                    <a:pt x="715056" y="594140"/>
                  </a:cubicBezTo>
                  <a:cubicBezTo>
                    <a:pt x="720002" y="585346"/>
                    <a:pt x="748582" y="588643"/>
                    <a:pt x="753529" y="597987"/>
                  </a:cubicBezTo>
                  <a:cubicBezTo>
                    <a:pt x="755728" y="601834"/>
                    <a:pt x="758476" y="604033"/>
                    <a:pt x="762323" y="606231"/>
                  </a:cubicBezTo>
                  <a:cubicBezTo>
                    <a:pt x="785407" y="619422"/>
                    <a:pt x="795850" y="639758"/>
                    <a:pt x="795850" y="665590"/>
                  </a:cubicBezTo>
                  <a:cubicBezTo>
                    <a:pt x="795850" y="698567"/>
                    <a:pt x="795850" y="732094"/>
                    <a:pt x="795850" y="765071"/>
                  </a:cubicBezTo>
                  <a:lnTo>
                    <a:pt x="862903" y="761773"/>
                  </a:lnTo>
                  <a:lnTo>
                    <a:pt x="898079" y="155543"/>
                  </a:lnTo>
                  <a:lnTo>
                    <a:pt x="979973" y="155543"/>
                  </a:lnTo>
                  <a:lnTo>
                    <a:pt x="1016797" y="759026"/>
                  </a:lnTo>
                  <a:lnTo>
                    <a:pt x="1063515" y="75737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8" name="Graphic 11">
            <a:extLst>
              <a:ext uri="{FF2B5EF4-FFF2-40B4-BE49-F238E27FC236}">
                <a16:creationId xmlns:a16="http://schemas.microsoft.com/office/drawing/2014/main" id="{1FC44F3B-D8BC-40E1-C8B6-BF01D81202CC}"/>
              </a:ext>
            </a:extLst>
          </p:cNvPr>
          <p:cNvSpPr/>
          <p:nvPr/>
        </p:nvSpPr>
        <p:spPr>
          <a:xfrm>
            <a:off x="10685" y="3904980"/>
            <a:ext cx="1219411" cy="2949171"/>
          </a:xfrm>
          <a:custGeom>
            <a:avLst/>
            <a:gdLst>
              <a:gd name="connsiteX0" fmla="*/ 1732970 w 1743075"/>
              <a:gd name="connsiteY0" fmla="*/ 1329937 h 4495800"/>
              <a:gd name="connsiteX1" fmla="*/ 1726302 w 1743075"/>
              <a:gd name="connsiteY1" fmla="*/ 1291837 h 4495800"/>
              <a:gd name="connsiteX2" fmla="*/ 1698680 w 1743075"/>
              <a:gd name="connsiteY2" fmla="*/ 1230877 h 4495800"/>
              <a:gd name="connsiteX3" fmla="*/ 1666295 w 1743075"/>
              <a:gd name="connsiteY3" fmla="*/ 1177537 h 4495800"/>
              <a:gd name="connsiteX4" fmla="*/ 1643435 w 1743075"/>
              <a:gd name="connsiteY4" fmla="*/ 1128959 h 4495800"/>
              <a:gd name="connsiteX5" fmla="*/ 1636767 w 1743075"/>
              <a:gd name="connsiteY5" fmla="*/ 1117529 h 4495800"/>
              <a:gd name="connsiteX6" fmla="*/ 1595810 w 1743075"/>
              <a:gd name="connsiteY6" fmla="*/ 1023232 h 4495800"/>
              <a:gd name="connsiteX7" fmla="*/ 1586285 w 1743075"/>
              <a:gd name="connsiteY7" fmla="*/ 1007039 h 4495800"/>
              <a:gd name="connsiteX8" fmla="*/ 1573902 w 1743075"/>
              <a:gd name="connsiteY8" fmla="*/ 972749 h 4495800"/>
              <a:gd name="connsiteX9" fmla="*/ 1560567 w 1743075"/>
              <a:gd name="connsiteY9" fmla="*/ 923219 h 4495800"/>
              <a:gd name="connsiteX10" fmla="*/ 1550090 w 1743075"/>
              <a:gd name="connsiteY10" fmla="*/ 880357 h 4495800"/>
              <a:gd name="connsiteX11" fmla="*/ 1547232 w 1743075"/>
              <a:gd name="connsiteY11" fmla="*/ 863212 h 4495800"/>
              <a:gd name="connsiteX12" fmla="*/ 1508180 w 1743075"/>
              <a:gd name="connsiteY12" fmla="*/ 747959 h 4495800"/>
              <a:gd name="connsiteX13" fmla="*/ 1468175 w 1743075"/>
              <a:gd name="connsiteY13" fmla="*/ 705097 h 4495800"/>
              <a:gd name="connsiteX14" fmla="*/ 1428170 w 1743075"/>
              <a:gd name="connsiteY14" fmla="*/ 685094 h 4495800"/>
              <a:gd name="connsiteX15" fmla="*/ 1380545 w 1743075"/>
              <a:gd name="connsiteY15" fmla="*/ 669854 h 4495800"/>
              <a:gd name="connsiteX16" fmla="*/ 1303392 w 1743075"/>
              <a:gd name="connsiteY16" fmla="*/ 650804 h 4495800"/>
              <a:gd name="connsiteX17" fmla="*/ 1301487 w 1743075"/>
              <a:gd name="connsiteY17" fmla="*/ 649852 h 4495800"/>
              <a:gd name="connsiteX18" fmla="*/ 1223382 w 1743075"/>
              <a:gd name="connsiteY18" fmla="*/ 629849 h 4495800"/>
              <a:gd name="connsiteX19" fmla="*/ 1160517 w 1743075"/>
              <a:gd name="connsiteY19" fmla="*/ 610799 h 4495800"/>
              <a:gd name="connsiteX20" fmla="*/ 1101462 w 1743075"/>
              <a:gd name="connsiteY20" fmla="*/ 511739 h 4495800"/>
              <a:gd name="connsiteX21" fmla="*/ 1106225 w 1743075"/>
              <a:gd name="connsiteY21" fmla="*/ 422204 h 4495800"/>
              <a:gd name="connsiteX22" fmla="*/ 1119560 w 1743075"/>
              <a:gd name="connsiteY22" fmla="*/ 398392 h 4495800"/>
              <a:gd name="connsiteX23" fmla="*/ 1150040 w 1743075"/>
              <a:gd name="connsiteY23" fmla="*/ 352672 h 4495800"/>
              <a:gd name="connsiteX24" fmla="*/ 1155755 w 1743075"/>
              <a:gd name="connsiteY24" fmla="*/ 326002 h 4495800"/>
              <a:gd name="connsiteX25" fmla="*/ 1153850 w 1743075"/>
              <a:gd name="connsiteY25" fmla="*/ 263137 h 4495800"/>
              <a:gd name="connsiteX26" fmla="*/ 1135752 w 1743075"/>
              <a:gd name="connsiteY26" fmla="*/ 252659 h 4495800"/>
              <a:gd name="connsiteX27" fmla="*/ 1124322 w 1743075"/>
              <a:gd name="connsiteY27" fmla="*/ 241229 h 4495800"/>
              <a:gd name="connsiteX28" fmla="*/ 1125275 w 1743075"/>
              <a:gd name="connsiteY28" fmla="*/ 203129 h 4495800"/>
              <a:gd name="connsiteX29" fmla="*/ 1124322 w 1743075"/>
              <a:gd name="connsiteY29" fmla="*/ 182174 h 4495800"/>
              <a:gd name="connsiteX30" fmla="*/ 1074792 w 1743075"/>
              <a:gd name="connsiteY30" fmla="*/ 56444 h 4495800"/>
              <a:gd name="connsiteX31" fmla="*/ 1048122 w 1743075"/>
              <a:gd name="connsiteY31" fmla="*/ 37394 h 4495800"/>
              <a:gd name="connsiteX32" fmla="*/ 1005260 w 1743075"/>
              <a:gd name="connsiteY32" fmla="*/ 20249 h 4495800"/>
              <a:gd name="connsiteX33" fmla="*/ 873815 w 1743075"/>
              <a:gd name="connsiteY33" fmla="*/ 24059 h 4495800"/>
              <a:gd name="connsiteX34" fmla="*/ 782375 w 1743075"/>
              <a:gd name="connsiteY34" fmla="*/ 104069 h 4495800"/>
              <a:gd name="connsiteX35" fmla="*/ 775707 w 1743075"/>
              <a:gd name="connsiteY35" fmla="*/ 117404 h 4495800"/>
              <a:gd name="connsiteX36" fmla="*/ 769040 w 1743075"/>
              <a:gd name="connsiteY36" fmla="*/ 159314 h 4495800"/>
              <a:gd name="connsiteX37" fmla="*/ 759515 w 1743075"/>
              <a:gd name="connsiteY37" fmla="*/ 293617 h 4495800"/>
              <a:gd name="connsiteX38" fmla="*/ 759515 w 1743075"/>
              <a:gd name="connsiteY38" fmla="*/ 297427 h 4495800"/>
              <a:gd name="connsiteX39" fmla="*/ 762372 w 1743075"/>
              <a:gd name="connsiteY39" fmla="*/ 370769 h 4495800"/>
              <a:gd name="connsiteX40" fmla="*/ 786185 w 1743075"/>
              <a:gd name="connsiteY40" fmla="*/ 424109 h 4495800"/>
              <a:gd name="connsiteX41" fmla="*/ 799520 w 1743075"/>
              <a:gd name="connsiteY41" fmla="*/ 446969 h 4495800"/>
              <a:gd name="connsiteX42" fmla="*/ 811902 w 1743075"/>
              <a:gd name="connsiteY42" fmla="*/ 517454 h 4495800"/>
              <a:gd name="connsiteX43" fmla="*/ 806187 w 1743075"/>
              <a:gd name="connsiteY43" fmla="*/ 540314 h 4495800"/>
              <a:gd name="connsiteX44" fmla="*/ 729035 w 1743075"/>
              <a:gd name="connsiteY44" fmla="*/ 576509 h 4495800"/>
              <a:gd name="connsiteX45" fmla="*/ 717605 w 1743075"/>
              <a:gd name="connsiteY45" fmla="*/ 579367 h 4495800"/>
              <a:gd name="connsiteX46" fmla="*/ 546155 w 1743075"/>
              <a:gd name="connsiteY46" fmla="*/ 617467 h 4495800"/>
              <a:gd name="connsiteX47" fmla="*/ 469955 w 1743075"/>
              <a:gd name="connsiteY47" fmla="*/ 627944 h 4495800"/>
              <a:gd name="connsiteX48" fmla="*/ 396612 w 1743075"/>
              <a:gd name="connsiteY48" fmla="*/ 646994 h 4495800"/>
              <a:gd name="connsiteX49" fmla="*/ 348035 w 1743075"/>
              <a:gd name="connsiteY49" fmla="*/ 688904 h 4495800"/>
              <a:gd name="connsiteX50" fmla="*/ 311840 w 1743075"/>
              <a:gd name="connsiteY50" fmla="*/ 807014 h 4495800"/>
              <a:gd name="connsiteX51" fmla="*/ 287075 w 1743075"/>
              <a:gd name="connsiteY51" fmla="*/ 848924 h 4495800"/>
              <a:gd name="connsiteX52" fmla="*/ 246117 w 1743075"/>
              <a:gd name="connsiteY52" fmla="*/ 896549 h 4495800"/>
              <a:gd name="connsiteX53" fmla="*/ 233735 w 1743075"/>
              <a:gd name="connsiteY53" fmla="*/ 922267 h 4495800"/>
              <a:gd name="connsiteX54" fmla="*/ 164202 w 1743075"/>
              <a:gd name="connsiteY54" fmla="*/ 1008944 h 4495800"/>
              <a:gd name="connsiteX55" fmla="*/ 152772 w 1743075"/>
              <a:gd name="connsiteY55" fmla="*/ 1024184 h 4495800"/>
              <a:gd name="connsiteX56" fmla="*/ 81335 w 1743075"/>
              <a:gd name="connsiteY56" fmla="*/ 1130864 h 4495800"/>
              <a:gd name="connsiteX57" fmla="*/ 10850 w 1743075"/>
              <a:gd name="connsiteY57" fmla="*/ 1280407 h 4495800"/>
              <a:gd name="connsiteX58" fmla="*/ 27042 w 1743075"/>
              <a:gd name="connsiteY58" fmla="*/ 1395659 h 4495800"/>
              <a:gd name="connsiteX59" fmla="*/ 61332 w 1743075"/>
              <a:gd name="connsiteY59" fmla="*/ 1453762 h 4495800"/>
              <a:gd name="connsiteX60" fmla="*/ 74667 w 1743075"/>
              <a:gd name="connsiteY60" fmla="*/ 1474717 h 4495800"/>
              <a:gd name="connsiteX61" fmla="*/ 97527 w 1743075"/>
              <a:gd name="connsiteY61" fmla="*/ 1509007 h 4495800"/>
              <a:gd name="connsiteX62" fmla="*/ 108005 w 1743075"/>
              <a:gd name="connsiteY62" fmla="*/ 1522342 h 4495800"/>
              <a:gd name="connsiteX63" fmla="*/ 162297 w 1743075"/>
              <a:gd name="connsiteY63" fmla="*/ 1602352 h 4495800"/>
              <a:gd name="connsiteX64" fmla="*/ 201350 w 1743075"/>
              <a:gd name="connsiteY64" fmla="*/ 1654739 h 4495800"/>
              <a:gd name="connsiteX65" fmla="*/ 288980 w 1743075"/>
              <a:gd name="connsiteY65" fmla="*/ 1768087 h 4495800"/>
              <a:gd name="connsiteX66" fmla="*/ 300410 w 1743075"/>
              <a:gd name="connsiteY66" fmla="*/ 1810949 h 4495800"/>
              <a:gd name="connsiteX67" fmla="*/ 288027 w 1743075"/>
              <a:gd name="connsiteY67" fmla="*/ 1909057 h 4495800"/>
              <a:gd name="connsiteX68" fmla="*/ 279455 w 1743075"/>
              <a:gd name="connsiteY68" fmla="*/ 2064314 h 4495800"/>
              <a:gd name="connsiteX69" fmla="*/ 277550 w 1743075"/>
              <a:gd name="connsiteY69" fmla="*/ 2079554 h 4495800"/>
              <a:gd name="connsiteX70" fmla="*/ 266120 w 1743075"/>
              <a:gd name="connsiteY70" fmla="*/ 2192902 h 4495800"/>
              <a:gd name="connsiteX71" fmla="*/ 265167 w 1743075"/>
              <a:gd name="connsiteY71" fmla="*/ 2338634 h 4495800"/>
              <a:gd name="connsiteX72" fmla="*/ 251832 w 1743075"/>
              <a:gd name="connsiteY72" fmla="*/ 2463412 h 4495800"/>
              <a:gd name="connsiteX73" fmla="*/ 268025 w 1743075"/>
              <a:gd name="connsiteY73" fmla="*/ 2496749 h 4495800"/>
              <a:gd name="connsiteX74" fmla="*/ 358512 w 1743075"/>
              <a:gd name="connsiteY74" fmla="*/ 2521514 h 4495800"/>
              <a:gd name="connsiteX75" fmla="*/ 377562 w 1743075"/>
              <a:gd name="connsiteY75" fmla="*/ 2525324 h 4495800"/>
              <a:gd name="connsiteX76" fmla="*/ 467097 w 1743075"/>
              <a:gd name="connsiteY76" fmla="*/ 2499607 h 4495800"/>
              <a:gd name="connsiteX77" fmla="*/ 496625 w 1743075"/>
              <a:gd name="connsiteY77" fmla="*/ 2472937 h 4495800"/>
              <a:gd name="connsiteX78" fmla="*/ 498530 w 1743075"/>
              <a:gd name="connsiteY78" fmla="*/ 2500559 h 4495800"/>
              <a:gd name="connsiteX79" fmla="*/ 497577 w 1743075"/>
              <a:gd name="connsiteY79" fmla="*/ 2653912 h 4495800"/>
              <a:gd name="connsiteX80" fmla="*/ 491862 w 1743075"/>
              <a:gd name="connsiteY80" fmla="*/ 2752972 h 4495800"/>
              <a:gd name="connsiteX81" fmla="*/ 489957 w 1743075"/>
              <a:gd name="connsiteY81" fmla="*/ 2915849 h 4495800"/>
              <a:gd name="connsiteX82" fmla="*/ 483290 w 1743075"/>
              <a:gd name="connsiteY82" fmla="*/ 3303517 h 4495800"/>
              <a:gd name="connsiteX83" fmla="*/ 483290 w 1743075"/>
              <a:gd name="connsiteY83" fmla="*/ 3423532 h 4495800"/>
              <a:gd name="connsiteX84" fmla="*/ 489005 w 1743075"/>
              <a:gd name="connsiteY84" fmla="*/ 3666419 h 4495800"/>
              <a:gd name="connsiteX85" fmla="*/ 497577 w 1743075"/>
              <a:gd name="connsiteY85" fmla="*/ 3953122 h 4495800"/>
              <a:gd name="connsiteX86" fmla="*/ 498530 w 1743075"/>
              <a:gd name="connsiteY86" fmla="*/ 3964552 h 4495800"/>
              <a:gd name="connsiteX87" fmla="*/ 505197 w 1743075"/>
              <a:gd name="connsiteY87" fmla="*/ 4019797 h 4495800"/>
              <a:gd name="connsiteX88" fmla="*/ 507102 w 1743075"/>
              <a:gd name="connsiteY88" fmla="*/ 4083614 h 4495800"/>
              <a:gd name="connsiteX89" fmla="*/ 513770 w 1743075"/>
              <a:gd name="connsiteY89" fmla="*/ 4111237 h 4495800"/>
              <a:gd name="connsiteX90" fmla="*/ 539487 w 1743075"/>
              <a:gd name="connsiteY90" fmla="*/ 4176959 h 4495800"/>
              <a:gd name="connsiteX91" fmla="*/ 562347 w 1743075"/>
              <a:gd name="connsiteY91" fmla="*/ 4278877 h 4495800"/>
              <a:gd name="connsiteX92" fmla="*/ 561395 w 1743075"/>
              <a:gd name="connsiteY92" fmla="*/ 4299832 h 4495800"/>
              <a:gd name="connsiteX93" fmla="*/ 551870 w 1743075"/>
              <a:gd name="connsiteY93" fmla="*/ 4354124 h 4495800"/>
              <a:gd name="connsiteX94" fmla="*/ 583302 w 1743075"/>
              <a:gd name="connsiteY94" fmla="*/ 4404607 h 4495800"/>
              <a:gd name="connsiteX95" fmla="*/ 600447 w 1743075"/>
              <a:gd name="connsiteY95" fmla="*/ 4423657 h 4495800"/>
              <a:gd name="connsiteX96" fmla="*/ 628070 w 1743075"/>
              <a:gd name="connsiteY96" fmla="*/ 4459852 h 4495800"/>
              <a:gd name="connsiteX97" fmla="*/ 690935 w 1743075"/>
              <a:gd name="connsiteY97" fmla="*/ 4483664 h 4495800"/>
              <a:gd name="connsiteX98" fmla="*/ 762372 w 1743075"/>
              <a:gd name="connsiteY98" fmla="*/ 4492237 h 4495800"/>
              <a:gd name="connsiteX99" fmla="*/ 898580 w 1743075"/>
              <a:gd name="connsiteY99" fmla="*/ 4493189 h 4495800"/>
              <a:gd name="connsiteX100" fmla="*/ 913820 w 1743075"/>
              <a:gd name="connsiteY100" fmla="*/ 4464614 h 4495800"/>
              <a:gd name="connsiteX101" fmla="*/ 901437 w 1743075"/>
              <a:gd name="connsiteY101" fmla="*/ 4434134 h 4495800"/>
              <a:gd name="connsiteX102" fmla="*/ 869052 w 1743075"/>
              <a:gd name="connsiteY102" fmla="*/ 4351267 h 4495800"/>
              <a:gd name="connsiteX103" fmla="*/ 859527 w 1743075"/>
              <a:gd name="connsiteY103" fmla="*/ 4338884 h 4495800"/>
              <a:gd name="connsiteX104" fmla="*/ 811902 w 1743075"/>
              <a:gd name="connsiteY104" fmla="*/ 4263637 h 4495800"/>
              <a:gd name="connsiteX105" fmla="*/ 812855 w 1743075"/>
              <a:gd name="connsiteY105" fmla="*/ 4206487 h 4495800"/>
              <a:gd name="connsiteX106" fmla="*/ 823332 w 1743075"/>
              <a:gd name="connsiteY106" fmla="*/ 4165529 h 4495800"/>
              <a:gd name="connsiteX107" fmla="*/ 841430 w 1743075"/>
              <a:gd name="connsiteY107" fmla="*/ 4050277 h 4495800"/>
              <a:gd name="connsiteX108" fmla="*/ 849050 w 1743075"/>
              <a:gd name="connsiteY108" fmla="*/ 3982649 h 4495800"/>
              <a:gd name="connsiteX109" fmla="*/ 837620 w 1743075"/>
              <a:gd name="connsiteY109" fmla="*/ 3734999 h 4495800"/>
              <a:gd name="connsiteX110" fmla="*/ 826190 w 1743075"/>
              <a:gd name="connsiteY110" fmla="*/ 3662609 h 4495800"/>
              <a:gd name="connsiteX111" fmla="*/ 807140 w 1743075"/>
              <a:gd name="connsiteY111" fmla="*/ 3601649 h 4495800"/>
              <a:gd name="connsiteX112" fmla="*/ 789995 w 1743075"/>
              <a:gd name="connsiteY112" fmla="*/ 3537832 h 4495800"/>
              <a:gd name="connsiteX113" fmla="*/ 786185 w 1743075"/>
              <a:gd name="connsiteY113" fmla="*/ 3494017 h 4495800"/>
              <a:gd name="connsiteX114" fmla="*/ 790947 w 1743075"/>
              <a:gd name="connsiteY114" fmla="*/ 3454012 h 4495800"/>
              <a:gd name="connsiteX115" fmla="*/ 798567 w 1743075"/>
              <a:gd name="connsiteY115" fmla="*/ 3393052 h 4495800"/>
              <a:gd name="connsiteX116" fmla="*/ 799520 w 1743075"/>
              <a:gd name="connsiteY116" fmla="*/ 3274942 h 4495800"/>
              <a:gd name="connsiteX117" fmla="*/ 803330 w 1743075"/>
              <a:gd name="connsiteY117" fmla="*/ 3260654 h 4495800"/>
              <a:gd name="connsiteX118" fmla="*/ 819522 w 1743075"/>
              <a:gd name="connsiteY118" fmla="*/ 3223507 h 4495800"/>
              <a:gd name="connsiteX119" fmla="*/ 825237 w 1743075"/>
              <a:gd name="connsiteY119" fmla="*/ 3178739 h 4495800"/>
              <a:gd name="connsiteX120" fmla="*/ 903342 w 1743075"/>
              <a:gd name="connsiteY120" fmla="*/ 2818694 h 4495800"/>
              <a:gd name="connsiteX121" fmla="*/ 921440 w 1743075"/>
              <a:gd name="connsiteY121" fmla="*/ 2752019 h 4495800"/>
              <a:gd name="connsiteX122" fmla="*/ 927155 w 1743075"/>
              <a:gd name="connsiteY122" fmla="*/ 2753924 h 4495800"/>
              <a:gd name="connsiteX123" fmla="*/ 917630 w 1743075"/>
              <a:gd name="connsiteY123" fmla="*/ 2838697 h 4495800"/>
              <a:gd name="connsiteX124" fmla="*/ 899532 w 1743075"/>
              <a:gd name="connsiteY124" fmla="*/ 3093967 h 4495800"/>
              <a:gd name="connsiteX125" fmla="*/ 902390 w 1743075"/>
              <a:gd name="connsiteY125" fmla="*/ 3124447 h 4495800"/>
              <a:gd name="connsiteX126" fmla="*/ 893817 w 1743075"/>
              <a:gd name="connsiteY126" fmla="*/ 3190169 h 4495800"/>
              <a:gd name="connsiteX127" fmla="*/ 894770 w 1743075"/>
              <a:gd name="connsiteY127" fmla="*/ 3224459 h 4495800"/>
              <a:gd name="connsiteX128" fmla="*/ 905247 w 1743075"/>
              <a:gd name="connsiteY128" fmla="*/ 3328282 h 4495800"/>
              <a:gd name="connsiteX129" fmla="*/ 905247 w 1743075"/>
              <a:gd name="connsiteY129" fmla="*/ 3412102 h 4495800"/>
              <a:gd name="connsiteX130" fmla="*/ 913820 w 1743075"/>
              <a:gd name="connsiteY130" fmla="*/ 3633082 h 4495800"/>
              <a:gd name="connsiteX131" fmla="*/ 919535 w 1743075"/>
              <a:gd name="connsiteY131" fmla="*/ 3730237 h 4495800"/>
              <a:gd name="connsiteX132" fmla="*/ 916677 w 1743075"/>
              <a:gd name="connsiteY132" fmla="*/ 3760717 h 4495800"/>
              <a:gd name="connsiteX133" fmla="*/ 896675 w 1743075"/>
              <a:gd name="connsiteY133" fmla="*/ 3862634 h 4495800"/>
              <a:gd name="connsiteX134" fmla="*/ 883340 w 1743075"/>
              <a:gd name="connsiteY134" fmla="*/ 4033132 h 4495800"/>
              <a:gd name="connsiteX135" fmla="*/ 855717 w 1743075"/>
              <a:gd name="connsiteY135" fmla="*/ 4201724 h 4495800"/>
              <a:gd name="connsiteX136" fmla="*/ 880482 w 1743075"/>
              <a:gd name="connsiteY136" fmla="*/ 4262684 h 4495800"/>
              <a:gd name="connsiteX137" fmla="*/ 936680 w 1743075"/>
              <a:gd name="connsiteY137" fmla="*/ 4289354 h 4495800"/>
              <a:gd name="connsiteX138" fmla="*/ 979542 w 1743075"/>
              <a:gd name="connsiteY138" fmla="*/ 4295069 h 4495800"/>
              <a:gd name="connsiteX139" fmla="*/ 1015737 w 1743075"/>
              <a:gd name="connsiteY139" fmla="*/ 4306499 h 4495800"/>
              <a:gd name="connsiteX140" fmla="*/ 1038597 w 1743075"/>
              <a:gd name="connsiteY140" fmla="*/ 4339837 h 4495800"/>
              <a:gd name="connsiteX141" fmla="*/ 1059552 w 1743075"/>
              <a:gd name="connsiteY141" fmla="*/ 4361744 h 4495800"/>
              <a:gd name="connsiteX142" fmla="*/ 1170995 w 1743075"/>
              <a:gd name="connsiteY142" fmla="*/ 4391272 h 4495800"/>
              <a:gd name="connsiteX143" fmla="*/ 1283390 w 1743075"/>
              <a:gd name="connsiteY143" fmla="*/ 4390319 h 4495800"/>
              <a:gd name="connsiteX144" fmla="*/ 1321490 w 1743075"/>
              <a:gd name="connsiteY144" fmla="*/ 4385557 h 4495800"/>
              <a:gd name="connsiteX145" fmla="*/ 1333872 w 1743075"/>
              <a:gd name="connsiteY145" fmla="*/ 4358887 h 4495800"/>
              <a:gd name="connsiteX146" fmla="*/ 1317680 w 1743075"/>
              <a:gd name="connsiteY146" fmla="*/ 4324597 h 4495800"/>
              <a:gd name="connsiteX147" fmla="*/ 1297677 w 1743075"/>
              <a:gd name="connsiteY147" fmla="*/ 4296974 h 4495800"/>
              <a:gd name="connsiteX148" fmla="*/ 1258625 w 1743075"/>
              <a:gd name="connsiteY148" fmla="*/ 4268399 h 4495800"/>
              <a:gd name="connsiteX149" fmla="*/ 1196712 w 1743075"/>
              <a:gd name="connsiteY149" fmla="*/ 4203629 h 4495800"/>
              <a:gd name="connsiteX150" fmla="*/ 1195760 w 1743075"/>
              <a:gd name="connsiteY150" fmla="*/ 4201724 h 4495800"/>
              <a:gd name="connsiteX151" fmla="*/ 1173852 w 1743075"/>
              <a:gd name="connsiteY151" fmla="*/ 4137907 h 4495800"/>
              <a:gd name="connsiteX152" fmla="*/ 1159565 w 1743075"/>
              <a:gd name="connsiteY152" fmla="*/ 4061707 h 4495800"/>
              <a:gd name="connsiteX153" fmla="*/ 1165280 w 1743075"/>
              <a:gd name="connsiteY153" fmla="*/ 4002652 h 4495800"/>
              <a:gd name="connsiteX154" fmla="*/ 1172900 w 1743075"/>
              <a:gd name="connsiteY154" fmla="*/ 3971219 h 4495800"/>
              <a:gd name="connsiteX155" fmla="*/ 1185282 w 1743075"/>
              <a:gd name="connsiteY155" fmla="*/ 3875017 h 4495800"/>
              <a:gd name="connsiteX156" fmla="*/ 1194807 w 1743075"/>
              <a:gd name="connsiteY156" fmla="*/ 3808342 h 4495800"/>
              <a:gd name="connsiteX157" fmla="*/ 1204332 w 1743075"/>
              <a:gd name="connsiteY157" fmla="*/ 3674992 h 4495800"/>
              <a:gd name="connsiteX158" fmla="*/ 1206237 w 1743075"/>
              <a:gd name="connsiteY158" fmla="*/ 3661657 h 4495800"/>
              <a:gd name="connsiteX159" fmla="*/ 1226240 w 1743075"/>
              <a:gd name="connsiteY159" fmla="*/ 3498779 h 4495800"/>
              <a:gd name="connsiteX160" fmla="*/ 1231002 w 1743075"/>
              <a:gd name="connsiteY160" fmla="*/ 3436867 h 4495800"/>
              <a:gd name="connsiteX161" fmla="*/ 1230050 w 1743075"/>
              <a:gd name="connsiteY161" fmla="*/ 3412102 h 4495800"/>
              <a:gd name="connsiteX162" fmla="*/ 1225287 w 1743075"/>
              <a:gd name="connsiteY162" fmla="*/ 3374002 h 4495800"/>
              <a:gd name="connsiteX163" fmla="*/ 1225287 w 1743075"/>
              <a:gd name="connsiteY163" fmla="*/ 3293992 h 4495800"/>
              <a:gd name="connsiteX164" fmla="*/ 1231955 w 1743075"/>
              <a:gd name="connsiteY164" fmla="*/ 3253987 h 4495800"/>
              <a:gd name="connsiteX165" fmla="*/ 1239575 w 1743075"/>
              <a:gd name="connsiteY165" fmla="*/ 3222554 h 4495800"/>
              <a:gd name="connsiteX166" fmla="*/ 1248147 w 1743075"/>
              <a:gd name="connsiteY166" fmla="*/ 3120637 h 4495800"/>
              <a:gd name="connsiteX167" fmla="*/ 1250052 w 1743075"/>
              <a:gd name="connsiteY167" fmla="*/ 3109207 h 4495800"/>
              <a:gd name="connsiteX168" fmla="*/ 1263387 w 1743075"/>
              <a:gd name="connsiteY168" fmla="*/ 3019672 h 4495800"/>
              <a:gd name="connsiteX169" fmla="*/ 1274817 w 1743075"/>
              <a:gd name="connsiteY169" fmla="*/ 2951092 h 4495800"/>
              <a:gd name="connsiteX170" fmla="*/ 1287200 w 1743075"/>
              <a:gd name="connsiteY170" fmla="*/ 2882512 h 4495800"/>
              <a:gd name="connsiteX171" fmla="*/ 1289105 w 1743075"/>
              <a:gd name="connsiteY171" fmla="*/ 2861557 h 4495800"/>
              <a:gd name="connsiteX172" fmla="*/ 1302440 w 1743075"/>
              <a:gd name="connsiteY172" fmla="*/ 2764402 h 4495800"/>
              <a:gd name="connsiteX173" fmla="*/ 1308155 w 1743075"/>
              <a:gd name="connsiteY173" fmla="*/ 2728207 h 4495800"/>
              <a:gd name="connsiteX174" fmla="*/ 1317680 w 1743075"/>
              <a:gd name="connsiteY174" fmla="*/ 2672962 h 4495800"/>
              <a:gd name="connsiteX175" fmla="*/ 1328157 w 1743075"/>
              <a:gd name="connsiteY175" fmla="*/ 2557709 h 4495800"/>
              <a:gd name="connsiteX176" fmla="*/ 1329110 w 1743075"/>
              <a:gd name="connsiteY176" fmla="*/ 2553899 h 4495800"/>
              <a:gd name="connsiteX177" fmla="*/ 1348160 w 1743075"/>
              <a:gd name="connsiteY177" fmla="*/ 2535802 h 4495800"/>
              <a:gd name="connsiteX178" fmla="*/ 1445315 w 1743075"/>
              <a:gd name="connsiteY178" fmla="*/ 2494844 h 4495800"/>
              <a:gd name="connsiteX179" fmla="*/ 1474842 w 1743075"/>
              <a:gd name="connsiteY179" fmla="*/ 2438647 h 4495800"/>
              <a:gd name="connsiteX180" fmla="*/ 1470080 w 1743075"/>
              <a:gd name="connsiteY180" fmla="*/ 2388164 h 4495800"/>
              <a:gd name="connsiteX181" fmla="*/ 1468175 w 1743075"/>
              <a:gd name="connsiteY181" fmla="*/ 2351017 h 4495800"/>
              <a:gd name="connsiteX182" fmla="*/ 1460555 w 1743075"/>
              <a:gd name="connsiteY182" fmla="*/ 1997639 h 4495800"/>
              <a:gd name="connsiteX183" fmla="*/ 1460555 w 1743075"/>
              <a:gd name="connsiteY183" fmla="*/ 1976684 h 4495800"/>
              <a:gd name="connsiteX184" fmla="*/ 1471985 w 1743075"/>
              <a:gd name="connsiteY184" fmla="*/ 1951919 h 4495800"/>
              <a:gd name="connsiteX185" fmla="*/ 1495797 w 1743075"/>
              <a:gd name="connsiteY185" fmla="*/ 1918582 h 4495800"/>
              <a:gd name="connsiteX186" fmla="*/ 1513895 w 1743075"/>
              <a:gd name="connsiteY186" fmla="*/ 1884292 h 4495800"/>
              <a:gd name="connsiteX187" fmla="*/ 1573902 w 1743075"/>
              <a:gd name="connsiteY187" fmla="*/ 1793804 h 4495800"/>
              <a:gd name="connsiteX188" fmla="*/ 1599620 w 1743075"/>
              <a:gd name="connsiteY188" fmla="*/ 1739512 h 4495800"/>
              <a:gd name="connsiteX189" fmla="*/ 1692965 w 1743075"/>
              <a:gd name="connsiteY189" fmla="*/ 1561394 h 4495800"/>
              <a:gd name="connsiteX190" fmla="*/ 1714872 w 1743075"/>
              <a:gd name="connsiteY190" fmla="*/ 1491862 h 4495800"/>
              <a:gd name="connsiteX191" fmla="*/ 1729160 w 1743075"/>
              <a:gd name="connsiteY191" fmla="*/ 1408042 h 4495800"/>
              <a:gd name="connsiteX192" fmla="*/ 1732970 w 1743075"/>
              <a:gd name="connsiteY192" fmla="*/ 1329937 h 4495800"/>
              <a:gd name="connsiteX193" fmla="*/ 373752 w 1743075"/>
              <a:gd name="connsiteY193" fmla="*/ 1452809 h 4495800"/>
              <a:gd name="connsiteX194" fmla="*/ 367085 w 1743075"/>
              <a:gd name="connsiteY194" fmla="*/ 1460429 h 4495800"/>
              <a:gd name="connsiteX195" fmla="*/ 361370 w 1743075"/>
              <a:gd name="connsiteY195" fmla="*/ 1453762 h 4495800"/>
              <a:gd name="connsiteX196" fmla="*/ 319460 w 1743075"/>
              <a:gd name="connsiteY196" fmla="*/ 1365179 h 4495800"/>
              <a:gd name="connsiteX197" fmla="*/ 310887 w 1743075"/>
              <a:gd name="connsiteY197" fmla="*/ 1351844 h 4495800"/>
              <a:gd name="connsiteX198" fmla="*/ 311840 w 1743075"/>
              <a:gd name="connsiteY198" fmla="*/ 1334699 h 4495800"/>
              <a:gd name="connsiteX199" fmla="*/ 343272 w 1743075"/>
              <a:gd name="connsiteY199" fmla="*/ 1297552 h 4495800"/>
              <a:gd name="connsiteX200" fmla="*/ 367085 w 1743075"/>
              <a:gd name="connsiteY200" fmla="*/ 1301362 h 4495800"/>
              <a:gd name="connsiteX201" fmla="*/ 377562 w 1743075"/>
              <a:gd name="connsiteY201" fmla="*/ 1348034 h 4495800"/>
              <a:gd name="connsiteX202" fmla="*/ 377562 w 1743075"/>
              <a:gd name="connsiteY202" fmla="*/ 1381372 h 4495800"/>
              <a:gd name="connsiteX203" fmla="*/ 381372 w 1743075"/>
              <a:gd name="connsiteY203" fmla="*/ 1381372 h 4495800"/>
              <a:gd name="connsiteX204" fmla="*/ 373752 w 1743075"/>
              <a:gd name="connsiteY204" fmla="*/ 1452809 h 4495800"/>
              <a:gd name="connsiteX205" fmla="*/ 575682 w 1743075"/>
              <a:gd name="connsiteY205" fmla="*/ 1686172 h 4495800"/>
              <a:gd name="connsiteX206" fmla="*/ 559490 w 1743075"/>
              <a:gd name="connsiteY206" fmla="*/ 1708079 h 4495800"/>
              <a:gd name="connsiteX207" fmla="*/ 480432 w 1743075"/>
              <a:gd name="connsiteY207" fmla="*/ 1817617 h 4495800"/>
              <a:gd name="connsiteX208" fmla="*/ 476622 w 1743075"/>
              <a:gd name="connsiteY208" fmla="*/ 1834762 h 4495800"/>
              <a:gd name="connsiteX209" fmla="*/ 437570 w 1743075"/>
              <a:gd name="connsiteY209" fmla="*/ 1828094 h 4495800"/>
              <a:gd name="connsiteX210" fmla="*/ 466145 w 1743075"/>
              <a:gd name="connsiteY210" fmla="*/ 1792852 h 4495800"/>
              <a:gd name="connsiteX211" fmla="*/ 557585 w 1743075"/>
              <a:gd name="connsiteY211" fmla="*/ 1688077 h 4495800"/>
              <a:gd name="connsiteX212" fmla="*/ 567110 w 1743075"/>
              <a:gd name="connsiteY212" fmla="*/ 1678552 h 4495800"/>
              <a:gd name="connsiteX213" fmla="*/ 573777 w 1743075"/>
              <a:gd name="connsiteY213" fmla="*/ 1678552 h 4495800"/>
              <a:gd name="connsiteX214" fmla="*/ 575682 w 1743075"/>
              <a:gd name="connsiteY214" fmla="*/ 1686172 h 4495800"/>
              <a:gd name="connsiteX215" fmla="*/ 889055 w 1743075"/>
              <a:gd name="connsiteY215" fmla="*/ 1877624 h 4495800"/>
              <a:gd name="connsiteX216" fmla="*/ 890007 w 1743075"/>
              <a:gd name="connsiteY216" fmla="*/ 1871909 h 4495800"/>
              <a:gd name="connsiteX217" fmla="*/ 887150 w 1743075"/>
              <a:gd name="connsiteY217" fmla="*/ 1834762 h 4495800"/>
              <a:gd name="connsiteX218" fmla="*/ 789995 w 1743075"/>
              <a:gd name="connsiteY218" fmla="*/ 1769992 h 4495800"/>
              <a:gd name="connsiteX219" fmla="*/ 689030 w 1743075"/>
              <a:gd name="connsiteY219" fmla="*/ 1727129 h 4495800"/>
              <a:gd name="connsiteX220" fmla="*/ 655692 w 1743075"/>
              <a:gd name="connsiteY220" fmla="*/ 1712842 h 4495800"/>
              <a:gd name="connsiteX221" fmla="*/ 604257 w 1743075"/>
              <a:gd name="connsiteY221" fmla="*/ 1685219 h 4495800"/>
              <a:gd name="connsiteX222" fmla="*/ 602352 w 1743075"/>
              <a:gd name="connsiteY222" fmla="*/ 1636642 h 4495800"/>
              <a:gd name="connsiteX223" fmla="*/ 618545 w 1743075"/>
              <a:gd name="connsiteY223" fmla="*/ 1626164 h 4495800"/>
              <a:gd name="connsiteX224" fmla="*/ 628070 w 1743075"/>
              <a:gd name="connsiteY224" fmla="*/ 1608067 h 4495800"/>
              <a:gd name="connsiteX225" fmla="*/ 637595 w 1743075"/>
              <a:gd name="connsiteY225" fmla="*/ 1581397 h 4495800"/>
              <a:gd name="connsiteX226" fmla="*/ 711890 w 1743075"/>
              <a:gd name="connsiteY226" fmla="*/ 1492814 h 4495800"/>
              <a:gd name="connsiteX227" fmla="*/ 788090 w 1743075"/>
              <a:gd name="connsiteY227" fmla="*/ 1357559 h 4495800"/>
              <a:gd name="connsiteX228" fmla="*/ 821427 w 1743075"/>
              <a:gd name="connsiteY228" fmla="*/ 1114672 h 4495800"/>
              <a:gd name="connsiteX229" fmla="*/ 819522 w 1743075"/>
              <a:gd name="connsiteY229" fmla="*/ 889882 h 4495800"/>
              <a:gd name="connsiteX230" fmla="*/ 813807 w 1743075"/>
              <a:gd name="connsiteY230" fmla="*/ 738434 h 4495800"/>
              <a:gd name="connsiteX231" fmla="*/ 813807 w 1743075"/>
              <a:gd name="connsiteY231" fmla="*/ 720337 h 4495800"/>
              <a:gd name="connsiteX232" fmla="*/ 818570 w 1743075"/>
              <a:gd name="connsiteY232" fmla="*/ 718432 h 4495800"/>
              <a:gd name="connsiteX233" fmla="*/ 863337 w 1743075"/>
              <a:gd name="connsiteY233" fmla="*/ 815587 h 4495800"/>
              <a:gd name="connsiteX234" fmla="*/ 866195 w 1743075"/>
              <a:gd name="connsiteY234" fmla="*/ 814634 h 4495800"/>
              <a:gd name="connsiteX235" fmla="*/ 848097 w 1743075"/>
              <a:gd name="connsiteY235" fmla="*/ 771772 h 4495800"/>
              <a:gd name="connsiteX236" fmla="*/ 828095 w 1743075"/>
              <a:gd name="connsiteY236" fmla="*/ 727004 h 4495800"/>
              <a:gd name="connsiteX237" fmla="*/ 810950 w 1743075"/>
              <a:gd name="connsiteY237" fmla="*/ 617467 h 4495800"/>
              <a:gd name="connsiteX238" fmla="*/ 812855 w 1743075"/>
              <a:gd name="connsiteY238" fmla="*/ 580319 h 4495800"/>
              <a:gd name="connsiteX239" fmla="*/ 816665 w 1743075"/>
              <a:gd name="connsiteY239" fmla="*/ 556507 h 4495800"/>
              <a:gd name="connsiteX240" fmla="*/ 821427 w 1743075"/>
              <a:gd name="connsiteY240" fmla="*/ 554602 h 4495800"/>
              <a:gd name="connsiteX241" fmla="*/ 856670 w 1743075"/>
              <a:gd name="connsiteY241" fmla="*/ 594607 h 4495800"/>
              <a:gd name="connsiteX242" fmla="*/ 913820 w 1743075"/>
              <a:gd name="connsiteY242" fmla="*/ 638422 h 4495800"/>
              <a:gd name="connsiteX243" fmla="*/ 974780 w 1743075"/>
              <a:gd name="connsiteY243" fmla="*/ 679379 h 4495800"/>
              <a:gd name="connsiteX244" fmla="*/ 973827 w 1743075"/>
              <a:gd name="connsiteY244" fmla="*/ 696524 h 4495800"/>
              <a:gd name="connsiteX245" fmla="*/ 950015 w 1743075"/>
              <a:gd name="connsiteY245" fmla="*/ 721289 h 4495800"/>
              <a:gd name="connsiteX246" fmla="*/ 899532 w 1743075"/>
              <a:gd name="connsiteY246" fmla="*/ 797489 h 4495800"/>
              <a:gd name="connsiteX247" fmla="*/ 930012 w 1743075"/>
              <a:gd name="connsiteY247" fmla="*/ 759389 h 4495800"/>
              <a:gd name="connsiteX248" fmla="*/ 945252 w 1743075"/>
              <a:gd name="connsiteY248" fmla="*/ 759389 h 4495800"/>
              <a:gd name="connsiteX249" fmla="*/ 954777 w 1743075"/>
              <a:gd name="connsiteY249" fmla="*/ 800347 h 4495800"/>
              <a:gd name="connsiteX250" fmla="*/ 910962 w 1743075"/>
              <a:gd name="connsiteY250" fmla="*/ 1142294 h 4495800"/>
              <a:gd name="connsiteX251" fmla="*/ 917630 w 1743075"/>
              <a:gd name="connsiteY251" fmla="*/ 1495672 h 4495800"/>
              <a:gd name="connsiteX252" fmla="*/ 929060 w 1743075"/>
              <a:gd name="connsiteY252" fmla="*/ 1776659 h 4495800"/>
              <a:gd name="connsiteX253" fmla="*/ 938585 w 1743075"/>
              <a:gd name="connsiteY253" fmla="*/ 1802377 h 4495800"/>
              <a:gd name="connsiteX254" fmla="*/ 1026215 w 1743075"/>
              <a:gd name="connsiteY254" fmla="*/ 1895722 h 4495800"/>
              <a:gd name="connsiteX255" fmla="*/ 1036692 w 1743075"/>
              <a:gd name="connsiteY255" fmla="*/ 1909057 h 4495800"/>
              <a:gd name="connsiteX256" fmla="*/ 889055 w 1743075"/>
              <a:gd name="connsiteY256" fmla="*/ 1877624 h 4495800"/>
              <a:gd name="connsiteX257" fmla="*/ 1279580 w 1743075"/>
              <a:gd name="connsiteY257" fmla="*/ 1673789 h 4495800"/>
              <a:gd name="connsiteX258" fmla="*/ 1275770 w 1743075"/>
              <a:gd name="connsiteY258" fmla="*/ 1747132 h 4495800"/>
              <a:gd name="connsiteX259" fmla="*/ 1250052 w 1743075"/>
              <a:gd name="connsiteY259" fmla="*/ 1809044 h 4495800"/>
              <a:gd name="connsiteX260" fmla="*/ 1188140 w 1743075"/>
              <a:gd name="connsiteY260" fmla="*/ 1870004 h 4495800"/>
              <a:gd name="connsiteX261" fmla="*/ 1170042 w 1743075"/>
              <a:gd name="connsiteY261" fmla="*/ 1907152 h 4495800"/>
              <a:gd name="connsiteX262" fmla="*/ 1160517 w 1743075"/>
              <a:gd name="connsiteY262" fmla="*/ 1919534 h 4495800"/>
              <a:gd name="connsiteX263" fmla="*/ 1142420 w 1743075"/>
              <a:gd name="connsiteY263" fmla="*/ 1924297 h 4495800"/>
              <a:gd name="connsiteX264" fmla="*/ 1045265 w 1743075"/>
              <a:gd name="connsiteY264" fmla="*/ 1916677 h 4495800"/>
              <a:gd name="connsiteX265" fmla="*/ 1053837 w 1743075"/>
              <a:gd name="connsiteY265" fmla="*/ 1901437 h 4495800"/>
              <a:gd name="connsiteX266" fmla="*/ 1132895 w 1743075"/>
              <a:gd name="connsiteY266" fmla="*/ 1803329 h 4495800"/>
              <a:gd name="connsiteX267" fmla="*/ 1143372 w 1743075"/>
              <a:gd name="connsiteY267" fmla="*/ 1770944 h 4495800"/>
              <a:gd name="connsiteX268" fmla="*/ 1137657 w 1743075"/>
              <a:gd name="connsiteY268" fmla="*/ 1666169 h 4495800"/>
              <a:gd name="connsiteX269" fmla="*/ 1130037 w 1743075"/>
              <a:gd name="connsiteY269" fmla="*/ 1505197 h 4495800"/>
              <a:gd name="connsiteX270" fmla="*/ 1115750 w 1743075"/>
              <a:gd name="connsiteY270" fmla="*/ 1296599 h 4495800"/>
              <a:gd name="connsiteX271" fmla="*/ 1094795 w 1743075"/>
              <a:gd name="connsiteY271" fmla="*/ 1091812 h 4495800"/>
              <a:gd name="connsiteX272" fmla="*/ 1037645 w 1743075"/>
              <a:gd name="connsiteY272" fmla="*/ 839399 h 4495800"/>
              <a:gd name="connsiteX273" fmla="*/ 1019547 w 1743075"/>
              <a:gd name="connsiteY273" fmla="*/ 780344 h 4495800"/>
              <a:gd name="connsiteX274" fmla="*/ 1024310 w 1743075"/>
              <a:gd name="connsiteY274" fmla="*/ 761294 h 4495800"/>
              <a:gd name="connsiteX275" fmla="*/ 1042407 w 1743075"/>
              <a:gd name="connsiteY275" fmla="*/ 744149 h 4495800"/>
              <a:gd name="connsiteX276" fmla="*/ 1069077 w 1743075"/>
              <a:gd name="connsiteY276" fmla="*/ 806062 h 4495800"/>
              <a:gd name="connsiteX277" fmla="*/ 1014785 w 1743075"/>
              <a:gd name="connsiteY277" fmla="*/ 699382 h 4495800"/>
              <a:gd name="connsiteX278" fmla="*/ 1015737 w 1743075"/>
              <a:gd name="connsiteY278" fmla="*/ 677474 h 4495800"/>
              <a:gd name="connsiteX279" fmla="*/ 1068125 w 1743075"/>
              <a:gd name="connsiteY279" fmla="*/ 631754 h 4495800"/>
              <a:gd name="connsiteX280" fmla="*/ 1096700 w 1743075"/>
              <a:gd name="connsiteY280" fmla="*/ 571747 h 4495800"/>
              <a:gd name="connsiteX281" fmla="*/ 1102415 w 1743075"/>
              <a:gd name="connsiteY281" fmla="*/ 552697 h 4495800"/>
              <a:gd name="connsiteX282" fmla="*/ 1120512 w 1743075"/>
              <a:gd name="connsiteY282" fmla="*/ 606989 h 4495800"/>
              <a:gd name="connsiteX283" fmla="*/ 1107177 w 1743075"/>
              <a:gd name="connsiteY283" fmla="*/ 742244 h 4495800"/>
              <a:gd name="connsiteX284" fmla="*/ 1108130 w 1743075"/>
              <a:gd name="connsiteY284" fmla="*/ 761294 h 4495800"/>
              <a:gd name="connsiteX285" fmla="*/ 1127180 w 1743075"/>
              <a:gd name="connsiteY285" fmla="*/ 621277 h 4495800"/>
              <a:gd name="connsiteX286" fmla="*/ 1187187 w 1743075"/>
              <a:gd name="connsiteY286" fmla="*/ 829874 h 4495800"/>
              <a:gd name="connsiteX287" fmla="*/ 1228145 w 1743075"/>
              <a:gd name="connsiteY287" fmla="*/ 993704 h 4495800"/>
              <a:gd name="connsiteX288" fmla="*/ 1246242 w 1743075"/>
              <a:gd name="connsiteY288" fmla="*/ 1128007 h 4495800"/>
              <a:gd name="connsiteX289" fmla="*/ 1270055 w 1743075"/>
              <a:gd name="connsiteY289" fmla="*/ 1363274 h 4495800"/>
              <a:gd name="connsiteX290" fmla="*/ 1276722 w 1743075"/>
              <a:gd name="connsiteY290" fmla="*/ 1427092 h 4495800"/>
              <a:gd name="connsiteX291" fmla="*/ 1284342 w 1743075"/>
              <a:gd name="connsiteY291" fmla="*/ 1534724 h 4495800"/>
              <a:gd name="connsiteX292" fmla="*/ 1279580 w 1743075"/>
              <a:gd name="connsiteY292" fmla="*/ 1673789 h 4495800"/>
              <a:gd name="connsiteX293" fmla="*/ 1437695 w 1743075"/>
              <a:gd name="connsiteY293" fmla="*/ 1289932 h 4495800"/>
              <a:gd name="connsiteX294" fmla="*/ 1442457 w 1743075"/>
              <a:gd name="connsiteY294" fmla="*/ 1288979 h 4495800"/>
              <a:gd name="connsiteX295" fmla="*/ 1447220 w 1743075"/>
              <a:gd name="connsiteY295" fmla="*/ 1300409 h 4495800"/>
              <a:gd name="connsiteX296" fmla="*/ 1448172 w 1743075"/>
              <a:gd name="connsiteY296" fmla="*/ 1327079 h 4495800"/>
              <a:gd name="connsiteX297" fmla="*/ 1470080 w 1743075"/>
              <a:gd name="connsiteY297" fmla="*/ 1394707 h 4495800"/>
              <a:gd name="connsiteX298" fmla="*/ 1476747 w 1743075"/>
              <a:gd name="connsiteY298" fmla="*/ 1433759 h 4495800"/>
              <a:gd name="connsiteX299" fmla="*/ 1439600 w 1743075"/>
              <a:gd name="connsiteY299" fmla="*/ 1497577 h 4495800"/>
              <a:gd name="connsiteX300" fmla="*/ 1437695 w 1743075"/>
              <a:gd name="connsiteY300" fmla="*/ 1289932 h 4495800"/>
              <a:gd name="connsiteX301" fmla="*/ 1475795 w 1743075"/>
              <a:gd name="connsiteY301" fmla="*/ 1882387 h 4495800"/>
              <a:gd name="connsiteX302" fmla="*/ 1462460 w 1743075"/>
              <a:gd name="connsiteY302" fmla="*/ 1874767 h 4495800"/>
              <a:gd name="connsiteX303" fmla="*/ 1371972 w 1743075"/>
              <a:gd name="connsiteY303" fmla="*/ 1769992 h 4495800"/>
              <a:gd name="connsiteX304" fmla="*/ 1336730 w 1743075"/>
              <a:gd name="connsiteY304" fmla="*/ 1750942 h 4495800"/>
              <a:gd name="connsiteX305" fmla="*/ 1319585 w 1743075"/>
              <a:gd name="connsiteY305" fmla="*/ 1744274 h 4495800"/>
              <a:gd name="connsiteX306" fmla="*/ 1320537 w 1743075"/>
              <a:gd name="connsiteY306" fmla="*/ 1738559 h 4495800"/>
              <a:gd name="connsiteX307" fmla="*/ 1337682 w 1743075"/>
              <a:gd name="connsiteY307" fmla="*/ 1740464 h 4495800"/>
              <a:gd name="connsiteX308" fmla="*/ 1416740 w 1743075"/>
              <a:gd name="connsiteY308" fmla="*/ 1788089 h 4495800"/>
              <a:gd name="connsiteX309" fmla="*/ 1473890 w 1743075"/>
              <a:gd name="connsiteY309" fmla="*/ 1853812 h 4495800"/>
              <a:gd name="connsiteX310" fmla="*/ 1480557 w 1743075"/>
              <a:gd name="connsiteY310" fmla="*/ 1865242 h 4495800"/>
              <a:gd name="connsiteX311" fmla="*/ 1475795 w 1743075"/>
              <a:gd name="connsiteY311" fmla="*/ 1882387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743075" h="4495800">
                <a:moveTo>
                  <a:pt x="1732970" y="1329937"/>
                </a:moveTo>
                <a:cubicBezTo>
                  <a:pt x="1728207" y="1318507"/>
                  <a:pt x="1726302" y="1304219"/>
                  <a:pt x="1726302" y="1291837"/>
                </a:cubicBezTo>
                <a:cubicBezTo>
                  <a:pt x="1728207" y="1266119"/>
                  <a:pt x="1718682" y="1246117"/>
                  <a:pt x="1698680" y="1230877"/>
                </a:cubicBezTo>
                <a:cubicBezTo>
                  <a:pt x="1680582" y="1216589"/>
                  <a:pt x="1672962" y="1197539"/>
                  <a:pt x="1666295" y="1177537"/>
                </a:cubicBezTo>
                <a:cubicBezTo>
                  <a:pt x="1660580" y="1160392"/>
                  <a:pt x="1651055" y="1145152"/>
                  <a:pt x="1643435" y="1128959"/>
                </a:cubicBezTo>
                <a:cubicBezTo>
                  <a:pt x="1641530" y="1125149"/>
                  <a:pt x="1638672" y="1121339"/>
                  <a:pt x="1636767" y="1117529"/>
                </a:cubicBezTo>
                <a:cubicBezTo>
                  <a:pt x="1623432" y="1086097"/>
                  <a:pt x="1610097" y="1054664"/>
                  <a:pt x="1595810" y="1023232"/>
                </a:cubicBezTo>
                <a:cubicBezTo>
                  <a:pt x="1592952" y="1017517"/>
                  <a:pt x="1588190" y="1012754"/>
                  <a:pt x="1586285" y="1007039"/>
                </a:cubicBezTo>
                <a:cubicBezTo>
                  <a:pt x="1581522" y="995609"/>
                  <a:pt x="1574855" y="984179"/>
                  <a:pt x="1573902" y="972749"/>
                </a:cubicBezTo>
                <a:cubicBezTo>
                  <a:pt x="1571997" y="955604"/>
                  <a:pt x="1569140" y="939412"/>
                  <a:pt x="1560567" y="923219"/>
                </a:cubicBezTo>
                <a:cubicBezTo>
                  <a:pt x="1553900" y="910837"/>
                  <a:pt x="1552947" y="894644"/>
                  <a:pt x="1550090" y="880357"/>
                </a:cubicBezTo>
                <a:cubicBezTo>
                  <a:pt x="1549137" y="874642"/>
                  <a:pt x="1549137" y="868927"/>
                  <a:pt x="1547232" y="863212"/>
                </a:cubicBezTo>
                <a:cubicBezTo>
                  <a:pt x="1534850" y="824159"/>
                  <a:pt x="1521515" y="786059"/>
                  <a:pt x="1508180" y="747959"/>
                </a:cubicBezTo>
                <a:cubicBezTo>
                  <a:pt x="1501512" y="727957"/>
                  <a:pt x="1488177" y="713669"/>
                  <a:pt x="1468175" y="705097"/>
                </a:cubicBezTo>
                <a:cubicBezTo>
                  <a:pt x="1454840" y="699382"/>
                  <a:pt x="1442457" y="690809"/>
                  <a:pt x="1428170" y="685094"/>
                </a:cubicBezTo>
                <a:cubicBezTo>
                  <a:pt x="1412930" y="678427"/>
                  <a:pt x="1396737" y="673664"/>
                  <a:pt x="1380545" y="669854"/>
                </a:cubicBezTo>
                <a:cubicBezTo>
                  <a:pt x="1354827" y="663187"/>
                  <a:pt x="1329110" y="657472"/>
                  <a:pt x="1303392" y="650804"/>
                </a:cubicBezTo>
                <a:cubicBezTo>
                  <a:pt x="1302440" y="650804"/>
                  <a:pt x="1302440" y="649852"/>
                  <a:pt x="1301487" y="649852"/>
                </a:cubicBezTo>
                <a:cubicBezTo>
                  <a:pt x="1275770" y="643184"/>
                  <a:pt x="1249100" y="636517"/>
                  <a:pt x="1223382" y="629849"/>
                </a:cubicBezTo>
                <a:cubicBezTo>
                  <a:pt x="1202427" y="624134"/>
                  <a:pt x="1180520" y="619372"/>
                  <a:pt x="1160517" y="610799"/>
                </a:cubicBezTo>
                <a:cubicBezTo>
                  <a:pt x="1118607" y="591749"/>
                  <a:pt x="1104320" y="552697"/>
                  <a:pt x="1101462" y="511739"/>
                </a:cubicBezTo>
                <a:cubicBezTo>
                  <a:pt x="1098605" y="482212"/>
                  <a:pt x="1104320" y="452684"/>
                  <a:pt x="1106225" y="422204"/>
                </a:cubicBezTo>
                <a:cubicBezTo>
                  <a:pt x="1107177" y="411727"/>
                  <a:pt x="1110987" y="404107"/>
                  <a:pt x="1119560" y="398392"/>
                </a:cubicBezTo>
                <a:cubicBezTo>
                  <a:pt x="1136705" y="387914"/>
                  <a:pt x="1146230" y="371722"/>
                  <a:pt x="1150040" y="352672"/>
                </a:cubicBezTo>
                <a:cubicBezTo>
                  <a:pt x="1151945" y="344099"/>
                  <a:pt x="1155755" y="335527"/>
                  <a:pt x="1155755" y="326002"/>
                </a:cubicBezTo>
                <a:cubicBezTo>
                  <a:pt x="1155755" y="305047"/>
                  <a:pt x="1155755" y="284092"/>
                  <a:pt x="1153850" y="263137"/>
                </a:cubicBezTo>
                <a:cubicBezTo>
                  <a:pt x="1152897" y="254564"/>
                  <a:pt x="1148135" y="247897"/>
                  <a:pt x="1135752" y="252659"/>
                </a:cubicBezTo>
                <a:cubicBezTo>
                  <a:pt x="1125275" y="256469"/>
                  <a:pt x="1123370" y="252659"/>
                  <a:pt x="1124322" y="241229"/>
                </a:cubicBezTo>
                <a:cubicBezTo>
                  <a:pt x="1125275" y="228847"/>
                  <a:pt x="1125275" y="215512"/>
                  <a:pt x="1125275" y="203129"/>
                </a:cubicBezTo>
                <a:cubicBezTo>
                  <a:pt x="1125275" y="196462"/>
                  <a:pt x="1123370" y="188842"/>
                  <a:pt x="1124322" y="182174"/>
                </a:cubicBezTo>
                <a:cubicBezTo>
                  <a:pt x="1125275" y="133597"/>
                  <a:pt x="1102415" y="93592"/>
                  <a:pt x="1074792" y="56444"/>
                </a:cubicBezTo>
                <a:cubicBezTo>
                  <a:pt x="1069077" y="47872"/>
                  <a:pt x="1057647" y="42157"/>
                  <a:pt x="1048122" y="37394"/>
                </a:cubicBezTo>
                <a:cubicBezTo>
                  <a:pt x="1033835" y="30727"/>
                  <a:pt x="1019547" y="24059"/>
                  <a:pt x="1005260" y="20249"/>
                </a:cubicBezTo>
                <a:cubicBezTo>
                  <a:pt x="959540" y="5009"/>
                  <a:pt x="914772" y="-706"/>
                  <a:pt x="873815" y="24059"/>
                </a:cubicBezTo>
                <a:cubicBezTo>
                  <a:pt x="839525" y="45967"/>
                  <a:pt x="808092" y="71684"/>
                  <a:pt x="782375" y="104069"/>
                </a:cubicBezTo>
                <a:cubicBezTo>
                  <a:pt x="779517" y="107879"/>
                  <a:pt x="776660" y="112642"/>
                  <a:pt x="775707" y="117404"/>
                </a:cubicBezTo>
                <a:cubicBezTo>
                  <a:pt x="772850" y="131692"/>
                  <a:pt x="770945" y="145027"/>
                  <a:pt x="769040" y="159314"/>
                </a:cubicBezTo>
                <a:cubicBezTo>
                  <a:pt x="765230" y="204082"/>
                  <a:pt x="777612" y="249802"/>
                  <a:pt x="759515" y="293617"/>
                </a:cubicBezTo>
                <a:cubicBezTo>
                  <a:pt x="759515" y="294569"/>
                  <a:pt x="759515" y="296474"/>
                  <a:pt x="759515" y="297427"/>
                </a:cubicBezTo>
                <a:cubicBezTo>
                  <a:pt x="760467" y="322192"/>
                  <a:pt x="760467" y="346957"/>
                  <a:pt x="762372" y="370769"/>
                </a:cubicBezTo>
                <a:cubicBezTo>
                  <a:pt x="763325" y="390772"/>
                  <a:pt x="769040" y="409822"/>
                  <a:pt x="786185" y="424109"/>
                </a:cubicBezTo>
                <a:cubicBezTo>
                  <a:pt x="792852" y="429824"/>
                  <a:pt x="797615" y="438397"/>
                  <a:pt x="799520" y="446969"/>
                </a:cubicBezTo>
                <a:cubicBezTo>
                  <a:pt x="805235" y="469829"/>
                  <a:pt x="809045" y="493642"/>
                  <a:pt x="811902" y="517454"/>
                </a:cubicBezTo>
                <a:cubicBezTo>
                  <a:pt x="812855" y="525074"/>
                  <a:pt x="810950" y="536504"/>
                  <a:pt x="806187" y="540314"/>
                </a:cubicBezTo>
                <a:cubicBezTo>
                  <a:pt x="783327" y="557459"/>
                  <a:pt x="761420" y="578414"/>
                  <a:pt x="729035" y="576509"/>
                </a:cubicBezTo>
                <a:cubicBezTo>
                  <a:pt x="725225" y="576509"/>
                  <a:pt x="721415" y="578414"/>
                  <a:pt x="717605" y="579367"/>
                </a:cubicBezTo>
                <a:cubicBezTo>
                  <a:pt x="660455" y="592702"/>
                  <a:pt x="603305" y="606037"/>
                  <a:pt x="546155" y="617467"/>
                </a:cubicBezTo>
                <a:cubicBezTo>
                  <a:pt x="521390" y="622229"/>
                  <a:pt x="494720" y="623182"/>
                  <a:pt x="469955" y="627944"/>
                </a:cubicBezTo>
                <a:cubicBezTo>
                  <a:pt x="445190" y="632707"/>
                  <a:pt x="421377" y="639374"/>
                  <a:pt x="396612" y="646994"/>
                </a:cubicBezTo>
                <a:cubicBezTo>
                  <a:pt x="374705" y="653662"/>
                  <a:pt x="357560" y="668902"/>
                  <a:pt x="348035" y="688904"/>
                </a:cubicBezTo>
                <a:cubicBezTo>
                  <a:pt x="329937" y="727004"/>
                  <a:pt x="321365" y="767009"/>
                  <a:pt x="311840" y="807014"/>
                </a:cubicBezTo>
                <a:cubicBezTo>
                  <a:pt x="308030" y="824159"/>
                  <a:pt x="302315" y="838447"/>
                  <a:pt x="287075" y="848924"/>
                </a:cubicBezTo>
                <a:cubicBezTo>
                  <a:pt x="269930" y="861307"/>
                  <a:pt x="253737" y="875594"/>
                  <a:pt x="246117" y="896549"/>
                </a:cubicBezTo>
                <a:cubicBezTo>
                  <a:pt x="243260" y="905122"/>
                  <a:pt x="239450" y="914647"/>
                  <a:pt x="233735" y="922267"/>
                </a:cubicBezTo>
                <a:cubicBezTo>
                  <a:pt x="209922" y="950842"/>
                  <a:pt x="195635" y="987037"/>
                  <a:pt x="164202" y="1008944"/>
                </a:cubicBezTo>
                <a:cubicBezTo>
                  <a:pt x="159440" y="1012754"/>
                  <a:pt x="155630" y="1018469"/>
                  <a:pt x="152772" y="1024184"/>
                </a:cubicBezTo>
                <a:cubicBezTo>
                  <a:pt x="128960" y="1059427"/>
                  <a:pt x="105147" y="1094669"/>
                  <a:pt x="81335" y="1130864"/>
                </a:cubicBezTo>
                <a:cubicBezTo>
                  <a:pt x="50855" y="1177537"/>
                  <a:pt x="22280" y="1225162"/>
                  <a:pt x="10850" y="1280407"/>
                </a:cubicBezTo>
                <a:cubicBezTo>
                  <a:pt x="2277" y="1320412"/>
                  <a:pt x="8945" y="1359464"/>
                  <a:pt x="27042" y="1395659"/>
                </a:cubicBezTo>
                <a:cubicBezTo>
                  <a:pt x="36567" y="1415662"/>
                  <a:pt x="49902" y="1434712"/>
                  <a:pt x="61332" y="1453762"/>
                </a:cubicBezTo>
                <a:cubicBezTo>
                  <a:pt x="66095" y="1460429"/>
                  <a:pt x="71810" y="1467097"/>
                  <a:pt x="74667" y="1474717"/>
                </a:cubicBezTo>
                <a:cubicBezTo>
                  <a:pt x="78477" y="1489004"/>
                  <a:pt x="83240" y="1501387"/>
                  <a:pt x="97527" y="1509007"/>
                </a:cubicBezTo>
                <a:cubicBezTo>
                  <a:pt x="102290" y="1510912"/>
                  <a:pt x="104195" y="1517579"/>
                  <a:pt x="108005" y="1522342"/>
                </a:cubicBezTo>
                <a:cubicBezTo>
                  <a:pt x="126102" y="1549012"/>
                  <a:pt x="143247" y="1575682"/>
                  <a:pt x="162297" y="1602352"/>
                </a:cubicBezTo>
                <a:cubicBezTo>
                  <a:pt x="174680" y="1620449"/>
                  <a:pt x="189920" y="1636642"/>
                  <a:pt x="201350" y="1654739"/>
                </a:cubicBezTo>
                <a:cubicBezTo>
                  <a:pt x="228020" y="1694744"/>
                  <a:pt x="257547" y="1731892"/>
                  <a:pt x="288980" y="1768087"/>
                </a:cubicBezTo>
                <a:cubicBezTo>
                  <a:pt x="300410" y="1781422"/>
                  <a:pt x="303267" y="1794757"/>
                  <a:pt x="300410" y="1810949"/>
                </a:cubicBezTo>
                <a:cubicBezTo>
                  <a:pt x="295647" y="1843334"/>
                  <a:pt x="290885" y="1875719"/>
                  <a:pt x="288027" y="1909057"/>
                </a:cubicBezTo>
                <a:cubicBezTo>
                  <a:pt x="284217" y="1960492"/>
                  <a:pt x="282312" y="2012879"/>
                  <a:pt x="279455" y="2064314"/>
                </a:cubicBezTo>
                <a:cubicBezTo>
                  <a:pt x="279455" y="2069077"/>
                  <a:pt x="278502" y="2074792"/>
                  <a:pt x="277550" y="2079554"/>
                </a:cubicBezTo>
                <a:cubicBezTo>
                  <a:pt x="273740" y="2117654"/>
                  <a:pt x="268025" y="2154802"/>
                  <a:pt x="266120" y="2192902"/>
                </a:cubicBezTo>
                <a:cubicBezTo>
                  <a:pt x="264215" y="2241479"/>
                  <a:pt x="263262" y="2290057"/>
                  <a:pt x="265167" y="2338634"/>
                </a:cubicBezTo>
                <a:cubicBezTo>
                  <a:pt x="266120" y="2381497"/>
                  <a:pt x="259452" y="2422454"/>
                  <a:pt x="251832" y="2463412"/>
                </a:cubicBezTo>
                <a:cubicBezTo>
                  <a:pt x="248975" y="2479604"/>
                  <a:pt x="253737" y="2490082"/>
                  <a:pt x="268025" y="2496749"/>
                </a:cubicBezTo>
                <a:cubicBezTo>
                  <a:pt x="297552" y="2508179"/>
                  <a:pt x="326127" y="2523419"/>
                  <a:pt x="358512" y="2521514"/>
                </a:cubicBezTo>
                <a:cubicBezTo>
                  <a:pt x="365180" y="2521514"/>
                  <a:pt x="370895" y="2523419"/>
                  <a:pt x="377562" y="2525324"/>
                </a:cubicBezTo>
                <a:cubicBezTo>
                  <a:pt x="411852" y="2531039"/>
                  <a:pt x="443285" y="2530087"/>
                  <a:pt x="467097" y="2499607"/>
                </a:cubicBezTo>
                <a:cubicBezTo>
                  <a:pt x="474717" y="2490082"/>
                  <a:pt x="485195" y="2483414"/>
                  <a:pt x="496625" y="2472937"/>
                </a:cubicBezTo>
                <a:cubicBezTo>
                  <a:pt x="497577" y="2485319"/>
                  <a:pt x="498530" y="2492939"/>
                  <a:pt x="498530" y="2500559"/>
                </a:cubicBezTo>
                <a:cubicBezTo>
                  <a:pt x="498530" y="2551994"/>
                  <a:pt x="498530" y="2602477"/>
                  <a:pt x="497577" y="2653912"/>
                </a:cubicBezTo>
                <a:cubicBezTo>
                  <a:pt x="496625" y="2687249"/>
                  <a:pt x="492815" y="2719634"/>
                  <a:pt x="491862" y="2752972"/>
                </a:cubicBezTo>
                <a:cubicBezTo>
                  <a:pt x="490910" y="2807264"/>
                  <a:pt x="491862" y="2861557"/>
                  <a:pt x="489957" y="2915849"/>
                </a:cubicBezTo>
                <a:cubicBezTo>
                  <a:pt x="486147" y="3045389"/>
                  <a:pt x="496625" y="3174929"/>
                  <a:pt x="483290" y="3303517"/>
                </a:cubicBezTo>
                <a:cubicBezTo>
                  <a:pt x="479480" y="3343522"/>
                  <a:pt x="482337" y="3383527"/>
                  <a:pt x="483290" y="3423532"/>
                </a:cubicBezTo>
                <a:cubicBezTo>
                  <a:pt x="484242" y="3504494"/>
                  <a:pt x="483290" y="3585457"/>
                  <a:pt x="489005" y="3666419"/>
                </a:cubicBezTo>
                <a:cubicBezTo>
                  <a:pt x="495672" y="3761669"/>
                  <a:pt x="495672" y="3857872"/>
                  <a:pt x="497577" y="3953122"/>
                </a:cubicBezTo>
                <a:cubicBezTo>
                  <a:pt x="497577" y="3956932"/>
                  <a:pt x="498530" y="3960742"/>
                  <a:pt x="498530" y="3964552"/>
                </a:cubicBezTo>
                <a:cubicBezTo>
                  <a:pt x="500435" y="3982649"/>
                  <a:pt x="503292" y="4001699"/>
                  <a:pt x="505197" y="4019797"/>
                </a:cubicBezTo>
                <a:cubicBezTo>
                  <a:pt x="506150" y="4040752"/>
                  <a:pt x="506150" y="4062659"/>
                  <a:pt x="507102" y="4083614"/>
                </a:cubicBezTo>
                <a:cubicBezTo>
                  <a:pt x="508055" y="4093139"/>
                  <a:pt x="509007" y="4104569"/>
                  <a:pt x="513770" y="4111237"/>
                </a:cubicBezTo>
                <a:cubicBezTo>
                  <a:pt x="528057" y="4131239"/>
                  <a:pt x="534725" y="4153147"/>
                  <a:pt x="539487" y="4176959"/>
                </a:cubicBezTo>
                <a:cubicBezTo>
                  <a:pt x="546155" y="4211249"/>
                  <a:pt x="554727" y="4244587"/>
                  <a:pt x="562347" y="4278877"/>
                </a:cubicBezTo>
                <a:cubicBezTo>
                  <a:pt x="563300" y="4285544"/>
                  <a:pt x="565205" y="4295069"/>
                  <a:pt x="561395" y="4299832"/>
                </a:cubicBezTo>
                <a:cubicBezTo>
                  <a:pt x="549965" y="4316977"/>
                  <a:pt x="553775" y="4336027"/>
                  <a:pt x="551870" y="4354124"/>
                </a:cubicBezTo>
                <a:cubicBezTo>
                  <a:pt x="549965" y="4379842"/>
                  <a:pt x="563300" y="4395082"/>
                  <a:pt x="583302" y="4404607"/>
                </a:cubicBezTo>
                <a:cubicBezTo>
                  <a:pt x="591875" y="4409369"/>
                  <a:pt x="597590" y="4414132"/>
                  <a:pt x="600447" y="4423657"/>
                </a:cubicBezTo>
                <a:cubicBezTo>
                  <a:pt x="605210" y="4438897"/>
                  <a:pt x="614735" y="4452232"/>
                  <a:pt x="628070" y="4459852"/>
                </a:cubicBezTo>
                <a:cubicBezTo>
                  <a:pt x="648072" y="4469377"/>
                  <a:pt x="669027" y="4478902"/>
                  <a:pt x="690935" y="4483664"/>
                </a:cubicBezTo>
                <a:cubicBezTo>
                  <a:pt x="713795" y="4489379"/>
                  <a:pt x="738560" y="4491284"/>
                  <a:pt x="762372" y="4492237"/>
                </a:cubicBezTo>
                <a:cubicBezTo>
                  <a:pt x="808092" y="4493189"/>
                  <a:pt x="852860" y="4493189"/>
                  <a:pt x="898580" y="4493189"/>
                </a:cubicBezTo>
                <a:cubicBezTo>
                  <a:pt x="917630" y="4493189"/>
                  <a:pt x="922392" y="4482712"/>
                  <a:pt x="913820" y="4464614"/>
                </a:cubicBezTo>
                <a:cubicBezTo>
                  <a:pt x="909057" y="4455089"/>
                  <a:pt x="906200" y="4444612"/>
                  <a:pt x="901437" y="4434134"/>
                </a:cubicBezTo>
                <a:cubicBezTo>
                  <a:pt x="890960" y="4406512"/>
                  <a:pt x="880482" y="4378889"/>
                  <a:pt x="869052" y="4351267"/>
                </a:cubicBezTo>
                <a:cubicBezTo>
                  <a:pt x="867147" y="4346504"/>
                  <a:pt x="863337" y="4342694"/>
                  <a:pt x="859527" y="4338884"/>
                </a:cubicBezTo>
                <a:cubicBezTo>
                  <a:pt x="837620" y="4317929"/>
                  <a:pt x="818570" y="4295069"/>
                  <a:pt x="811902" y="4263637"/>
                </a:cubicBezTo>
                <a:cubicBezTo>
                  <a:pt x="808092" y="4244587"/>
                  <a:pt x="806187" y="4225537"/>
                  <a:pt x="812855" y="4206487"/>
                </a:cubicBezTo>
                <a:cubicBezTo>
                  <a:pt x="817617" y="4193152"/>
                  <a:pt x="820475" y="4178864"/>
                  <a:pt x="823332" y="4165529"/>
                </a:cubicBezTo>
                <a:cubicBezTo>
                  <a:pt x="830000" y="4127429"/>
                  <a:pt x="835715" y="4089329"/>
                  <a:pt x="841430" y="4050277"/>
                </a:cubicBezTo>
                <a:cubicBezTo>
                  <a:pt x="845240" y="4028369"/>
                  <a:pt x="850955" y="4005509"/>
                  <a:pt x="849050" y="3982649"/>
                </a:cubicBezTo>
                <a:cubicBezTo>
                  <a:pt x="843335" y="3899782"/>
                  <a:pt x="839525" y="3817867"/>
                  <a:pt x="837620" y="3734999"/>
                </a:cubicBezTo>
                <a:cubicBezTo>
                  <a:pt x="836667" y="3711187"/>
                  <a:pt x="831905" y="3686422"/>
                  <a:pt x="826190" y="3662609"/>
                </a:cubicBezTo>
                <a:cubicBezTo>
                  <a:pt x="821427" y="3641654"/>
                  <a:pt x="813807" y="3622604"/>
                  <a:pt x="807140" y="3601649"/>
                </a:cubicBezTo>
                <a:cubicBezTo>
                  <a:pt x="801425" y="3580694"/>
                  <a:pt x="794757" y="3559739"/>
                  <a:pt x="789995" y="3537832"/>
                </a:cubicBezTo>
                <a:cubicBezTo>
                  <a:pt x="787137" y="3523544"/>
                  <a:pt x="785232" y="3508304"/>
                  <a:pt x="786185" y="3494017"/>
                </a:cubicBezTo>
                <a:cubicBezTo>
                  <a:pt x="786185" y="3480682"/>
                  <a:pt x="789995" y="3467347"/>
                  <a:pt x="790947" y="3454012"/>
                </a:cubicBezTo>
                <a:cubicBezTo>
                  <a:pt x="793805" y="3434009"/>
                  <a:pt x="797615" y="3413054"/>
                  <a:pt x="798567" y="3393052"/>
                </a:cubicBezTo>
                <a:cubicBezTo>
                  <a:pt x="799520" y="3353999"/>
                  <a:pt x="799520" y="3313994"/>
                  <a:pt x="799520" y="3274942"/>
                </a:cubicBezTo>
                <a:cubicBezTo>
                  <a:pt x="799520" y="3270179"/>
                  <a:pt x="800472" y="3262559"/>
                  <a:pt x="803330" y="3260654"/>
                </a:cubicBezTo>
                <a:cubicBezTo>
                  <a:pt x="818570" y="3252082"/>
                  <a:pt x="817617" y="3237794"/>
                  <a:pt x="819522" y="3223507"/>
                </a:cubicBezTo>
                <a:cubicBezTo>
                  <a:pt x="820475" y="3208267"/>
                  <a:pt x="822380" y="3193979"/>
                  <a:pt x="825237" y="3178739"/>
                </a:cubicBezTo>
                <a:cubicBezTo>
                  <a:pt x="847145" y="3057772"/>
                  <a:pt x="868100" y="2936804"/>
                  <a:pt x="903342" y="2818694"/>
                </a:cubicBezTo>
                <a:cubicBezTo>
                  <a:pt x="910010" y="2796787"/>
                  <a:pt x="915725" y="2773927"/>
                  <a:pt x="921440" y="2752019"/>
                </a:cubicBezTo>
                <a:cubicBezTo>
                  <a:pt x="923345" y="2752972"/>
                  <a:pt x="925250" y="2752972"/>
                  <a:pt x="927155" y="2753924"/>
                </a:cubicBezTo>
                <a:cubicBezTo>
                  <a:pt x="924297" y="2782499"/>
                  <a:pt x="921440" y="2810122"/>
                  <a:pt x="917630" y="2838697"/>
                </a:cubicBezTo>
                <a:cubicBezTo>
                  <a:pt x="906200" y="2923469"/>
                  <a:pt x="895722" y="3008242"/>
                  <a:pt x="899532" y="3093967"/>
                </a:cubicBezTo>
                <a:cubicBezTo>
                  <a:pt x="900485" y="3104444"/>
                  <a:pt x="903342" y="3113969"/>
                  <a:pt x="902390" y="3124447"/>
                </a:cubicBezTo>
                <a:cubicBezTo>
                  <a:pt x="900485" y="3146354"/>
                  <a:pt x="895722" y="3168262"/>
                  <a:pt x="893817" y="3190169"/>
                </a:cubicBezTo>
                <a:cubicBezTo>
                  <a:pt x="892865" y="3201599"/>
                  <a:pt x="893817" y="3213029"/>
                  <a:pt x="894770" y="3224459"/>
                </a:cubicBezTo>
                <a:cubicBezTo>
                  <a:pt x="898580" y="3258749"/>
                  <a:pt x="903342" y="3293039"/>
                  <a:pt x="905247" y="3328282"/>
                </a:cubicBezTo>
                <a:cubicBezTo>
                  <a:pt x="907152" y="3355904"/>
                  <a:pt x="904295" y="3383527"/>
                  <a:pt x="905247" y="3412102"/>
                </a:cubicBezTo>
                <a:cubicBezTo>
                  <a:pt x="908105" y="3485444"/>
                  <a:pt x="910962" y="3559739"/>
                  <a:pt x="913820" y="3633082"/>
                </a:cubicBezTo>
                <a:cubicBezTo>
                  <a:pt x="914772" y="3665467"/>
                  <a:pt x="917630" y="3697852"/>
                  <a:pt x="919535" y="3730237"/>
                </a:cubicBezTo>
                <a:cubicBezTo>
                  <a:pt x="919535" y="3740714"/>
                  <a:pt x="919535" y="3751192"/>
                  <a:pt x="916677" y="3760717"/>
                </a:cubicBezTo>
                <a:cubicBezTo>
                  <a:pt x="907152" y="3794054"/>
                  <a:pt x="897627" y="3827392"/>
                  <a:pt x="896675" y="3862634"/>
                </a:cubicBezTo>
                <a:cubicBezTo>
                  <a:pt x="894770" y="3919784"/>
                  <a:pt x="887150" y="3975982"/>
                  <a:pt x="883340" y="4033132"/>
                </a:cubicBezTo>
                <a:cubicBezTo>
                  <a:pt x="879530" y="4090282"/>
                  <a:pt x="874767" y="4147432"/>
                  <a:pt x="855717" y="4201724"/>
                </a:cubicBezTo>
                <a:cubicBezTo>
                  <a:pt x="845240" y="4233157"/>
                  <a:pt x="850955" y="4246492"/>
                  <a:pt x="880482" y="4262684"/>
                </a:cubicBezTo>
                <a:cubicBezTo>
                  <a:pt x="898580" y="4272209"/>
                  <a:pt x="917630" y="4279829"/>
                  <a:pt x="936680" y="4289354"/>
                </a:cubicBezTo>
                <a:cubicBezTo>
                  <a:pt x="950015" y="4296022"/>
                  <a:pt x="964302" y="4299832"/>
                  <a:pt x="979542" y="4295069"/>
                </a:cubicBezTo>
                <a:cubicBezTo>
                  <a:pt x="993830" y="4290307"/>
                  <a:pt x="1007165" y="4294117"/>
                  <a:pt x="1015737" y="4306499"/>
                </a:cubicBezTo>
                <a:cubicBezTo>
                  <a:pt x="1023357" y="4316977"/>
                  <a:pt x="1030977" y="4329359"/>
                  <a:pt x="1038597" y="4339837"/>
                </a:cubicBezTo>
                <a:cubicBezTo>
                  <a:pt x="1044312" y="4347457"/>
                  <a:pt x="1050980" y="4357934"/>
                  <a:pt x="1059552" y="4361744"/>
                </a:cubicBezTo>
                <a:cubicBezTo>
                  <a:pt x="1093842" y="4379842"/>
                  <a:pt x="1131942" y="4389367"/>
                  <a:pt x="1170995" y="4391272"/>
                </a:cubicBezTo>
                <a:cubicBezTo>
                  <a:pt x="1208142" y="4393177"/>
                  <a:pt x="1246242" y="4391272"/>
                  <a:pt x="1283390" y="4390319"/>
                </a:cubicBezTo>
                <a:cubicBezTo>
                  <a:pt x="1295772" y="4390319"/>
                  <a:pt x="1309107" y="4387462"/>
                  <a:pt x="1321490" y="4385557"/>
                </a:cubicBezTo>
                <a:cubicBezTo>
                  <a:pt x="1336730" y="4382699"/>
                  <a:pt x="1342445" y="4370317"/>
                  <a:pt x="1333872" y="4358887"/>
                </a:cubicBezTo>
                <a:cubicBezTo>
                  <a:pt x="1325300" y="4348409"/>
                  <a:pt x="1323395" y="4336027"/>
                  <a:pt x="1317680" y="4324597"/>
                </a:cubicBezTo>
                <a:cubicBezTo>
                  <a:pt x="1312917" y="4314119"/>
                  <a:pt x="1306250" y="4304594"/>
                  <a:pt x="1297677" y="4296974"/>
                </a:cubicBezTo>
                <a:cubicBezTo>
                  <a:pt x="1286247" y="4286497"/>
                  <a:pt x="1273865" y="4274114"/>
                  <a:pt x="1258625" y="4268399"/>
                </a:cubicBezTo>
                <a:cubicBezTo>
                  <a:pt x="1228145" y="4256017"/>
                  <a:pt x="1207190" y="4235062"/>
                  <a:pt x="1196712" y="4203629"/>
                </a:cubicBezTo>
                <a:cubicBezTo>
                  <a:pt x="1196712" y="4202677"/>
                  <a:pt x="1195760" y="4202677"/>
                  <a:pt x="1195760" y="4201724"/>
                </a:cubicBezTo>
                <a:cubicBezTo>
                  <a:pt x="1188140" y="4180769"/>
                  <a:pt x="1179567" y="4159814"/>
                  <a:pt x="1173852" y="4137907"/>
                </a:cubicBezTo>
                <a:cubicBezTo>
                  <a:pt x="1167185" y="4113142"/>
                  <a:pt x="1165280" y="4087424"/>
                  <a:pt x="1159565" y="4061707"/>
                </a:cubicBezTo>
                <a:cubicBezTo>
                  <a:pt x="1154802" y="4041704"/>
                  <a:pt x="1151945" y="4021702"/>
                  <a:pt x="1165280" y="4002652"/>
                </a:cubicBezTo>
                <a:cubicBezTo>
                  <a:pt x="1170995" y="3994079"/>
                  <a:pt x="1170995" y="3981697"/>
                  <a:pt x="1172900" y="3971219"/>
                </a:cubicBezTo>
                <a:cubicBezTo>
                  <a:pt x="1177662" y="3938834"/>
                  <a:pt x="1181472" y="3907402"/>
                  <a:pt x="1185282" y="3875017"/>
                </a:cubicBezTo>
                <a:cubicBezTo>
                  <a:pt x="1188140" y="3853109"/>
                  <a:pt x="1192902" y="3830249"/>
                  <a:pt x="1194807" y="3808342"/>
                </a:cubicBezTo>
                <a:cubicBezTo>
                  <a:pt x="1198617" y="3763574"/>
                  <a:pt x="1201475" y="3719759"/>
                  <a:pt x="1204332" y="3674992"/>
                </a:cubicBezTo>
                <a:cubicBezTo>
                  <a:pt x="1204332" y="3670229"/>
                  <a:pt x="1205285" y="3666419"/>
                  <a:pt x="1206237" y="3661657"/>
                </a:cubicBezTo>
                <a:cubicBezTo>
                  <a:pt x="1216715" y="3607364"/>
                  <a:pt x="1222430" y="3553072"/>
                  <a:pt x="1226240" y="3498779"/>
                </a:cubicBezTo>
                <a:cubicBezTo>
                  <a:pt x="1227192" y="3477824"/>
                  <a:pt x="1230050" y="3457822"/>
                  <a:pt x="1231002" y="3436867"/>
                </a:cubicBezTo>
                <a:cubicBezTo>
                  <a:pt x="1231955" y="3428294"/>
                  <a:pt x="1231002" y="3419722"/>
                  <a:pt x="1230050" y="3412102"/>
                </a:cubicBezTo>
                <a:cubicBezTo>
                  <a:pt x="1229097" y="3399719"/>
                  <a:pt x="1225287" y="3386384"/>
                  <a:pt x="1225287" y="3374002"/>
                </a:cubicBezTo>
                <a:cubicBezTo>
                  <a:pt x="1224335" y="3347332"/>
                  <a:pt x="1224335" y="3320662"/>
                  <a:pt x="1225287" y="3293992"/>
                </a:cubicBezTo>
                <a:cubicBezTo>
                  <a:pt x="1226240" y="3280657"/>
                  <a:pt x="1229097" y="3267322"/>
                  <a:pt x="1231955" y="3253987"/>
                </a:cubicBezTo>
                <a:cubicBezTo>
                  <a:pt x="1233860" y="3243509"/>
                  <a:pt x="1238622" y="3233032"/>
                  <a:pt x="1239575" y="3222554"/>
                </a:cubicBezTo>
                <a:cubicBezTo>
                  <a:pt x="1243385" y="3188264"/>
                  <a:pt x="1245290" y="3154927"/>
                  <a:pt x="1248147" y="3120637"/>
                </a:cubicBezTo>
                <a:cubicBezTo>
                  <a:pt x="1248147" y="3116827"/>
                  <a:pt x="1249100" y="3113017"/>
                  <a:pt x="1250052" y="3109207"/>
                </a:cubicBezTo>
                <a:cubicBezTo>
                  <a:pt x="1254815" y="3079679"/>
                  <a:pt x="1258625" y="3049199"/>
                  <a:pt x="1263387" y="3019672"/>
                </a:cubicBezTo>
                <a:cubicBezTo>
                  <a:pt x="1267197" y="2996812"/>
                  <a:pt x="1270055" y="2973952"/>
                  <a:pt x="1274817" y="2951092"/>
                </a:cubicBezTo>
                <a:cubicBezTo>
                  <a:pt x="1279580" y="2928232"/>
                  <a:pt x="1288152" y="2906324"/>
                  <a:pt x="1287200" y="2882512"/>
                </a:cubicBezTo>
                <a:cubicBezTo>
                  <a:pt x="1287200" y="2875844"/>
                  <a:pt x="1288152" y="2868224"/>
                  <a:pt x="1289105" y="2861557"/>
                </a:cubicBezTo>
                <a:cubicBezTo>
                  <a:pt x="1293867" y="2829172"/>
                  <a:pt x="1297677" y="2796787"/>
                  <a:pt x="1302440" y="2764402"/>
                </a:cubicBezTo>
                <a:cubicBezTo>
                  <a:pt x="1304345" y="2752019"/>
                  <a:pt x="1306250" y="2740589"/>
                  <a:pt x="1308155" y="2728207"/>
                </a:cubicBezTo>
                <a:cubicBezTo>
                  <a:pt x="1311012" y="2710109"/>
                  <a:pt x="1315775" y="2692012"/>
                  <a:pt x="1317680" y="2672962"/>
                </a:cubicBezTo>
                <a:cubicBezTo>
                  <a:pt x="1322442" y="2634862"/>
                  <a:pt x="1332920" y="2596762"/>
                  <a:pt x="1328157" y="2557709"/>
                </a:cubicBezTo>
                <a:cubicBezTo>
                  <a:pt x="1328157" y="2556757"/>
                  <a:pt x="1328157" y="2554852"/>
                  <a:pt x="1329110" y="2553899"/>
                </a:cubicBezTo>
                <a:cubicBezTo>
                  <a:pt x="1330062" y="2542469"/>
                  <a:pt x="1336730" y="2536754"/>
                  <a:pt x="1348160" y="2535802"/>
                </a:cubicBezTo>
                <a:cubicBezTo>
                  <a:pt x="1384355" y="2531992"/>
                  <a:pt x="1416740" y="2517704"/>
                  <a:pt x="1445315" y="2494844"/>
                </a:cubicBezTo>
                <a:cubicBezTo>
                  <a:pt x="1463412" y="2480557"/>
                  <a:pt x="1479605" y="2465317"/>
                  <a:pt x="1474842" y="2438647"/>
                </a:cubicBezTo>
                <a:cubicBezTo>
                  <a:pt x="1471985" y="2422454"/>
                  <a:pt x="1471985" y="2405309"/>
                  <a:pt x="1470080" y="2388164"/>
                </a:cubicBezTo>
                <a:cubicBezTo>
                  <a:pt x="1469127" y="2375782"/>
                  <a:pt x="1468175" y="2363399"/>
                  <a:pt x="1468175" y="2351017"/>
                </a:cubicBezTo>
                <a:cubicBezTo>
                  <a:pt x="1465317" y="2232907"/>
                  <a:pt x="1472937" y="2115749"/>
                  <a:pt x="1460555" y="1997639"/>
                </a:cubicBezTo>
                <a:cubicBezTo>
                  <a:pt x="1459602" y="1990972"/>
                  <a:pt x="1460555" y="1983352"/>
                  <a:pt x="1460555" y="1976684"/>
                </a:cubicBezTo>
                <a:cubicBezTo>
                  <a:pt x="1460555" y="1966207"/>
                  <a:pt x="1463412" y="1957634"/>
                  <a:pt x="1471985" y="1951919"/>
                </a:cubicBezTo>
                <a:cubicBezTo>
                  <a:pt x="1483415" y="1943347"/>
                  <a:pt x="1491987" y="1932869"/>
                  <a:pt x="1495797" y="1918582"/>
                </a:cubicBezTo>
                <a:cubicBezTo>
                  <a:pt x="1499607" y="1906199"/>
                  <a:pt x="1507227" y="1895722"/>
                  <a:pt x="1513895" y="1884292"/>
                </a:cubicBezTo>
                <a:cubicBezTo>
                  <a:pt x="1533897" y="1853812"/>
                  <a:pt x="1554852" y="1825237"/>
                  <a:pt x="1573902" y="1793804"/>
                </a:cubicBezTo>
                <a:cubicBezTo>
                  <a:pt x="1584380" y="1776659"/>
                  <a:pt x="1590095" y="1757609"/>
                  <a:pt x="1599620" y="1739512"/>
                </a:cubicBezTo>
                <a:cubicBezTo>
                  <a:pt x="1631052" y="1679504"/>
                  <a:pt x="1663437" y="1621402"/>
                  <a:pt x="1692965" y="1561394"/>
                </a:cubicBezTo>
                <a:cubicBezTo>
                  <a:pt x="1703442" y="1539487"/>
                  <a:pt x="1712967" y="1515674"/>
                  <a:pt x="1714872" y="1491862"/>
                </a:cubicBezTo>
                <a:cubicBezTo>
                  <a:pt x="1716777" y="1463287"/>
                  <a:pt x="1723445" y="1435664"/>
                  <a:pt x="1729160" y="1408042"/>
                </a:cubicBezTo>
                <a:cubicBezTo>
                  <a:pt x="1737732" y="1383277"/>
                  <a:pt x="1743447" y="1357559"/>
                  <a:pt x="1732970" y="1329937"/>
                </a:cubicBezTo>
                <a:close/>
                <a:moveTo>
                  <a:pt x="373752" y="1452809"/>
                </a:moveTo>
                <a:cubicBezTo>
                  <a:pt x="373752" y="1455667"/>
                  <a:pt x="368990" y="1457572"/>
                  <a:pt x="367085" y="1460429"/>
                </a:cubicBezTo>
                <a:cubicBezTo>
                  <a:pt x="365180" y="1458524"/>
                  <a:pt x="361370" y="1455667"/>
                  <a:pt x="361370" y="1453762"/>
                </a:cubicBezTo>
                <a:cubicBezTo>
                  <a:pt x="358512" y="1418519"/>
                  <a:pt x="334700" y="1394707"/>
                  <a:pt x="319460" y="1365179"/>
                </a:cubicBezTo>
                <a:cubicBezTo>
                  <a:pt x="317555" y="1360417"/>
                  <a:pt x="313745" y="1356607"/>
                  <a:pt x="310887" y="1351844"/>
                </a:cubicBezTo>
                <a:cubicBezTo>
                  <a:pt x="307077" y="1346129"/>
                  <a:pt x="307077" y="1340414"/>
                  <a:pt x="311840" y="1334699"/>
                </a:cubicBezTo>
                <a:cubicBezTo>
                  <a:pt x="322317" y="1322317"/>
                  <a:pt x="331842" y="1309934"/>
                  <a:pt x="343272" y="1297552"/>
                </a:cubicBezTo>
                <a:cubicBezTo>
                  <a:pt x="354702" y="1285169"/>
                  <a:pt x="360417" y="1285169"/>
                  <a:pt x="367085" y="1301362"/>
                </a:cubicBezTo>
                <a:cubicBezTo>
                  <a:pt x="372800" y="1315649"/>
                  <a:pt x="375657" y="1331842"/>
                  <a:pt x="377562" y="1348034"/>
                </a:cubicBezTo>
                <a:cubicBezTo>
                  <a:pt x="379467" y="1358512"/>
                  <a:pt x="377562" y="1369942"/>
                  <a:pt x="377562" y="1381372"/>
                </a:cubicBezTo>
                <a:cubicBezTo>
                  <a:pt x="378515" y="1381372"/>
                  <a:pt x="379467" y="1381372"/>
                  <a:pt x="381372" y="1381372"/>
                </a:cubicBezTo>
                <a:cubicBezTo>
                  <a:pt x="378515" y="1404232"/>
                  <a:pt x="376610" y="1428044"/>
                  <a:pt x="373752" y="1452809"/>
                </a:cubicBezTo>
                <a:close/>
                <a:moveTo>
                  <a:pt x="575682" y="1686172"/>
                </a:moveTo>
                <a:cubicBezTo>
                  <a:pt x="570920" y="1693792"/>
                  <a:pt x="565205" y="1700459"/>
                  <a:pt x="559490" y="1708079"/>
                </a:cubicBezTo>
                <a:cubicBezTo>
                  <a:pt x="532820" y="1744274"/>
                  <a:pt x="506150" y="1781422"/>
                  <a:pt x="480432" y="1817617"/>
                </a:cubicBezTo>
                <a:cubicBezTo>
                  <a:pt x="477575" y="1821427"/>
                  <a:pt x="477575" y="1828094"/>
                  <a:pt x="476622" y="1834762"/>
                </a:cubicBezTo>
                <a:cubicBezTo>
                  <a:pt x="465192" y="1832857"/>
                  <a:pt x="453762" y="1830952"/>
                  <a:pt x="437570" y="1828094"/>
                </a:cubicBezTo>
                <a:cubicBezTo>
                  <a:pt x="449000" y="1814759"/>
                  <a:pt x="457572" y="1803329"/>
                  <a:pt x="466145" y="1792852"/>
                </a:cubicBezTo>
                <a:cubicBezTo>
                  <a:pt x="496625" y="1757609"/>
                  <a:pt x="527105" y="1723319"/>
                  <a:pt x="557585" y="1688077"/>
                </a:cubicBezTo>
                <a:cubicBezTo>
                  <a:pt x="560442" y="1684267"/>
                  <a:pt x="564252" y="1681409"/>
                  <a:pt x="567110" y="1678552"/>
                </a:cubicBezTo>
                <a:cubicBezTo>
                  <a:pt x="569015" y="1677599"/>
                  <a:pt x="572825" y="1677599"/>
                  <a:pt x="573777" y="1678552"/>
                </a:cubicBezTo>
                <a:cubicBezTo>
                  <a:pt x="575682" y="1680457"/>
                  <a:pt x="576635" y="1685219"/>
                  <a:pt x="575682" y="1686172"/>
                </a:cubicBezTo>
                <a:close/>
                <a:moveTo>
                  <a:pt x="889055" y="1877624"/>
                </a:moveTo>
                <a:cubicBezTo>
                  <a:pt x="889055" y="1874767"/>
                  <a:pt x="889055" y="1872862"/>
                  <a:pt x="890007" y="1871909"/>
                </a:cubicBezTo>
                <a:cubicBezTo>
                  <a:pt x="907152" y="1852859"/>
                  <a:pt x="907152" y="1849049"/>
                  <a:pt x="887150" y="1834762"/>
                </a:cubicBezTo>
                <a:cubicBezTo>
                  <a:pt x="854765" y="1812854"/>
                  <a:pt x="824285" y="1789042"/>
                  <a:pt x="789995" y="1769992"/>
                </a:cubicBezTo>
                <a:cubicBezTo>
                  <a:pt x="757610" y="1752847"/>
                  <a:pt x="722367" y="1741417"/>
                  <a:pt x="689030" y="1727129"/>
                </a:cubicBezTo>
                <a:cubicBezTo>
                  <a:pt x="677600" y="1722367"/>
                  <a:pt x="666170" y="1718557"/>
                  <a:pt x="655692" y="1712842"/>
                </a:cubicBezTo>
                <a:cubicBezTo>
                  <a:pt x="638547" y="1704269"/>
                  <a:pt x="621402" y="1693792"/>
                  <a:pt x="604257" y="1685219"/>
                </a:cubicBezTo>
                <a:cubicBezTo>
                  <a:pt x="586160" y="1675694"/>
                  <a:pt x="585207" y="1648072"/>
                  <a:pt x="602352" y="1636642"/>
                </a:cubicBezTo>
                <a:cubicBezTo>
                  <a:pt x="608067" y="1632832"/>
                  <a:pt x="614735" y="1630927"/>
                  <a:pt x="618545" y="1626164"/>
                </a:cubicBezTo>
                <a:cubicBezTo>
                  <a:pt x="623307" y="1621402"/>
                  <a:pt x="625212" y="1614734"/>
                  <a:pt x="628070" y="1608067"/>
                </a:cubicBezTo>
                <a:cubicBezTo>
                  <a:pt x="631880" y="1599494"/>
                  <a:pt x="632832" y="1589017"/>
                  <a:pt x="637595" y="1581397"/>
                </a:cubicBezTo>
                <a:cubicBezTo>
                  <a:pt x="658550" y="1549012"/>
                  <a:pt x="683315" y="1519484"/>
                  <a:pt x="711890" y="1492814"/>
                </a:cubicBezTo>
                <a:cubicBezTo>
                  <a:pt x="749990" y="1455667"/>
                  <a:pt x="771897" y="1408042"/>
                  <a:pt x="788090" y="1357559"/>
                </a:cubicBezTo>
                <a:cubicBezTo>
                  <a:pt x="812855" y="1278502"/>
                  <a:pt x="823332" y="1197539"/>
                  <a:pt x="821427" y="1114672"/>
                </a:cubicBezTo>
                <a:cubicBezTo>
                  <a:pt x="819522" y="1039424"/>
                  <a:pt x="820475" y="964177"/>
                  <a:pt x="819522" y="889882"/>
                </a:cubicBezTo>
                <a:cubicBezTo>
                  <a:pt x="818570" y="839399"/>
                  <a:pt x="815712" y="788917"/>
                  <a:pt x="813807" y="738434"/>
                </a:cubicBezTo>
                <a:cubicBezTo>
                  <a:pt x="813807" y="732719"/>
                  <a:pt x="813807" y="726052"/>
                  <a:pt x="813807" y="720337"/>
                </a:cubicBezTo>
                <a:cubicBezTo>
                  <a:pt x="815712" y="719384"/>
                  <a:pt x="817617" y="719384"/>
                  <a:pt x="818570" y="718432"/>
                </a:cubicBezTo>
                <a:cubicBezTo>
                  <a:pt x="833810" y="750817"/>
                  <a:pt x="848097" y="783202"/>
                  <a:pt x="863337" y="815587"/>
                </a:cubicBezTo>
                <a:cubicBezTo>
                  <a:pt x="864290" y="815587"/>
                  <a:pt x="865242" y="814634"/>
                  <a:pt x="866195" y="814634"/>
                </a:cubicBezTo>
                <a:cubicBezTo>
                  <a:pt x="860480" y="800347"/>
                  <a:pt x="853812" y="786059"/>
                  <a:pt x="848097" y="771772"/>
                </a:cubicBezTo>
                <a:cubicBezTo>
                  <a:pt x="841430" y="756532"/>
                  <a:pt x="836667" y="741292"/>
                  <a:pt x="828095" y="727004"/>
                </a:cubicBezTo>
                <a:cubicBezTo>
                  <a:pt x="809045" y="692714"/>
                  <a:pt x="809997" y="654614"/>
                  <a:pt x="810950" y="617467"/>
                </a:cubicBezTo>
                <a:cubicBezTo>
                  <a:pt x="810950" y="605084"/>
                  <a:pt x="811902" y="592702"/>
                  <a:pt x="812855" y="580319"/>
                </a:cubicBezTo>
                <a:cubicBezTo>
                  <a:pt x="813807" y="571747"/>
                  <a:pt x="815712" y="564127"/>
                  <a:pt x="816665" y="556507"/>
                </a:cubicBezTo>
                <a:cubicBezTo>
                  <a:pt x="818570" y="555554"/>
                  <a:pt x="819522" y="555554"/>
                  <a:pt x="821427" y="554602"/>
                </a:cubicBezTo>
                <a:cubicBezTo>
                  <a:pt x="832857" y="567937"/>
                  <a:pt x="844287" y="581272"/>
                  <a:pt x="856670" y="594607"/>
                </a:cubicBezTo>
                <a:cubicBezTo>
                  <a:pt x="872862" y="613657"/>
                  <a:pt x="887150" y="635564"/>
                  <a:pt x="913820" y="638422"/>
                </a:cubicBezTo>
                <a:cubicBezTo>
                  <a:pt x="942395" y="642232"/>
                  <a:pt x="956682" y="661282"/>
                  <a:pt x="974780" y="679379"/>
                </a:cubicBezTo>
                <a:cubicBezTo>
                  <a:pt x="981447" y="686047"/>
                  <a:pt x="984305" y="689857"/>
                  <a:pt x="973827" y="696524"/>
                </a:cubicBezTo>
                <a:cubicBezTo>
                  <a:pt x="964302" y="702239"/>
                  <a:pt x="956682" y="711764"/>
                  <a:pt x="950015" y="721289"/>
                </a:cubicBezTo>
                <a:cubicBezTo>
                  <a:pt x="931917" y="746054"/>
                  <a:pt x="914772" y="770819"/>
                  <a:pt x="899532" y="797489"/>
                </a:cubicBezTo>
                <a:cubicBezTo>
                  <a:pt x="910010" y="785107"/>
                  <a:pt x="920487" y="772724"/>
                  <a:pt x="930012" y="759389"/>
                </a:cubicBezTo>
                <a:cubicBezTo>
                  <a:pt x="935727" y="751769"/>
                  <a:pt x="939537" y="749864"/>
                  <a:pt x="945252" y="759389"/>
                </a:cubicBezTo>
                <a:cubicBezTo>
                  <a:pt x="952872" y="771772"/>
                  <a:pt x="961445" y="784154"/>
                  <a:pt x="954777" y="800347"/>
                </a:cubicBezTo>
                <a:cubicBezTo>
                  <a:pt x="913820" y="910837"/>
                  <a:pt x="909057" y="1026089"/>
                  <a:pt x="910962" y="1142294"/>
                </a:cubicBezTo>
                <a:cubicBezTo>
                  <a:pt x="913820" y="1260404"/>
                  <a:pt x="913820" y="1377562"/>
                  <a:pt x="917630" y="1495672"/>
                </a:cubicBezTo>
                <a:cubicBezTo>
                  <a:pt x="920487" y="1589017"/>
                  <a:pt x="924297" y="1683314"/>
                  <a:pt x="929060" y="1776659"/>
                </a:cubicBezTo>
                <a:cubicBezTo>
                  <a:pt x="929060" y="1785232"/>
                  <a:pt x="932870" y="1796662"/>
                  <a:pt x="938585" y="1802377"/>
                </a:cubicBezTo>
                <a:cubicBezTo>
                  <a:pt x="967160" y="1833809"/>
                  <a:pt x="996687" y="1865242"/>
                  <a:pt x="1026215" y="1895722"/>
                </a:cubicBezTo>
                <a:cubicBezTo>
                  <a:pt x="1030025" y="1899532"/>
                  <a:pt x="1033835" y="1903342"/>
                  <a:pt x="1036692" y="1909057"/>
                </a:cubicBezTo>
                <a:cubicBezTo>
                  <a:pt x="983352" y="1909057"/>
                  <a:pt x="935727" y="1897627"/>
                  <a:pt x="889055" y="1877624"/>
                </a:cubicBezTo>
                <a:close/>
                <a:moveTo>
                  <a:pt x="1279580" y="1673789"/>
                </a:moveTo>
                <a:cubicBezTo>
                  <a:pt x="1278627" y="1698554"/>
                  <a:pt x="1274817" y="1723319"/>
                  <a:pt x="1275770" y="1747132"/>
                </a:cubicBezTo>
                <a:cubicBezTo>
                  <a:pt x="1275770" y="1771897"/>
                  <a:pt x="1267197" y="1791899"/>
                  <a:pt x="1250052" y="1809044"/>
                </a:cubicBezTo>
                <a:cubicBezTo>
                  <a:pt x="1229097" y="1829047"/>
                  <a:pt x="1208142" y="1850002"/>
                  <a:pt x="1188140" y="1870004"/>
                </a:cubicBezTo>
                <a:cubicBezTo>
                  <a:pt x="1177662" y="1880482"/>
                  <a:pt x="1170042" y="1891912"/>
                  <a:pt x="1170042" y="1907152"/>
                </a:cubicBezTo>
                <a:cubicBezTo>
                  <a:pt x="1170042" y="1911914"/>
                  <a:pt x="1165280" y="1917629"/>
                  <a:pt x="1160517" y="1919534"/>
                </a:cubicBezTo>
                <a:cubicBezTo>
                  <a:pt x="1154802" y="1922392"/>
                  <a:pt x="1148135" y="1925249"/>
                  <a:pt x="1142420" y="1924297"/>
                </a:cubicBezTo>
                <a:cubicBezTo>
                  <a:pt x="1110987" y="1922392"/>
                  <a:pt x="1079555" y="1919534"/>
                  <a:pt x="1045265" y="1916677"/>
                </a:cubicBezTo>
                <a:cubicBezTo>
                  <a:pt x="1049075" y="1910009"/>
                  <a:pt x="1050980" y="1905247"/>
                  <a:pt x="1053837" y="1901437"/>
                </a:cubicBezTo>
                <a:cubicBezTo>
                  <a:pt x="1079555" y="1868099"/>
                  <a:pt x="1106225" y="1835714"/>
                  <a:pt x="1132895" y="1803329"/>
                </a:cubicBezTo>
                <a:cubicBezTo>
                  <a:pt x="1140515" y="1793804"/>
                  <a:pt x="1144325" y="1784279"/>
                  <a:pt x="1143372" y="1770944"/>
                </a:cubicBezTo>
                <a:cubicBezTo>
                  <a:pt x="1141467" y="1735702"/>
                  <a:pt x="1139562" y="1701412"/>
                  <a:pt x="1137657" y="1666169"/>
                </a:cubicBezTo>
                <a:cubicBezTo>
                  <a:pt x="1134800" y="1612829"/>
                  <a:pt x="1133847" y="1558537"/>
                  <a:pt x="1130037" y="1505197"/>
                </a:cubicBezTo>
                <a:cubicBezTo>
                  <a:pt x="1126227" y="1435664"/>
                  <a:pt x="1121465" y="1366132"/>
                  <a:pt x="1115750" y="1296599"/>
                </a:cubicBezTo>
                <a:cubicBezTo>
                  <a:pt x="1110035" y="1228019"/>
                  <a:pt x="1103367" y="1160392"/>
                  <a:pt x="1094795" y="1091812"/>
                </a:cubicBezTo>
                <a:cubicBezTo>
                  <a:pt x="1084317" y="1006087"/>
                  <a:pt x="1071935" y="920362"/>
                  <a:pt x="1037645" y="839399"/>
                </a:cubicBezTo>
                <a:cubicBezTo>
                  <a:pt x="1029072" y="820349"/>
                  <a:pt x="1024310" y="800347"/>
                  <a:pt x="1019547" y="780344"/>
                </a:cubicBezTo>
                <a:cubicBezTo>
                  <a:pt x="1018595" y="774629"/>
                  <a:pt x="1020500" y="767009"/>
                  <a:pt x="1024310" y="761294"/>
                </a:cubicBezTo>
                <a:cubicBezTo>
                  <a:pt x="1028120" y="755579"/>
                  <a:pt x="1034787" y="751769"/>
                  <a:pt x="1042407" y="744149"/>
                </a:cubicBezTo>
                <a:cubicBezTo>
                  <a:pt x="1051932" y="766057"/>
                  <a:pt x="1060505" y="785107"/>
                  <a:pt x="1069077" y="806062"/>
                </a:cubicBezTo>
                <a:cubicBezTo>
                  <a:pt x="1065267" y="773677"/>
                  <a:pt x="1037645" y="721289"/>
                  <a:pt x="1014785" y="699382"/>
                </a:cubicBezTo>
                <a:cubicBezTo>
                  <a:pt x="1003355" y="688904"/>
                  <a:pt x="1003355" y="687952"/>
                  <a:pt x="1015737" y="677474"/>
                </a:cubicBezTo>
                <a:cubicBezTo>
                  <a:pt x="1033835" y="662234"/>
                  <a:pt x="1051932" y="647947"/>
                  <a:pt x="1068125" y="631754"/>
                </a:cubicBezTo>
                <a:cubicBezTo>
                  <a:pt x="1084317" y="615562"/>
                  <a:pt x="1095747" y="596512"/>
                  <a:pt x="1096700" y="571747"/>
                </a:cubicBezTo>
                <a:cubicBezTo>
                  <a:pt x="1096700" y="565079"/>
                  <a:pt x="1099557" y="559364"/>
                  <a:pt x="1102415" y="552697"/>
                </a:cubicBezTo>
                <a:cubicBezTo>
                  <a:pt x="1111940" y="569842"/>
                  <a:pt x="1122417" y="586987"/>
                  <a:pt x="1120512" y="606989"/>
                </a:cubicBezTo>
                <a:cubicBezTo>
                  <a:pt x="1116702" y="651757"/>
                  <a:pt x="1111940" y="697477"/>
                  <a:pt x="1107177" y="742244"/>
                </a:cubicBezTo>
                <a:cubicBezTo>
                  <a:pt x="1106225" y="748912"/>
                  <a:pt x="1105272" y="754627"/>
                  <a:pt x="1108130" y="761294"/>
                </a:cubicBezTo>
                <a:cubicBezTo>
                  <a:pt x="1114797" y="714622"/>
                  <a:pt x="1120512" y="667949"/>
                  <a:pt x="1127180" y="621277"/>
                </a:cubicBezTo>
                <a:cubicBezTo>
                  <a:pt x="1150992" y="690809"/>
                  <a:pt x="1176710" y="758437"/>
                  <a:pt x="1187187" y="829874"/>
                </a:cubicBezTo>
                <a:cubicBezTo>
                  <a:pt x="1194807" y="886072"/>
                  <a:pt x="1212905" y="939412"/>
                  <a:pt x="1228145" y="993704"/>
                </a:cubicBezTo>
                <a:cubicBezTo>
                  <a:pt x="1240527" y="1037519"/>
                  <a:pt x="1247195" y="1082287"/>
                  <a:pt x="1246242" y="1128007"/>
                </a:cubicBezTo>
                <a:cubicBezTo>
                  <a:pt x="1244337" y="1207064"/>
                  <a:pt x="1252910" y="1285169"/>
                  <a:pt x="1270055" y="1363274"/>
                </a:cubicBezTo>
                <a:cubicBezTo>
                  <a:pt x="1274817" y="1384229"/>
                  <a:pt x="1274817" y="1405184"/>
                  <a:pt x="1276722" y="1427092"/>
                </a:cubicBezTo>
                <a:cubicBezTo>
                  <a:pt x="1279580" y="1463287"/>
                  <a:pt x="1284342" y="1499482"/>
                  <a:pt x="1284342" y="1534724"/>
                </a:cubicBezTo>
                <a:cubicBezTo>
                  <a:pt x="1284342" y="1581397"/>
                  <a:pt x="1281485" y="1628069"/>
                  <a:pt x="1279580" y="1673789"/>
                </a:cubicBezTo>
                <a:close/>
                <a:moveTo>
                  <a:pt x="1437695" y="1289932"/>
                </a:moveTo>
                <a:cubicBezTo>
                  <a:pt x="1439600" y="1289932"/>
                  <a:pt x="1440552" y="1288979"/>
                  <a:pt x="1442457" y="1288979"/>
                </a:cubicBezTo>
                <a:cubicBezTo>
                  <a:pt x="1444362" y="1292789"/>
                  <a:pt x="1446267" y="1296599"/>
                  <a:pt x="1447220" y="1300409"/>
                </a:cubicBezTo>
                <a:cubicBezTo>
                  <a:pt x="1448172" y="1308982"/>
                  <a:pt x="1448172" y="1318507"/>
                  <a:pt x="1448172" y="1327079"/>
                </a:cubicBezTo>
                <a:cubicBezTo>
                  <a:pt x="1446267" y="1352797"/>
                  <a:pt x="1451030" y="1375657"/>
                  <a:pt x="1470080" y="1394707"/>
                </a:cubicBezTo>
                <a:cubicBezTo>
                  <a:pt x="1481510" y="1406137"/>
                  <a:pt x="1481510" y="1418519"/>
                  <a:pt x="1476747" y="1433759"/>
                </a:cubicBezTo>
                <a:cubicBezTo>
                  <a:pt x="1469127" y="1457572"/>
                  <a:pt x="1453887" y="1476622"/>
                  <a:pt x="1439600" y="1497577"/>
                </a:cubicBezTo>
                <a:cubicBezTo>
                  <a:pt x="1431980" y="1428044"/>
                  <a:pt x="1431027" y="1359464"/>
                  <a:pt x="1437695" y="1289932"/>
                </a:cubicBezTo>
                <a:close/>
                <a:moveTo>
                  <a:pt x="1475795" y="1882387"/>
                </a:moveTo>
                <a:cubicBezTo>
                  <a:pt x="1468175" y="1887149"/>
                  <a:pt x="1465317" y="1880482"/>
                  <a:pt x="1462460" y="1874767"/>
                </a:cubicBezTo>
                <a:cubicBezTo>
                  <a:pt x="1438647" y="1833809"/>
                  <a:pt x="1411977" y="1796662"/>
                  <a:pt x="1371972" y="1769992"/>
                </a:cubicBezTo>
                <a:cubicBezTo>
                  <a:pt x="1360542" y="1762372"/>
                  <a:pt x="1348160" y="1756657"/>
                  <a:pt x="1336730" y="1750942"/>
                </a:cubicBezTo>
                <a:cubicBezTo>
                  <a:pt x="1331015" y="1748084"/>
                  <a:pt x="1325300" y="1746179"/>
                  <a:pt x="1319585" y="1744274"/>
                </a:cubicBezTo>
                <a:cubicBezTo>
                  <a:pt x="1319585" y="1742369"/>
                  <a:pt x="1320537" y="1740464"/>
                  <a:pt x="1320537" y="1738559"/>
                </a:cubicBezTo>
                <a:cubicBezTo>
                  <a:pt x="1326252" y="1739512"/>
                  <a:pt x="1331967" y="1738559"/>
                  <a:pt x="1337682" y="1740464"/>
                </a:cubicBezTo>
                <a:cubicBezTo>
                  <a:pt x="1367210" y="1749989"/>
                  <a:pt x="1395785" y="1762372"/>
                  <a:pt x="1416740" y="1788089"/>
                </a:cubicBezTo>
                <a:cubicBezTo>
                  <a:pt x="1434837" y="1809997"/>
                  <a:pt x="1454840" y="1831904"/>
                  <a:pt x="1473890" y="1853812"/>
                </a:cubicBezTo>
                <a:cubicBezTo>
                  <a:pt x="1476747" y="1857622"/>
                  <a:pt x="1478652" y="1861432"/>
                  <a:pt x="1480557" y="1865242"/>
                </a:cubicBezTo>
                <a:cubicBezTo>
                  <a:pt x="1483415" y="1872862"/>
                  <a:pt x="1482462" y="1878577"/>
                  <a:pt x="1475795" y="188238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35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DAFTAR REFERENSI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4FEA-3CE7-7099-FC93-5551004BF5E1}"/>
              </a:ext>
            </a:extLst>
          </p:cNvPr>
          <p:cNvSpPr txBox="1"/>
          <p:nvPr/>
        </p:nvSpPr>
        <p:spPr>
          <a:xfrm>
            <a:off x="620391" y="1431850"/>
            <a:ext cx="10979471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200" dirty="0"/>
              <a:t>- </a:t>
            </a:r>
            <a:r>
              <a:rPr lang="en-GB" sz="1200" dirty="0" err="1"/>
              <a:t>Perancangan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</a:t>
            </a:r>
            <a:r>
              <a:rPr lang="en-GB" sz="1200" dirty="0" err="1"/>
              <a:t>Informasi</a:t>
            </a:r>
            <a:r>
              <a:rPr lang="en-GB" sz="1200" dirty="0"/>
              <a:t> </a:t>
            </a:r>
            <a:r>
              <a:rPr lang="en-GB" sz="1200" dirty="0" err="1"/>
              <a:t>Distribusi</a:t>
            </a:r>
            <a:r>
              <a:rPr lang="en-GB" sz="1200" dirty="0"/>
              <a:t> </a:t>
            </a:r>
            <a:r>
              <a:rPr lang="en-GB" sz="1200" dirty="0" err="1"/>
              <a:t>Barang</a:t>
            </a:r>
            <a:r>
              <a:rPr lang="en-GB" sz="1200" dirty="0"/>
              <a:t> </a:t>
            </a:r>
            <a:r>
              <a:rPr lang="en-GB" sz="1200" dirty="0" err="1"/>
              <a:t>Menggunakan</a:t>
            </a:r>
            <a:r>
              <a:rPr lang="en-GB" sz="1200" dirty="0"/>
              <a:t> </a:t>
            </a:r>
            <a:r>
              <a:rPr lang="en-GB" sz="1200" dirty="0" err="1"/>
              <a:t>BlueSeer</a:t>
            </a:r>
            <a:r>
              <a:rPr lang="en-GB" sz="1200" dirty="0"/>
              <a:t> Enterprise Resource Planning</a:t>
            </a:r>
          </a:p>
          <a:p>
            <a:pPr algn="just">
              <a:lnSpc>
                <a:spcPct val="150000"/>
              </a:lnSpc>
            </a:pPr>
            <a:r>
              <a:rPr lang="en-GB" sz="1200" dirty="0" err="1"/>
              <a:t>Heri</a:t>
            </a:r>
            <a:r>
              <a:rPr lang="en-GB" sz="1200" dirty="0"/>
              <a:t> Purwanto#1, </a:t>
            </a:r>
            <a:r>
              <a:rPr lang="en-GB" sz="1200" dirty="0" err="1"/>
              <a:t>Taupik</a:t>
            </a:r>
            <a:r>
              <a:rPr lang="en-GB" sz="1200" dirty="0"/>
              <a:t> Ridwan#2, </a:t>
            </a:r>
            <a:r>
              <a:rPr lang="en-GB" sz="1200" dirty="0" err="1"/>
              <a:t>Yanwar</a:t>
            </a:r>
            <a:r>
              <a:rPr lang="en-GB" sz="1200" dirty="0"/>
              <a:t> Aryanggara#3 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Received: 11 </a:t>
            </a:r>
            <a:r>
              <a:rPr lang="en-GB" sz="1200" dirty="0" err="1"/>
              <a:t>Maret</a:t>
            </a:r>
            <a:r>
              <a:rPr lang="en-GB" sz="1200" dirty="0"/>
              <a:t> 2021 | Final Revision: 26 November 2021 | Accepted: 29 November 2021</a:t>
            </a:r>
          </a:p>
          <a:p>
            <a:pPr algn="just">
              <a:lnSpc>
                <a:spcPct val="150000"/>
              </a:lnSpc>
            </a:pPr>
            <a:endParaRPr lang="en-GB" sz="1200" dirty="0"/>
          </a:p>
          <a:p>
            <a:pPr marL="171450" indent="-171450" algn="just">
              <a:lnSpc>
                <a:spcPct val="150000"/>
              </a:lnSpc>
              <a:buFontTx/>
              <a:buChar char="-"/>
            </a:pPr>
            <a:r>
              <a:rPr lang="en-GB" sz="1200" dirty="0" err="1"/>
              <a:t>Implementasi</a:t>
            </a:r>
            <a:r>
              <a:rPr lang="en-GB" sz="1200" dirty="0"/>
              <a:t> </a:t>
            </a:r>
            <a:r>
              <a:rPr lang="en-GB" sz="1200" dirty="0" err="1"/>
              <a:t>Sistem</a:t>
            </a:r>
            <a:r>
              <a:rPr lang="en-GB" sz="1200" dirty="0"/>
              <a:t> Enterprise Resource Planning (ERP) pada PT XYZ </a:t>
            </a:r>
            <a:r>
              <a:rPr lang="en-GB" sz="1200" dirty="0" err="1"/>
              <a:t>dengan</a:t>
            </a:r>
            <a:r>
              <a:rPr lang="en-GB" sz="1200" dirty="0"/>
              <a:t> </a:t>
            </a:r>
            <a:r>
              <a:rPr lang="en-GB" sz="1200" dirty="0" err="1"/>
              <a:t>Menggunakan</a:t>
            </a:r>
            <a:r>
              <a:rPr lang="en-GB" sz="1200" dirty="0"/>
              <a:t> Modul Inventory Odoo</a:t>
            </a:r>
          </a:p>
          <a:p>
            <a:pPr algn="just">
              <a:lnSpc>
                <a:spcPct val="150000"/>
              </a:lnSpc>
            </a:pPr>
            <a:r>
              <a:rPr lang="en-GB" sz="1200" dirty="0"/>
              <a:t>Aura Diva </a:t>
            </a:r>
            <a:r>
              <a:rPr lang="en-GB" sz="1200" dirty="0" err="1"/>
              <a:t>Shafa</a:t>
            </a:r>
            <a:r>
              <a:rPr lang="en-GB" sz="1200" dirty="0"/>
              <a:t> Dharma#1, Akmal </a:t>
            </a:r>
            <a:r>
              <a:rPr lang="en-GB" sz="1200" dirty="0" err="1"/>
              <a:t>Suryadi</a:t>
            </a:r>
            <a:r>
              <a:rPr lang="en-GB" sz="1200" dirty="0"/>
              <a:t> #2</a:t>
            </a:r>
          </a:p>
          <a:p>
            <a:pPr algn="just">
              <a:lnSpc>
                <a:spcPct val="150000"/>
              </a:lnSpc>
            </a:pPr>
            <a:r>
              <a:rPr lang="es-ES" sz="1200" dirty="0"/>
              <a:t>VENUS - VOL. 2 NO. 1 FEBRUARI 2024</a:t>
            </a:r>
            <a:endParaRPr lang="en-GB" sz="1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E13E8D-B8E3-8AEC-A87C-96C3EF0A1347}"/>
              </a:ext>
            </a:extLst>
          </p:cNvPr>
          <p:cNvGrpSpPr/>
          <p:nvPr/>
        </p:nvGrpSpPr>
        <p:grpSpPr>
          <a:xfrm>
            <a:off x="7766933" y="5502086"/>
            <a:ext cx="4425067" cy="1355914"/>
            <a:chOff x="3983392" y="1386078"/>
            <a:chExt cx="4425067" cy="135591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987F519-C508-B1EC-33BE-7B4AAEEA2067}"/>
                </a:ext>
              </a:extLst>
            </p:cNvPr>
            <p:cNvSpPr/>
            <p:nvPr/>
          </p:nvSpPr>
          <p:spPr>
            <a:xfrm>
              <a:off x="7429500" y="1781175"/>
              <a:ext cx="978959" cy="960817"/>
            </a:xfrm>
            <a:custGeom>
              <a:avLst/>
              <a:gdLst>
                <a:gd name="connsiteX0" fmla="*/ 885118 w 885149"/>
                <a:gd name="connsiteY0" fmla="*/ 999263 h 999573"/>
                <a:gd name="connsiteX1" fmla="*/ 885120 w 885149"/>
                <a:gd name="connsiteY1" fmla="*/ 999263 h 999573"/>
                <a:gd name="connsiteX2" fmla="*/ 885120 w 885149"/>
                <a:gd name="connsiteY2" fmla="*/ 999573 h 999573"/>
                <a:gd name="connsiteX3" fmla="*/ 421711 w 885149"/>
                <a:gd name="connsiteY3" fmla="*/ 433 h 999573"/>
                <a:gd name="connsiteX4" fmla="*/ 496514 w 885149"/>
                <a:gd name="connsiteY4" fmla="*/ 72132 h 999573"/>
                <a:gd name="connsiteX5" fmla="*/ 496514 w 885149"/>
                <a:gd name="connsiteY5" fmla="*/ 358001 h 999573"/>
                <a:gd name="connsiteX6" fmla="*/ 496514 w 885149"/>
                <a:gd name="connsiteY6" fmla="*/ 366692 h 999573"/>
                <a:gd name="connsiteX7" fmla="*/ 501791 w 885149"/>
                <a:gd name="connsiteY7" fmla="*/ 370417 h 999573"/>
                <a:gd name="connsiteX8" fmla="*/ 606392 w 885149"/>
                <a:gd name="connsiteY8" fmla="*/ 361415 h 999573"/>
                <a:gd name="connsiteX9" fmla="*/ 831113 w 885149"/>
                <a:gd name="connsiteY9" fmla="*/ 522507 h 999573"/>
                <a:gd name="connsiteX10" fmla="*/ 845080 w 885149"/>
                <a:gd name="connsiteY10" fmla="*/ 560995 h 999573"/>
                <a:gd name="connsiteX11" fmla="*/ 850357 w 885149"/>
                <a:gd name="connsiteY11" fmla="*/ 563167 h 999573"/>
                <a:gd name="connsiteX12" fmla="*/ 865876 w 885149"/>
                <a:gd name="connsiteY12" fmla="*/ 582101 h 999573"/>
                <a:gd name="connsiteX13" fmla="*/ 866186 w 885149"/>
                <a:gd name="connsiteY13" fmla="*/ 648213 h 999573"/>
                <a:gd name="connsiteX14" fmla="*/ 879533 w 885149"/>
                <a:gd name="connsiteY14" fmla="*/ 648524 h 999573"/>
                <a:gd name="connsiteX15" fmla="*/ 885120 w 885149"/>
                <a:gd name="connsiteY15" fmla="*/ 654111 h 999573"/>
                <a:gd name="connsiteX16" fmla="*/ 885120 w 885149"/>
                <a:gd name="connsiteY16" fmla="*/ 657836 h 999573"/>
                <a:gd name="connsiteX17" fmla="*/ 885120 w 885149"/>
                <a:gd name="connsiteY17" fmla="*/ 949290 h 999573"/>
                <a:gd name="connsiteX18" fmla="*/ 884810 w 885149"/>
                <a:gd name="connsiteY18" fmla="*/ 953946 h 999573"/>
                <a:gd name="connsiteX19" fmla="*/ 885118 w 885149"/>
                <a:gd name="connsiteY19" fmla="*/ 999263 h 999573"/>
                <a:gd name="connsiteX20" fmla="*/ 0 w 885149"/>
                <a:gd name="connsiteY20" fmla="*/ 999263 h 999573"/>
                <a:gd name="connsiteX21" fmla="*/ 0 w 885149"/>
                <a:gd name="connsiteY21" fmla="*/ 378487 h 999573"/>
                <a:gd name="connsiteX22" fmla="*/ 154778 w 885149"/>
                <a:gd name="connsiteY22" fmla="*/ 378487 h 999573"/>
                <a:gd name="connsiteX23" fmla="*/ 162848 w 885149"/>
                <a:gd name="connsiteY23" fmla="*/ 369175 h 999573"/>
                <a:gd name="connsiteX24" fmla="*/ 162848 w 885149"/>
                <a:gd name="connsiteY24" fmla="*/ 186045 h 999573"/>
                <a:gd name="connsiteX25" fmla="*/ 162848 w 885149"/>
                <a:gd name="connsiteY25" fmla="*/ 78340 h 999573"/>
                <a:gd name="connsiteX26" fmla="*/ 164400 w 885149"/>
                <a:gd name="connsiteY26" fmla="*/ 67166 h 999573"/>
                <a:gd name="connsiteX27" fmla="*/ 164710 w 885149"/>
                <a:gd name="connsiteY27" fmla="*/ 80513 h 999573"/>
                <a:gd name="connsiteX28" fmla="*/ 164710 w 885149"/>
                <a:gd name="connsiteY28" fmla="*/ 366382 h 999573"/>
                <a:gd name="connsiteX29" fmla="*/ 164400 w 885149"/>
                <a:gd name="connsiteY29" fmla="*/ 379728 h 999573"/>
                <a:gd name="connsiteX30" fmla="*/ 165641 w 885149"/>
                <a:gd name="connsiteY30" fmla="*/ 379728 h 999573"/>
                <a:gd name="connsiteX31" fmla="*/ 165331 w 885149"/>
                <a:gd name="connsiteY31" fmla="*/ 379418 h 999573"/>
                <a:gd name="connsiteX32" fmla="*/ 165331 w 885149"/>
                <a:gd name="connsiteY32" fmla="*/ 72753 h 999573"/>
                <a:gd name="connsiteX33" fmla="*/ 165952 w 885149"/>
                <a:gd name="connsiteY33" fmla="*/ 67166 h 999573"/>
                <a:gd name="connsiteX34" fmla="*/ 242307 w 885149"/>
                <a:gd name="connsiteY34" fmla="*/ 743 h 999573"/>
                <a:gd name="connsiteX35" fmla="*/ 317110 w 885149"/>
                <a:gd name="connsiteY35" fmla="*/ 72443 h 999573"/>
                <a:gd name="connsiteX36" fmla="*/ 317110 w 885149"/>
                <a:gd name="connsiteY36" fmla="*/ 305856 h 999573"/>
                <a:gd name="connsiteX37" fmla="*/ 317110 w 885149"/>
                <a:gd name="connsiteY37" fmla="*/ 523127 h 999573"/>
                <a:gd name="connsiteX38" fmla="*/ 320214 w 885149"/>
                <a:gd name="connsiteY38" fmla="*/ 533991 h 999573"/>
                <a:gd name="connsiteX39" fmla="*/ 340079 w 885149"/>
                <a:gd name="connsiteY39" fmla="*/ 493951 h 999573"/>
                <a:gd name="connsiteX40" fmla="*/ 345045 w 885149"/>
                <a:gd name="connsiteY40" fmla="*/ 475948 h 999573"/>
                <a:gd name="connsiteX41" fmla="*/ 345045 w 885149"/>
                <a:gd name="connsiteY41" fmla="*/ 154695 h 999573"/>
                <a:gd name="connsiteX42" fmla="*/ 345045 w 885149"/>
                <a:gd name="connsiteY42" fmla="*/ 75547 h 999573"/>
                <a:gd name="connsiteX43" fmla="*/ 408364 w 885149"/>
                <a:gd name="connsiteY43" fmla="*/ 743 h 999573"/>
                <a:gd name="connsiteX44" fmla="*/ 421711 w 885149"/>
                <a:gd name="connsiteY44" fmla="*/ 433 h 9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85149" h="999573">
                  <a:moveTo>
                    <a:pt x="885118" y="999263"/>
                  </a:moveTo>
                  <a:lnTo>
                    <a:pt x="885120" y="999263"/>
                  </a:lnTo>
                  <a:lnTo>
                    <a:pt x="885120" y="999573"/>
                  </a:lnTo>
                  <a:close/>
                  <a:moveTo>
                    <a:pt x="421711" y="433"/>
                  </a:moveTo>
                  <a:cubicBezTo>
                    <a:pt x="462372" y="-1430"/>
                    <a:pt x="496514" y="35507"/>
                    <a:pt x="496514" y="72132"/>
                  </a:cubicBezTo>
                  <a:cubicBezTo>
                    <a:pt x="496204" y="167421"/>
                    <a:pt x="496514" y="262712"/>
                    <a:pt x="496514" y="358001"/>
                  </a:cubicBezTo>
                  <a:cubicBezTo>
                    <a:pt x="496514" y="361105"/>
                    <a:pt x="496514" y="363898"/>
                    <a:pt x="496514" y="366692"/>
                  </a:cubicBezTo>
                  <a:cubicBezTo>
                    <a:pt x="496514" y="370106"/>
                    <a:pt x="499308" y="370417"/>
                    <a:pt x="501791" y="370417"/>
                  </a:cubicBezTo>
                  <a:cubicBezTo>
                    <a:pt x="535934" y="359863"/>
                    <a:pt x="571318" y="357070"/>
                    <a:pt x="606392" y="361415"/>
                  </a:cubicBezTo>
                  <a:cubicBezTo>
                    <a:pt x="710062" y="374452"/>
                    <a:pt x="785176" y="428459"/>
                    <a:pt x="831113" y="522507"/>
                  </a:cubicBezTo>
                  <a:cubicBezTo>
                    <a:pt x="837010" y="534922"/>
                    <a:pt x="842287" y="547648"/>
                    <a:pt x="845080" y="560995"/>
                  </a:cubicBezTo>
                  <a:cubicBezTo>
                    <a:pt x="846943" y="561926"/>
                    <a:pt x="848495" y="562857"/>
                    <a:pt x="850357" y="563167"/>
                  </a:cubicBezTo>
                  <a:cubicBezTo>
                    <a:pt x="861531" y="565650"/>
                    <a:pt x="865876" y="570617"/>
                    <a:pt x="865876" y="582101"/>
                  </a:cubicBezTo>
                  <a:cubicBezTo>
                    <a:pt x="866186" y="604138"/>
                    <a:pt x="866186" y="626176"/>
                    <a:pt x="866186" y="648213"/>
                  </a:cubicBezTo>
                  <a:cubicBezTo>
                    <a:pt x="870532" y="648524"/>
                    <a:pt x="875188" y="648524"/>
                    <a:pt x="879533" y="648524"/>
                  </a:cubicBezTo>
                  <a:cubicBezTo>
                    <a:pt x="883258" y="648524"/>
                    <a:pt x="885430" y="650076"/>
                    <a:pt x="885120" y="654111"/>
                  </a:cubicBezTo>
                  <a:cubicBezTo>
                    <a:pt x="885120" y="655352"/>
                    <a:pt x="885120" y="656594"/>
                    <a:pt x="885120" y="657836"/>
                  </a:cubicBezTo>
                  <a:cubicBezTo>
                    <a:pt x="885120" y="754987"/>
                    <a:pt x="885120" y="852138"/>
                    <a:pt x="885120" y="949290"/>
                  </a:cubicBezTo>
                  <a:cubicBezTo>
                    <a:pt x="885120" y="950842"/>
                    <a:pt x="884810" y="952394"/>
                    <a:pt x="884810" y="953946"/>
                  </a:cubicBezTo>
                  <a:lnTo>
                    <a:pt x="885118" y="999263"/>
                  </a:lnTo>
                  <a:lnTo>
                    <a:pt x="0" y="999263"/>
                  </a:lnTo>
                  <a:lnTo>
                    <a:pt x="0" y="378487"/>
                  </a:lnTo>
                  <a:lnTo>
                    <a:pt x="154778" y="378487"/>
                  </a:lnTo>
                  <a:cubicBezTo>
                    <a:pt x="162848" y="378487"/>
                    <a:pt x="162848" y="378176"/>
                    <a:pt x="162848" y="369175"/>
                  </a:cubicBezTo>
                  <a:cubicBezTo>
                    <a:pt x="162848" y="308029"/>
                    <a:pt x="162848" y="247193"/>
                    <a:pt x="162848" y="186045"/>
                  </a:cubicBezTo>
                  <a:cubicBezTo>
                    <a:pt x="162848" y="150040"/>
                    <a:pt x="162848" y="114345"/>
                    <a:pt x="162848" y="78340"/>
                  </a:cubicBezTo>
                  <a:cubicBezTo>
                    <a:pt x="162848" y="74615"/>
                    <a:pt x="161606" y="70580"/>
                    <a:pt x="164400" y="67166"/>
                  </a:cubicBezTo>
                  <a:cubicBezTo>
                    <a:pt x="164710" y="71511"/>
                    <a:pt x="164710" y="76167"/>
                    <a:pt x="164710" y="80513"/>
                  </a:cubicBezTo>
                  <a:cubicBezTo>
                    <a:pt x="164710" y="175802"/>
                    <a:pt x="164710" y="271093"/>
                    <a:pt x="164710" y="366382"/>
                  </a:cubicBezTo>
                  <a:cubicBezTo>
                    <a:pt x="164710" y="370727"/>
                    <a:pt x="164400" y="375383"/>
                    <a:pt x="164400" y="379728"/>
                  </a:cubicBezTo>
                  <a:cubicBezTo>
                    <a:pt x="164710" y="379728"/>
                    <a:pt x="165331" y="379728"/>
                    <a:pt x="165641" y="379728"/>
                  </a:cubicBezTo>
                  <a:cubicBezTo>
                    <a:pt x="165641" y="379728"/>
                    <a:pt x="165331" y="379418"/>
                    <a:pt x="165331" y="379418"/>
                  </a:cubicBezTo>
                  <a:cubicBezTo>
                    <a:pt x="165331" y="277300"/>
                    <a:pt x="165331" y="174871"/>
                    <a:pt x="165331" y="72753"/>
                  </a:cubicBezTo>
                  <a:cubicBezTo>
                    <a:pt x="165331" y="70891"/>
                    <a:pt x="165020" y="69028"/>
                    <a:pt x="165952" y="67166"/>
                  </a:cubicBezTo>
                  <a:cubicBezTo>
                    <a:pt x="170918" y="22470"/>
                    <a:pt x="212199" y="-2361"/>
                    <a:pt x="242307" y="743"/>
                  </a:cubicBezTo>
                  <a:cubicBezTo>
                    <a:pt x="281416" y="-1740"/>
                    <a:pt x="317421" y="34886"/>
                    <a:pt x="317110" y="72443"/>
                  </a:cubicBezTo>
                  <a:cubicBezTo>
                    <a:pt x="316800" y="150040"/>
                    <a:pt x="317110" y="227949"/>
                    <a:pt x="317110" y="305856"/>
                  </a:cubicBezTo>
                  <a:cubicBezTo>
                    <a:pt x="317110" y="378176"/>
                    <a:pt x="317110" y="450807"/>
                    <a:pt x="317110" y="523127"/>
                  </a:cubicBezTo>
                  <a:cubicBezTo>
                    <a:pt x="317110" y="526852"/>
                    <a:pt x="314938" y="531508"/>
                    <a:pt x="320214" y="533991"/>
                  </a:cubicBezTo>
                  <a:cubicBezTo>
                    <a:pt x="325180" y="519713"/>
                    <a:pt x="332319" y="506677"/>
                    <a:pt x="340079" y="493951"/>
                  </a:cubicBezTo>
                  <a:cubicBezTo>
                    <a:pt x="343804" y="488053"/>
                    <a:pt x="345045" y="482466"/>
                    <a:pt x="345045" y="475948"/>
                  </a:cubicBezTo>
                  <a:cubicBezTo>
                    <a:pt x="345045" y="368865"/>
                    <a:pt x="345045" y="261781"/>
                    <a:pt x="345045" y="154695"/>
                  </a:cubicBezTo>
                  <a:cubicBezTo>
                    <a:pt x="345045" y="128312"/>
                    <a:pt x="345666" y="101929"/>
                    <a:pt x="345045" y="75547"/>
                  </a:cubicBezTo>
                  <a:cubicBezTo>
                    <a:pt x="344114" y="43266"/>
                    <a:pt x="367393" y="8503"/>
                    <a:pt x="408364" y="743"/>
                  </a:cubicBezTo>
                  <a:cubicBezTo>
                    <a:pt x="412710" y="-188"/>
                    <a:pt x="417366" y="-188"/>
                    <a:pt x="421711" y="433"/>
                  </a:cubicBezTo>
                  <a:close/>
                </a:path>
              </a:pathLst>
            </a:custGeom>
            <a:solidFill>
              <a:schemeClr val="accent2"/>
            </a:solidFill>
            <a:ln w="36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E911D30-508B-2A43-768A-1D6B9BC0A517}"/>
                </a:ext>
              </a:extLst>
            </p:cNvPr>
            <p:cNvSpPr/>
            <p:nvPr/>
          </p:nvSpPr>
          <p:spPr>
            <a:xfrm>
              <a:off x="3983392" y="1627126"/>
              <a:ext cx="2234528" cy="1111017"/>
            </a:xfrm>
            <a:custGeom>
              <a:avLst/>
              <a:gdLst>
                <a:gd name="connsiteX0" fmla="*/ 1359605 w 4190656"/>
                <a:gd name="connsiteY0" fmla="*/ 2009520 h 2083613"/>
                <a:gd name="connsiteX1" fmla="*/ 1359605 w 4190656"/>
                <a:gd name="connsiteY1" fmla="*/ 2049344 h 2083613"/>
                <a:gd name="connsiteX2" fmla="*/ 1942246 w 4190656"/>
                <a:gd name="connsiteY2" fmla="*/ 2049344 h 2083613"/>
                <a:gd name="connsiteX3" fmla="*/ 1942246 w 4190656"/>
                <a:gd name="connsiteY3" fmla="*/ 2009520 h 2083613"/>
                <a:gd name="connsiteX4" fmla="*/ 3736514 w 4190656"/>
                <a:gd name="connsiteY4" fmla="*/ 2004560 h 2083613"/>
                <a:gd name="connsiteX5" fmla="*/ 3736514 w 4190656"/>
                <a:gd name="connsiteY5" fmla="*/ 2044384 h 2083613"/>
                <a:gd name="connsiteX6" fmla="*/ 4087017 w 4190656"/>
                <a:gd name="connsiteY6" fmla="*/ 2044384 h 2083613"/>
                <a:gd name="connsiteX7" fmla="*/ 4087017 w 4190656"/>
                <a:gd name="connsiteY7" fmla="*/ 2004560 h 2083613"/>
                <a:gd name="connsiteX8" fmla="*/ 3320982 w 4190656"/>
                <a:gd name="connsiteY8" fmla="*/ 2004560 h 2083613"/>
                <a:gd name="connsiteX9" fmla="*/ 3320982 w 4190656"/>
                <a:gd name="connsiteY9" fmla="*/ 2044384 h 2083613"/>
                <a:gd name="connsiteX10" fmla="*/ 3671485 w 4190656"/>
                <a:gd name="connsiteY10" fmla="*/ 2044384 h 2083613"/>
                <a:gd name="connsiteX11" fmla="*/ 3671485 w 4190656"/>
                <a:gd name="connsiteY11" fmla="*/ 2004560 h 2083613"/>
                <a:gd name="connsiteX12" fmla="*/ 1359605 w 4190656"/>
                <a:gd name="connsiteY12" fmla="*/ 1948423 h 2083613"/>
                <a:gd name="connsiteX13" fmla="*/ 1359605 w 4190656"/>
                <a:gd name="connsiteY13" fmla="*/ 1988247 h 2083613"/>
                <a:gd name="connsiteX14" fmla="*/ 1942246 w 4190656"/>
                <a:gd name="connsiteY14" fmla="*/ 1988247 h 2083613"/>
                <a:gd name="connsiteX15" fmla="*/ 1942246 w 4190656"/>
                <a:gd name="connsiteY15" fmla="*/ 1948423 h 2083613"/>
                <a:gd name="connsiteX16" fmla="*/ 3736514 w 4190656"/>
                <a:gd name="connsiteY16" fmla="*/ 1943463 h 2083613"/>
                <a:gd name="connsiteX17" fmla="*/ 3736514 w 4190656"/>
                <a:gd name="connsiteY17" fmla="*/ 1983287 h 2083613"/>
                <a:gd name="connsiteX18" fmla="*/ 4087017 w 4190656"/>
                <a:gd name="connsiteY18" fmla="*/ 1983287 h 2083613"/>
                <a:gd name="connsiteX19" fmla="*/ 4087017 w 4190656"/>
                <a:gd name="connsiteY19" fmla="*/ 1943463 h 2083613"/>
                <a:gd name="connsiteX20" fmla="*/ 3320982 w 4190656"/>
                <a:gd name="connsiteY20" fmla="*/ 1943463 h 2083613"/>
                <a:gd name="connsiteX21" fmla="*/ 3320982 w 4190656"/>
                <a:gd name="connsiteY21" fmla="*/ 1983287 h 2083613"/>
                <a:gd name="connsiteX22" fmla="*/ 3671485 w 4190656"/>
                <a:gd name="connsiteY22" fmla="*/ 1983287 h 2083613"/>
                <a:gd name="connsiteX23" fmla="*/ 3671485 w 4190656"/>
                <a:gd name="connsiteY23" fmla="*/ 1943463 h 2083613"/>
                <a:gd name="connsiteX24" fmla="*/ 1359605 w 4190656"/>
                <a:gd name="connsiteY24" fmla="*/ 1887327 h 2083613"/>
                <a:gd name="connsiteX25" fmla="*/ 1359605 w 4190656"/>
                <a:gd name="connsiteY25" fmla="*/ 1927151 h 2083613"/>
                <a:gd name="connsiteX26" fmla="*/ 1942246 w 4190656"/>
                <a:gd name="connsiteY26" fmla="*/ 1927151 h 2083613"/>
                <a:gd name="connsiteX27" fmla="*/ 1942246 w 4190656"/>
                <a:gd name="connsiteY27" fmla="*/ 1887327 h 2083613"/>
                <a:gd name="connsiteX28" fmla="*/ 3736514 w 4190656"/>
                <a:gd name="connsiteY28" fmla="*/ 1882367 h 2083613"/>
                <a:gd name="connsiteX29" fmla="*/ 3736514 w 4190656"/>
                <a:gd name="connsiteY29" fmla="*/ 1922191 h 2083613"/>
                <a:gd name="connsiteX30" fmla="*/ 4087017 w 4190656"/>
                <a:gd name="connsiteY30" fmla="*/ 1922191 h 2083613"/>
                <a:gd name="connsiteX31" fmla="*/ 4087017 w 4190656"/>
                <a:gd name="connsiteY31" fmla="*/ 1882367 h 2083613"/>
                <a:gd name="connsiteX32" fmla="*/ 3320982 w 4190656"/>
                <a:gd name="connsiteY32" fmla="*/ 1882367 h 2083613"/>
                <a:gd name="connsiteX33" fmla="*/ 3320982 w 4190656"/>
                <a:gd name="connsiteY33" fmla="*/ 1922191 h 2083613"/>
                <a:gd name="connsiteX34" fmla="*/ 3671485 w 4190656"/>
                <a:gd name="connsiteY34" fmla="*/ 1922191 h 2083613"/>
                <a:gd name="connsiteX35" fmla="*/ 3671485 w 4190656"/>
                <a:gd name="connsiteY35" fmla="*/ 1882367 h 2083613"/>
                <a:gd name="connsiteX36" fmla="*/ 3051754 w 4190656"/>
                <a:gd name="connsiteY36" fmla="*/ 1873675 h 2083613"/>
                <a:gd name="connsiteX37" fmla="*/ 3051754 w 4190656"/>
                <a:gd name="connsiteY37" fmla="*/ 1939321 h 2083613"/>
                <a:gd name="connsiteX38" fmla="*/ 3149850 w 4190656"/>
                <a:gd name="connsiteY38" fmla="*/ 1939321 h 2083613"/>
                <a:gd name="connsiteX39" fmla="*/ 3149850 w 4190656"/>
                <a:gd name="connsiteY39" fmla="*/ 1873675 h 2083613"/>
                <a:gd name="connsiteX40" fmla="*/ 2868153 w 4190656"/>
                <a:gd name="connsiteY40" fmla="*/ 1873675 h 2083613"/>
                <a:gd name="connsiteX41" fmla="*/ 2868153 w 4190656"/>
                <a:gd name="connsiteY41" fmla="*/ 1939321 h 2083613"/>
                <a:gd name="connsiteX42" fmla="*/ 2966249 w 4190656"/>
                <a:gd name="connsiteY42" fmla="*/ 1939321 h 2083613"/>
                <a:gd name="connsiteX43" fmla="*/ 2966249 w 4190656"/>
                <a:gd name="connsiteY43" fmla="*/ 1873675 h 2083613"/>
                <a:gd name="connsiteX44" fmla="*/ 2684553 w 4190656"/>
                <a:gd name="connsiteY44" fmla="*/ 1873675 h 2083613"/>
                <a:gd name="connsiteX45" fmla="*/ 2684553 w 4190656"/>
                <a:gd name="connsiteY45" fmla="*/ 1939321 h 2083613"/>
                <a:gd name="connsiteX46" fmla="*/ 2782649 w 4190656"/>
                <a:gd name="connsiteY46" fmla="*/ 1939321 h 2083613"/>
                <a:gd name="connsiteX47" fmla="*/ 2782649 w 4190656"/>
                <a:gd name="connsiteY47" fmla="*/ 1873675 h 2083613"/>
                <a:gd name="connsiteX48" fmla="*/ 1359605 w 4190656"/>
                <a:gd name="connsiteY48" fmla="*/ 1826230 h 2083613"/>
                <a:gd name="connsiteX49" fmla="*/ 1359605 w 4190656"/>
                <a:gd name="connsiteY49" fmla="*/ 1866054 h 2083613"/>
                <a:gd name="connsiteX50" fmla="*/ 1942246 w 4190656"/>
                <a:gd name="connsiteY50" fmla="*/ 1866054 h 2083613"/>
                <a:gd name="connsiteX51" fmla="*/ 1942246 w 4190656"/>
                <a:gd name="connsiteY51" fmla="*/ 1826230 h 2083613"/>
                <a:gd name="connsiteX52" fmla="*/ 3736514 w 4190656"/>
                <a:gd name="connsiteY52" fmla="*/ 1821270 h 2083613"/>
                <a:gd name="connsiteX53" fmla="*/ 3736514 w 4190656"/>
                <a:gd name="connsiteY53" fmla="*/ 1861094 h 2083613"/>
                <a:gd name="connsiteX54" fmla="*/ 4087017 w 4190656"/>
                <a:gd name="connsiteY54" fmla="*/ 1861094 h 2083613"/>
                <a:gd name="connsiteX55" fmla="*/ 4087017 w 4190656"/>
                <a:gd name="connsiteY55" fmla="*/ 1821270 h 2083613"/>
                <a:gd name="connsiteX56" fmla="*/ 3320982 w 4190656"/>
                <a:gd name="connsiteY56" fmla="*/ 1821270 h 2083613"/>
                <a:gd name="connsiteX57" fmla="*/ 3320982 w 4190656"/>
                <a:gd name="connsiteY57" fmla="*/ 1861094 h 2083613"/>
                <a:gd name="connsiteX58" fmla="*/ 3671485 w 4190656"/>
                <a:gd name="connsiteY58" fmla="*/ 1861094 h 2083613"/>
                <a:gd name="connsiteX59" fmla="*/ 3671485 w 4190656"/>
                <a:gd name="connsiteY59" fmla="*/ 1821270 h 2083613"/>
                <a:gd name="connsiteX60" fmla="*/ 3051754 w 4190656"/>
                <a:gd name="connsiteY60" fmla="*/ 1737466 h 2083613"/>
                <a:gd name="connsiteX61" fmla="*/ 3051754 w 4190656"/>
                <a:gd name="connsiteY61" fmla="*/ 1803112 h 2083613"/>
                <a:gd name="connsiteX62" fmla="*/ 3149850 w 4190656"/>
                <a:gd name="connsiteY62" fmla="*/ 1803112 h 2083613"/>
                <a:gd name="connsiteX63" fmla="*/ 3149850 w 4190656"/>
                <a:gd name="connsiteY63" fmla="*/ 1737466 h 2083613"/>
                <a:gd name="connsiteX64" fmla="*/ 2868153 w 4190656"/>
                <a:gd name="connsiteY64" fmla="*/ 1737466 h 2083613"/>
                <a:gd name="connsiteX65" fmla="*/ 2868153 w 4190656"/>
                <a:gd name="connsiteY65" fmla="*/ 1803112 h 2083613"/>
                <a:gd name="connsiteX66" fmla="*/ 2966249 w 4190656"/>
                <a:gd name="connsiteY66" fmla="*/ 1803112 h 2083613"/>
                <a:gd name="connsiteX67" fmla="*/ 2966249 w 4190656"/>
                <a:gd name="connsiteY67" fmla="*/ 1737466 h 2083613"/>
                <a:gd name="connsiteX68" fmla="*/ 2684553 w 4190656"/>
                <a:gd name="connsiteY68" fmla="*/ 1737466 h 2083613"/>
                <a:gd name="connsiteX69" fmla="*/ 2684553 w 4190656"/>
                <a:gd name="connsiteY69" fmla="*/ 1803112 h 2083613"/>
                <a:gd name="connsiteX70" fmla="*/ 2782649 w 4190656"/>
                <a:gd name="connsiteY70" fmla="*/ 1803112 h 2083613"/>
                <a:gd name="connsiteX71" fmla="*/ 2782649 w 4190656"/>
                <a:gd name="connsiteY71" fmla="*/ 1737466 h 2083613"/>
                <a:gd name="connsiteX72" fmla="*/ 3051754 w 4190656"/>
                <a:gd name="connsiteY72" fmla="*/ 1601257 h 2083613"/>
                <a:gd name="connsiteX73" fmla="*/ 3051754 w 4190656"/>
                <a:gd name="connsiteY73" fmla="*/ 1666903 h 2083613"/>
                <a:gd name="connsiteX74" fmla="*/ 3149850 w 4190656"/>
                <a:gd name="connsiteY74" fmla="*/ 1666903 h 2083613"/>
                <a:gd name="connsiteX75" fmla="*/ 3149850 w 4190656"/>
                <a:gd name="connsiteY75" fmla="*/ 1601257 h 2083613"/>
                <a:gd name="connsiteX76" fmla="*/ 2868153 w 4190656"/>
                <a:gd name="connsiteY76" fmla="*/ 1601257 h 2083613"/>
                <a:gd name="connsiteX77" fmla="*/ 2868153 w 4190656"/>
                <a:gd name="connsiteY77" fmla="*/ 1666903 h 2083613"/>
                <a:gd name="connsiteX78" fmla="*/ 2966249 w 4190656"/>
                <a:gd name="connsiteY78" fmla="*/ 1666903 h 2083613"/>
                <a:gd name="connsiteX79" fmla="*/ 2966249 w 4190656"/>
                <a:gd name="connsiteY79" fmla="*/ 1601257 h 2083613"/>
                <a:gd name="connsiteX80" fmla="*/ 2684553 w 4190656"/>
                <a:gd name="connsiteY80" fmla="*/ 1601257 h 2083613"/>
                <a:gd name="connsiteX81" fmla="*/ 2684553 w 4190656"/>
                <a:gd name="connsiteY81" fmla="*/ 1666903 h 2083613"/>
                <a:gd name="connsiteX82" fmla="*/ 2782649 w 4190656"/>
                <a:gd name="connsiteY82" fmla="*/ 1666903 h 2083613"/>
                <a:gd name="connsiteX83" fmla="*/ 2782649 w 4190656"/>
                <a:gd name="connsiteY83" fmla="*/ 1601257 h 2083613"/>
                <a:gd name="connsiteX84" fmla="*/ 1003047 w 4190656"/>
                <a:gd name="connsiteY84" fmla="*/ 1464531 h 2083613"/>
                <a:gd name="connsiteX85" fmla="*/ 1003047 w 4190656"/>
                <a:gd name="connsiteY85" fmla="*/ 2082216 h 2083613"/>
                <a:gd name="connsiteX86" fmla="*/ 1259865 w 4190656"/>
                <a:gd name="connsiteY86" fmla="*/ 2082216 h 2083613"/>
                <a:gd name="connsiteX87" fmla="*/ 1259865 w 4190656"/>
                <a:gd name="connsiteY87" fmla="*/ 1464531 h 2083613"/>
                <a:gd name="connsiteX88" fmla="*/ 640721 w 4190656"/>
                <a:gd name="connsiteY88" fmla="*/ 1461809 h 2083613"/>
                <a:gd name="connsiteX89" fmla="*/ 640721 w 4190656"/>
                <a:gd name="connsiteY89" fmla="*/ 2079494 h 2083613"/>
                <a:gd name="connsiteX90" fmla="*/ 860983 w 4190656"/>
                <a:gd name="connsiteY90" fmla="*/ 2079494 h 2083613"/>
                <a:gd name="connsiteX91" fmla="*/ 860983 w 4190656"/>
                <a:gd name="connsiteY91" fmla="*/ 1461809 h 2083613"/>
                <a:gd name="connsiteX92" fmla="*/ 3977387 w 4190656"/>
                <a:gd name="connsiteY92" fmla="*/ 1437108 h 2083613"/>
                <a:gd name="connsiteX93" fmla="*/ 3977387 w 4190656"/>
                <a:gd name="connsiteY93" fmla="*/ 1502754 h 2083613"/>
                <a:gd name="connsiteX94" fmla="*/ 4075483 w 4190656"/>
                <a:gd name="connsiteY94" fmla="*/ 1502754 h 2083613"/>
                <a:gd name="connsiteX95" fmla="*/ 4075483 w 4190656"/>
                <a:gd name="connsiteY95" fmla="*/ 1437108 h 2083613"/>
                <a:gd name="connsiteX96" fmla="*/ 3793786 w 4190656"/>
                <a:gd name="connsiteY96" fmla="*/ 1437108 h 2083613"/>
                <a:gd name="connsiteX97" fmla="*/ 3793786 w 4190656"/>
                <a:gd name="connsiteY97" fmla="*/ 1502754 h 2083613"/>
                <a:gd name="connsiteX98" fmla="*/ 3891882 w 4190656"/>
                <a:gd name="connsiteY98" fmla="*/ 1502754 h 2083613"/>
                <a:gd name="connsiteX99" fmla="*/ 3891882 w 4190656"/>
                <a:gd name="connsiteY99" fmla="*/ 1437108 h 2083613"/>
                <a:gd name="connsiteX100" fmla="*/ 3610186 w 4190656"/>
                <a:gd name="connsiteY100" fmla="*/ 1437108 h 2083613"/>
                <a:gd name="connsiteX101" fmla="*/ 3610186 w 4190656"/>
                <a:gd name="connsiteY101" fmla="*/ 1502754 h 2083613"/>
                <a:gd name="connsiteX102" fmla="*/ 3708282 w 4190656"/>
                <a:gd name="connsiteY102" fmla="*/ 1502754 h 2083613"/>
                <a:gd name="connsiteX103" fmla="*/ 3708282 w 4190656"/>
                <a:gd name="connsiteY103" fmla="*/ 1437108 h 2083613"/>
                <a:gd name="connsiteX104" fmla="*/ 3413613 w 4190656"/>
                <a:gd name="connsiteY104" fmla="*/ 1437108 h 2083613"/>
                <a:gd name="connsiteX105" fmla="*/ 3413613 w 4190656"/>
                <a:gd name="connsiteY105" fmla="*/ 1502754 h 2083613"/>
                <a:gd name="connsiteX106" fmla="*/ 3511709 w 4190656"/>
                <a:gd name="connsiteY106" fmla="*/ 1502754 h 2083613"/>
                <a:gd name="connsiteX107" fmla="*/ 3511709 w 4190656"/>
                <a:gd name="connsiteY107" fmla="*/ 1437108 h 2083613"/>
                <a:gd name="connsiteX108" fmla="*/ 3230013 w 4190656"/>
                <a:gd name="connsiteY108" fmla="*/ 1437108 h 2083613"/>
                <a:gd name="connsiteX109" fmla="*/ 3230013 w 4190656"/>
                <a:gd name="connsiteY109" fmla="*/ 1502754 h 2083613"/>
                <a:gd name="connsiteX110" fmla="*/ 3328109 w 4190656"/>
                <a:gd name="connsiteY110" fmla="*/ 1502754 h 2083613"/>
                <a:gd name="connsiteX111" fmla="*/ 3328109 w 4190656"/>
                <a:gd name="connsiteY111" fmla="*/ 1437108 h 2083613"/>
                <a:gd name="connsiteX112" fmla="*/ 3051754 w 4190656"/>
                <a:gd name="connsiteY112" fmla="*/ 1437108 h 2083613"/>
                <a:gd name="connsiteX113" fmla="*/ 3051754 w 4190656"/>
                <a:gd name="connsiteY113" fmla="*/ 1502754 h 2083613"/>
                <a:gd name="connsiteX114" fmla="*/ 3149850 w 4190656"/>
                <a:gd name="connsiteY114" fmla="*/ 1502754 h 2083613"/>
                <a:gd name="connsiteX115" fmla="*/ 3149850 w 4190656"/>
                <a:gd name="connsiteY115" fmla="*/ 1437108 h 2083613"/>
                <a:gd name="connsiteX116" fmla="*/ 2868153 w 4190656"/>
                <a:gd name="connsiteY116" fmla="*/ 1437108 h 2083613"/>
                <a:gd name="connsiteX117" fmla="*/ 2868153 w 4190656"/>
                <a:gd name="connsiteY117" fmla="*/ 1502754 h 2083613"/>
                <a:gd name="connsiteX118" fmla="*/ 2966249 w 4190656"/>
                <a:gd name="connsiteY118" fmla="*/ 1502754 h 2083613"/>
                <a:gd name="connsiteX119" fmla="*/ 2966249 w 4190656"/>
                <a:gd name="connsiteY119" fmla="*/ 1437108 h 2083613"/>
                <a:gd name="connsiteX120" fmla="*/ 2684553 w 4190656"/>
                <a:gd name="connsiteY120" fmla="*/ 1437108 h 2083613"/>
                <a:gd name="connsiteX121" fmla="*/ 2684553 w 4190656"/>
                <a:gd name="connsiteY121" fmla="*/ 1502754 h 2083613"/>
                <a:gd name="connsiteX122" fmla="*/ 2782649 w 4190656"/>
                <a:gd name="connsiteY122" fmla="*/ 1502754 h 2083613"/>
                <a:gd name="connsiteX123" fmla="*/ 2782649 w 4190656"/>
                <a:gd name="connsiteY123" fmla="*/ 1437108 h 2083613"/>
                <a:gd name="connsiteX124" fmla="*/ 1818380 w 4190656"/>
                <a:gd name="connsiteY124" fmla="*/ 1377680 h 2083613"/>
                <a:gd name="connsiteX125" fmla="*/ 1818380 w 4190656"/>
                <a:gd name="connsiteY125" fmla="*/ 1450750 h 2083613"/>
                <a:gd name="connsiteX126" fmla="*/ 1916476 w 4190656"/>
                <a:gd name="connsiteY126" fmla="*/ 1450750 h 2083613"/>
                <a:gd name="connsiteX127" fmla="*/ 1916476 w 4190656"/>
                <a:gd name="connsiteY127" fmla="*/ 1377680 h 2083613"/>
                <a:gd name="connsiteX128" fmla="*/ 1634779 w 4190656"/>
                <a:gd name="connsiteY128" fmla="*/ 1377680 h 2083613"/>
                <a:gd name="connsiteX129" fmla="*/ 1634779 w 4190656"/>
                <a:gd name="connsiteY129" fmla="*/ 1450750 h 2083613"/>
                <a:gd name="connsiteX130" fmla="*/ 1732875 w 4190656"/>
                <a:gd name="connsiteY130" fmla="*/ 1450750 h 2083613"/>
                <a:gd name="connsiteX131" fmla="*/ 1732875 w 4190656"/>
                <a:gd name="connsiteY131" fmla="*/ 1377680 h 2083613"/>
                <a:gd name="connsiteX132" fmla="*/ 1451179 w 4190656"/>
                <a:gd name="connsiteY132" fmla="*/ 1377680 h 2083613"/>
                <a:gd name="connsiteX133" fmla="*/ 1451179 w 4190656"/>
                <a:gd name="connsiteY133" fmla="*/ 1450750 h 2083613"/>
                <a:gd name="connsiteX134" fmla="*/ 1549275 w 4190656"/>
                <a:gd name="connsiteY134" fmla="*/ 1450750 h 2083613"/>
                <a:gd name="connsiteX135" fmla="*/ 1549275 w 4190656"/>
                <a:gd name="connsiteY135" fmla="*/ 1377680 h 2083613"/>
                <a:gd name="connsiteX136" fmla="*/ 1818380 w 4190656"/>
                <a:gd name="connsiteY136" fmla="*/ 1226067 h 2083613"/>
                <a:gd name="connsiteX137" fmla="*/ 1818380 w 4190656"/>
                <a:gd name="connsiteY137" fmla="*/ 1299137 h 2083613"/>
                <a:gd name="connsiteX138" fmla="*/ 1916476 w 4190656"/>
                <a:gd name="connsiteY138" fmla="*/ 1299137 h 2083613"/>
                <a:gd name="connsiteX139" fmla="*/ 1916476 w 4190656"/>
                <a:gd name="connsiteY139" fmla="*/ 1226067 h 2083613"/>
                <a:gd name="connsiteX140" fmla="*/ 1634779 w 4190656"/>
                <a:gd name="connsiteY140" fmla="*/ 1226067 h 2083613"/>
                <a:gd name="connsiteX141" fmla="*/ 1634779 w 4190656"/>
                <a:gd name="connsiteY141" fmla="*/ 1299137 h 2083613"/>
                <a:gd name="connsiteX142" fmla="*/ 1732875 w 4190656"/>
                <a:gd name="connsiteY142" fmla="*/ 1299137 h 2083613"/>
                <a:gd name="connsiteX143" fmla="*/ 1732875 w 4190656"/>
                <a:gd name="connsiteY143" fmla="*/ 1226067 h 2083613"/>
                <a:gd name="connsiteX144" fmla="*/ 1451179 w 4190656"/>
                <a:gd name="connsiteY144" fmla="*/ 1226067 h 2083613"/>
                <a:gd name="connsiteX145" fmla="*/ 1451179 w 4190656"/>
                <a:gd name="connsiteY145" fmla="*/ 1299137 h 2083613"/>
                <a:gd name="connsiteX146" fmla="*/ 1549275 w 4190656"/>
                <a:gd name="connsiteY146" fmla="*/ 1299137 h 2083613"/>
                <a:gd name="connsiteX147" fmla="*/ 1549275 w 4190656"/>
                <a:gd name="connsiteY147" fmla="*/ 1226067 h 2083613"/>
                <a:gd name="connsiteX148" fmla="*/ 403424 w 4190656"/>
                <a:gd name="connsiteY148" fmla="*/ 1142989 h 2083613"/>
                <a:gd name="connsiteX149" fmla="*/ 348620 w 4190656"/>
                <a:gd name="connsiteY149" fmla="*/ 1197793 h 2083613"/>
                <a:gd name="connsiteX150" fmla="*/ 348620 w 4190656"/>
                <a:gd name="connsiteY150" fmla="*/ 2081959 h 2083613"/>
                <a:gd name="connsiteX151" fmla="*/ 458227 w 4190656"/>
                <a:gd name="connsiteY151" fmla="*/ 2081959 h 2083613"/>
                <a:gd name="connsiteX152" fmla="*/ 458228 w 4190656"/>
                <a:gd name="connsiteY152" fmla="*/ 1197793 h 2083613"/>
                <a:gd name="connsiteX153" fmla="*/ 403424 w 4190656"/>
                <a:gd name="connsiteY153" fmla="*/ 1142989 h 2083613"/>
                <a:gd name="connsiteX154" fmla="*/ 169200 w 4190656"/>
                <a:gd name="connsiteY154" fmla="*/ 1139285 h 2083613"/>
                <a:gd name="connsiteX155" fmla="*/ 114396 w 4190656"/>
                <a:gd name="connsiteY155" fmla="*/ 1194089 h 2083613"/>
                <a:gd name="connsiteX156" fmla="*/ 114396 w 4190656"/>
                <a:gd name="connsiteY156" fmla="*/ 2078255 h 2083613"/>
                <a:gd name="connsiteX157" fmla="*/ 224003 w 4190656"/>
                <a:gd name="connsiteY157" fmla="*/ 2078255 h 2083613"/>
                <a:gd name="connsiteX158" fmla="*/ 224004 w 4190656"/>
                <a:gd name="connsiteY158" fmla="*/ 1194089 h 2083613"/>
                <a:gd name="connsiteX159" fmla="*/ 169200 w 4190656"/>
                <a:gd name="connsiteY159" fmla="*/ 1139285 h 2083613"/>
                <a:gd name="connsiteX160" fmla="*/ 1818380 w 4190656"/>
                <a:gd name="connsiteY160" fmla="*/ 1074453 h 2083613"/>
                <a:gd name="connsiteX161" fmla="*/ 1818380 w 4190656"/>
                <a:gd name="connsiteY161" fmla="*/ 1147523 h 2083613"/>
                <a:gd name="connsiteX162" fmla="*/ 1916476 w 4190656"/>
                <a:gd name="connsiteY162" fmla="*/ 1147523 h 2083613"/>
                <a:gd name="connsiteX163" fmla="*/ 1916476 w 4190656"/>
                <a:gd name="connsiteY163" fmla="*/ 1074453 h 2083613"/>
                <a:gd name="connsiteX164" fmla="*/ 1634779 w 4190656"/>
                <a:gd name="connsiteY164" fmla="*/ 1074453 h 2083613"/>
                <a:gd name="connsiteX165" fmla="*/ 1634779 w 4190656"/>
                <a:gd name="connsiteY165" fmla="*/ 1147523 h 2083613"/>
                <a:gd name="connsiteX166" fmla="*/ 1732875 w 4190656"/>
                <a:gd name="connsiteY166" fmla="*/ 1147523 h 2083613"/>
                <a:gd name="connsiteX167" fmla="*/ 1732875 w 4190656"/>
                <a:gd name="connsiteY167" fmla="*/ 1074453 h 2083613"/>
                <a:gd name="connsiteX168" fmla="*/ 1451179 w 4190656"/>
                <a:gd name="connsiteY168" fmla="*/ 1074453 h 2083613"/>
                <a:gd name="connsiteX169" fmla="*/ 1451179 w 4190656"/>
                <a:gd name="connsiteY169" fmla="*/ 1147523 h 2083613"/>
                <a:gd name="connsiteX170" fmla="*/ 1549275 w 4190656"/>
                <a:gd name="connsiteY170" fmla="*/ 1147523 h 2083613"/>
                <a:gd name="connsiteX171" fmla="*/ 1549275 w 4190656"/>
                <a:gd name="connsiteY171" fmla="*/ 1074453 h 2083613"/>
                <a:gd name="connsiteX172" fmla="*/ 1254606 w 4190656"/>
                <a:gd name="connsiteY172" fmla="*/ 1074453 h 2083613"/>
                <a:gd name="connsiteX173" fmla="*/ 1254606 w 4190656"/>
                <a:gd name="connsiteY173" fmla="*/ 1147523 h 2083613"/>
                <a:gd name="connsiteX174" fmla="*/ 1352702 w 4190656"/>
                <a:gd name="connsiteY174" fmla="*/ 1147523 h 2083613"/>
                <a:gd name="connsiteX175" fmla="*/ 1352702 w 4190656"/>
                <a:gd name="connsiteY175" fmla="*/ 1074453 h 2083613"/>
                <a:gd name="connsiteX176" fmla="*/ 1071005 w 4190656"/>
                <a:gd name="connsiteY176" fmla="*/ 1074453 h 2083613"/>
                <a:gd name="connsiteX177" fmla="*/ 1071005 w 4190656"/>
                <a:gd name="connsiteY177" fmla="*/ 1147523 h 2083613"/>
                <a:gd name="connsiteX178" fmla="*/ 1169101 w 4190656"/>
                <a:gd name="connsiteY178" fmla="*/ 1147523 h 2083613"/>
                <a:gd name="connsiteX179" fmla="*/ 1169101 w 4190656"/>
                <a:gd name="connsiteY179" fmla="*/ 1074453 h 2083613"/>
                <a:gd name="connsiteX180" fmla="*/ 887405 w 4190656"/>
                <a:gd name="connsiteY180" fmla="*/ 1074453 h 2083613"/>
                <a:gd name="connsiteX181" fmla="*/ 887405 w 4190656"/>
                <a:gd name="connsiteY181" fmla="*/ 1147523 h 2083613"/>
                <a:gd name="connsiteX182" fmla="*/ 985501 w 4190656"/>
                <a:gd name="connsiteY182" fmla="*/ 1147523 h 2083613"/>
                <a:gd name="connsiteX183" fmla="*/ 985501 w 4190656"/>
                <a:gd name="connsiteY183" fmla="*/ 1074453 h 2083613"/>
                <a:gd name="connsiteX184" fmla="*/ 726849 w 4190656"/>
                <a:gd name="connsiteY184" fmla="*/ 1074453 h 2083613"/>
                <a:gd name="connsiteX185" fmla="*/ 726849 w 4190656"/>
                <a:gd name="connsiteY185" fmla="*/ 1147523 h 2083613"/>
                <a:gd name="connsiteX186" fmla="*/ 824945 w 4190656"/>
                <a:gd name="connsiteY186" fmla="*/ 1147523 h 2083613"/>
                <a:gd name="connsiteX187" fmla="*/ 824945 w 4190656"/>
                <a:gd name="connsiteY187" fmla="*/ 1074453 h 2083613"/>
                <a:gd name="connsiteX188" fmla="*/ 543248 w 4190656"/>
                <a:gd name="connsiteY188" fmla="*/ 1074453 h 2083613"/>
                <a:gd name="connsiteX189" fmla="*/ 543248 w 4190656"/>
                <a:gd name="connsiteY189" fmla="*/ 1147523 h 2083613"/>
                <a:gd name="connsiteX190" fmla="*/ 641344 w 4190656"/>
                <a:gd name="connsiteY190" fmla="*/ 1147523 h 2083613"/>
                <a:gd name="connsiteX191" fmla="*/ 641344 w 4190656"/>
                <a:gd name="connsiteY191" fmla="*/ 1074453 h 2083613"/>
                <a:gd name="connsiteX192" fmla="*/ 3065554 w 4190656"/>
                <a:gd name="connsiteY192" fmla="*/ 331011 h 2083613"/>
                <a:gd name="connsiteX193" fmla="*/ 3065554 w 4190656"/>
                <a:gd name="connsiteY193" fmla="*/ 465308 h 2083613"/>
                <a:gd name="connsiteX194" fmla="*/ 3086674 w 4190656"/>
                <a:gd name="connsiteY194" fmla="*/ 468502 h 2083613"/>
                <a:gd name="connsiteX195" fmla="*/ 3190451 w 4190656"/>
                <a:gd name="connsiteY195" fmla="*/ 562591 h 2083613"/>
                <a:gd name="connsiteX196" fmla="*/ 3200815 w 4190656"/>
                <a:gd name="connsiteY196" fmla="*/ 613926 h 2083613"/>
                <a:gd name="connsiteX197" fmla="*/ 3203518 w 4190656"/>
                <a:gd name="connsiteY197" fmla="*/ 613926 h 2083613"/>
                <a:gd name="connsiteX198" fmla="*/ 3203518 w 4190656"/>
                <a:gd name="connsiteY198" fmla="*/ 627317 h 2083613"/>
                <a:gd name="connsiteX199" fmla="*/ 3203519 w 4190656"/>
                <a:gd name="connsiteY199" fmla="*/ 627321 h 2083613"/>
                <a:gd name="connsiteX200" fmla="*/ 3203518 w 4190656"/>
                <a:gd name="connsiteY200" fmla="*/ 1063497 h 2083613"/>
                <a:gd name="connsiteX201" fmla="*/ 3310645 w 4190656"/>
                <a:gd name="connsiteY201" fmla="*/ 1063497 h 2083613"/>
                <a:gd name="connsiteX202" fmla="*/ 3310645 w 4190656"/>
                <a:gd name="connsiteY202" fmla="*/ 627216 h 2083613"/>
                <a:gd name="connsiteX203" fmla="*/ 3412211 w 4190656"/>
                <a:gd name="connsiteY203" fmla="*/ 473988 h 2083613"/>
                <a:gd name="connsiteX204" fmla="*/ 3465439 w 4190656"/>
                <a:gd name="connsiteY204" fmla="*/ 463242 h 2083613"/>
                <a:gd name="connsiteX205" fmla="*/ 3465439 w 4190656"/>
                <a:gd name="connsiteY205" fmla="*/ 331011 h 2083613"/>
                <a:gd name="connsiteX206" fmla="*/ 2812855 w 4190656"/>
                <a:gd name="connsiteY206" fmla="*/ 331011 h 2083613"/>
                <a:gd name="connsiteX207" fmla="*/ 2812855 w 4190656"/>
                <a:gd name="connsiteY207" fmla="*/ 1063497 h 2083613"/>
                <a:gd name="connsiteX208" fmla="*/ 2870927 w 4190656"/>
                <a:gd name="connsiteY208" fmla="*/ 1063497 h 2083613"/>
                <a:gd name="connsiteX209" fmla="*/ 2870927 w 4190656"/>
                <a:gd name="connsiteY209" fmla="*/ 627321 h 2083613"/>
                <a:gd name="connsiteX210" fmla="*/ 2972493 w 4190656"/>
                <a:gd name="connsiteY210" fmla="*/ 474094 h 2083613"/>
                <a:gd name="connsiteX211" fmla="*/ 3023955 w 4190656"/>
                <a:gd name="connsiteY211" fmla="*/ 463704 h 2083613"/>
                <a:gd name="connsiteX212" fmla="*/ 3023955 w 4190656"/>
                <a:gd name="connsiteY212" fmla="*/ 331011 h 2083613"/>
                <a:gd name="connsiteX213" fmla="*/ 2711332 w 4190656"/>
                <a:gd name="connsiteY213" fmla="*/ 0 h 2083613"/>
                <a:gd name="connsiteX214" fmla="*/ 2812855 w 4190656"/>
                <a:gd name="connsiteY214" fmla="*/ 0 h 2083613"/>
                <a:gd name="connsiteX215" fmla="*/ 2812855 w 4190656"/>
                <a:gd name="connsiteY215" fmla="*/ 1 h 2083613"/>
                <a:gd name="connsiteX216" fmla="*/ 2812855 w 4190656"/>
                <a:gd name="connsiteY216" fmla="*/ 150699 h 2083613"/>
                <a:gd name="connsiteX217" fmla="*/ 2812855 w 4190656"/>
                <a:gd name="connsiteY217" fmla="*/ 150703 h 2083613"/>
                <a:gd name="connsiteX218" fmla="*/ 2812855 w 4190656"/>
                <a:gd name="connsiteY218" fmla="*/ 185573 h 2083613"/>
                <a:gd name="connsiteX219" fmla="*/ 2812855 w 4190656"/>
                <a:gd name="connsiteY219" fmla="*/ 268612 h 2083613"/>
                <a:gd name="connsiteX220" fmla="*/ 3465439 w 4190656"/>
                <a:gd name="connsiteY220" fmla="*/ 268612 h 2083613"/>
                <a:gd name="connsiteX221" fmla="*/ 3465439 w 4190656"/>
                <a:gd name="connsiteY221" fmla="*/ 268180 h 2083613"/>
                <a:gd name="connsiteX222" fmla="*/ 3507038 w 4190656"/>
                <a:gd name="connsiteY222" fmla="*/ 268180 h 2083613"/>
                <a:gd name="connsiteX223" fmla="*/ 3507038 w 4190656"/>
                <a:gd name="connsiteY223" fmla="*/ 466997 h 2083613"/>
                <a:gd name="connsiteX224" fmla="*/ 3541671 w 4190656"/>
                <a:gd name="connsiteY224" fmla="*/ 473988 h 2083613"/>
                <a:gd name="connsiteX225" fmla="*/ 3635761 w 4190656"/>
                <a:gd name="connsiteY225" fmla="*/ 577765 h 2083613"/>
                <a:gd name="connsiteX226" fmla="*/ 3641212 w 4190656"/>
                <a:gd name="connsiteY226" fmla="*/ 613821 h 2083613"/>
                <a:gd name="connsiteX227" fmla="*/ 3643236 w 4190656"/>
                <a:gd name="connsiteY227" fmla="*/ 613821 h 2083613"/>
                <a:gd name="connsiteX228" fmla="*/ 3643236 w 4190656"/>
                <a:gd name="connsiteY228" fmla="*/ 627210 h 2083613"/>
                <a:gd name="connsiteX229" fmla="*/ 3643237 w 4190656"/>
                <a:gd name="connsiteY229" fmla="*/ 627216 h 2083613"/>
                <a:gd name="connsiteX230" fmla="*/ 3643236 w 4190656"/>
                <a:gd name="connsiteY230" fmla="*/ 1063497 h 2083613"/>
                <a:gd name="connsiteX231" fmla="*/ 4190656 w 4190656"/>
                <a:gd name="connsiteY231" fmla="*/ 1063497 h 2083613"/>
                <a:gd name="connsiteX232" fmla="*/ 4190656 w 4190656"/>
                <a:gd name="connsiteY232" fmla="*/ 1184656 h 2083613"/>
                <a:gd name="connsiteX233" fmla="*/ 4190656 w 4190656"/>
                <a:gd name="connsiteY233" fmla="*/ 1530190 h 2083613"/>
                <a:gd name="connsiteX234" fmla="*/ 4190656 w 4190656"/>
                <a:gd name="connsiteY234" fmla="*/ 2078653 h 2083613"/>
                <a:gd name="connsiteX235" fmla="*/ 4190656 w 4190656"/>
                <a:gd name="connsiteY235" fmla="*/ 2082019 h 2083613"/>
                <a:gd name="connsiteX236" fmla="*/ 2526770 w 4190656"/>
                <a:gd name="connsiteY236" fmla="*/ 2082019 h 2083613"/>
                <a:gd name="connsiteX237" fmla="*/ 2526681 w 4190656"/>
                <a:gd name="connsiteY237" fmla="*/ 2082019 h 2083613"/>
                <a:gd name="connsiteX238" fmla="*/ 2449297 w 4190656"/>
                <a:gd name="connsiteY238" fmla="*/ 2082019 h 2083613"/>
                <a:gd name="connsiteX239" fmla="*/ 2449297 w 4190656"/>
                <a:gd name="connsiteY239" fmla="*/ 1864776 h 2083613"/>
                <a:gd name="connsiteX240" fmla="*/ 2354647 w 4190656"/>
                <a:gd name="connsiteY240" fmla="*/ 1864776 h 2083613"/>
                <a:gd name="connsiteX241" fmla="*/ 2354647 w 4190656"/>
                <a:gd name="connsiteY241" fmla="*/ 2082019 h 2083613"/>
                <a:gd name="connsiteX242" fmla="*/ 2277173 w 4190656"/>
                <a:gd name="connsiteY242" fmla="*/ 2082019 h 2083613"/>
                <a:gd name="connsiteX243" fmla="*/ 2277173 w 4190656"/>
                <a:gd name="connsiteY243" fmla="*/ 2082018 h 2083613"/>
                <a:gd name="connsiteX244" fmla="*/ 2190902 w 4190656"/>
                <a:gd name="connsiteY244" fmla="*/ 2082018 h 2083613"/>
                <a:gd name="connsiteX245" fmla="*/ 2190902 w 4190656"/>
                <a:gd name="connsiteY245" fmla="*/ 1864776 h 2083613"/>
                <a:gd name="connsiteX246" fmla="*/ 2096252 w 4190656"/>
                <a:gd name="connsiteY246" fmla="*/ 1864776 h 2083613"/>
                <a:gd name="connsiteX247" fmla="*/ 2096252 w 4190656"/>
                <a:gd name="connsiteY247" fmla="*/ 2082018 h 2083613"/>
                <a:gd name="connsiteX248" fmla="*/ 2028518 w 4190656"/>
                <a:gd name="connsiteY248" fmla="*/ 2082018 h 2083613"/>
                <a:gd name="connsiteX249" fmla="*/ 2028518 w 4190656"/>
                <a:gd name="connsiteY249" fmla="*/ 2083613 h 2083613"/>
                <a:gd name="connsiteX250" fmla="*/ 0 w 4190656"/>
                <a:gd name="connsiteY250" fmla="*/ 2083613 h 2083613"/>
                <a:gd name="connsiteX251" fmla="*/ 0 w 4190656"/>
                <a:gd name="connsiteY251" fmla="*/ 954650 h 2083613"/>
                <a:gd name="connsiteX252" fmla="*/ 525663 w 4190656"/>
                <a:gd name="connsiteY252" fmla="*/ 643073 h 2083613"/>
                <a:gd name="connsiteX253" fmla="*/ 525663 w 4190656"/>
                <a:gd name="connsiteY253" fmla="*/ 940002 h 2083613"/>
                <a:gd name="connsiteX254" fmla="*/ 1026614 w 4190656"/>
                <a:gd name="connsiteY254" fmla="*/ 643073 h 2083613"/>
                <a:gd name="connsiteX255" fmla="*/ 1026614 w 4190656"/>
                <a:gd name="connsiteY255" fmla="*/ 940003 h 2083613"/>
                <a:gd name="connsiteX256" fmla="*/ 1527566 w 4190656"/>
                <a:gd name="connsiteY256" fmla="*/ 643073 h 2083613"/>
                <a:gd name="connsiteX257" fmla="*/ 1527566 w 4190656"/>
                <a:gd name="connsiteY257" fmla="*/ 940003 h 2083613"/>
                <a:gd name="connsiteX258" fmla="*/ 2028518 w 4190656"/>
                <a:gd name="connsiteY258" fmla="*/ 643073 h 2083613"/>
                <a:gd name="connsiteX259" fmla="*/ 2028518 w 4190656"/>
                <a:gd name="connsiteY259" fmla="*/ 954650 h 2083613"/>
                <a:gd name="connsiteX260" fmla="*/ 2028518 w 4190656"/>
                <a:gd name="connsiteY260" fmla="*/ 957207 h 2083613"/>
                <a:gd name="connsiteX261" fmla="*/ 2119418 w 4190656"/>
                <a:gd name="connsiteY261" fmla="*/ 957207 h 2083613"/>
                <a:gd name="connsiteX262" fmla="*/ 2119418 w 4190656"/>
                <a:gd name="connsiteY262" fmla="*/ 351653 h 2083613"/>
                <a:gd name="connsiteX263" fmla="*/ 2119417 w 4190656"/>
                <a:gd name="connsiteY263" fmla="*/ 351653 h 2083613"/>
                <a:gd name="connsiteX264" fmla="*/ 2119417 w 4190656"/>
                <a:gd name="connsiteY264" fmla="*/ 185571 h 2083613"/>
                <a:gd name="connsiteX265" fmla="*/ 2265014 w 4190656"/>
                <a:gd name="connsiteY265" fmla="*/ 185571 h 2083613"/>
                <a:gd name="connsiteX266" fmla="*/ 2410612 w 4190656"/>
                <a:gd name="connsiteY266" fmla="*/ 185571 h 2083613"/>
                <a:gd name="connsiteX267" fmla="*/ 2410613 w 4190656"/>
                <a:gd name="connsiteY267" fmla="*/ 185571 h 2083613"/>
                <a:gd name="connsiteX268" fmla="*/ 2410613 w 4190656"/>
                <a:gd name="connsiteY268" fmla="*/ 337527 h 2083613"/>
                <a:gd name="connsiteX269" fmla="*/ 2410614 w 4190656"/>
                <a:gd name="connsiteY269" fmla="*/ 337527 h 2083613"/>
                <a:gd name="connsiteX270" fmla="*/ 2410614 w 4190656"/>
                <a:gd name="connsiteY270" fmla="*/ 337530 h 2083613"/>
                <a:gd name="connsiteX271" fmla="*/ 2410614 w 4190656"/>
                <a:gd name="connsiteY271" fmla="*/ 955499 h 2083613"/>
                <a:gd name="connsiteX272" fmla="*/ 2526770 w 4190656"/>
                <a:gd name="connsiteY272" fmla="*/ 955499 h 2083613"/>
                <a:gd name="connsiteX273" fmla="*/ 2526770 w 4190656"/>
                <a:gd name="connsiteY273" fmla="*/ 956944 h 2083613"/>
                <a:gd name="connsiteX274" fmla="*/ 2526770 w 4190656"/>
                <a:gd name="connsiteY274" fmla="*/ 1063497 h 2083613"/>
                <a:gd name="connsiteX275" fmla="*/ 2619542 w 4190656"/>
                <a:gd name="connsiteY275" fmla="*/ 1063497 h 2083613"/>
                <a:gd name="connsiteX276" fmla="*/ 2619542 w 4190656"/>
                <a:gd name="connsiteY276" fmla="*/ 185573 h 2083613"/>
                <a:gd name="connsiteX277" fmla="*/ 2619542 w 4190656"/>
                <a:gd name="connsiteY277" fmla="*/ 150703 h 2083613"/>
                <a:gd name="connsiteX278" fmla="*/ 2619542 w 4190656"/>
                <a:gd name="connsiteY278" fmla="*/ 1 h 2083613"/>
                <a:gd name="connsiteX279" fmla="*/ 2711332 w 4190656"/>
                <a:gd name="connsiteY279" fmla="*/ 1 h 208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190656" h="2083613">
                  <a:moveTo>
                    <a:pt x="1359605" y="2009520"/>
                  </a:moveTo>
                  <a:lnTo>
                    <a:pt x="1359605" y="2049344"/>
                  </a:lnTo>
                  <a:lnTo>
                    <a:pt x="1942246" y="2049344"/>
                  </a:lnTo>
                  <a:lnTo>
                    <a:pt x="1942246" y="2009520"/>
                  </a:lnTo>
                  <a:close/>
                  <a:moveTo>
                    <a:pt x="3736514" y="2004560"/>
                  </a:moveTo>
                  <a:lnTo>
                    <a:pt x="3736514" y="2044384"/>
                  </a:lnTo>
                  <a:lnTo>
                    <a:pt x="4087017" y="2044384"/>
                  </a:lnTo>
                  <a:lnTo>
                    <a:pt x="4087017" y="2004560"/>
                  </a:lnTo>
                  <a:close/>
                  <a:moveTo>
                    <a:pt x="3320982" y="2004560"/>
                  </a:moveTo>
                  <a:lnTo>
                    <a:pt x="3320982" y="2044384"/>
                  </a:lnTo>
                  <a:lnTo>
                    <a:pt x="3671485" y="2044384"/>
                  </a:lnTo>
                  <a:lnTo>
                    <a:pt x="3671485" y="2004560"/>
                  </a:lnTo>
                  <a:close/>
                  <a:moveTo>
                    <a:pt x="1359605" y="1948423"/>
                  </a:moveTo>
                  <a:lnTo>
                    <a:pt x="1359605" y="1988247"/>
                  </a:lnTo>
                  <a:lnTo>
                    <a:pt x="1942246" y="1988247"/>
                  </a:lnTo>
                  <a:lnTo>
                    <a:pt x="1942246" y="1948423"/>
                  </a:lnTo>
                  <a:close/>
                  <a:moveTo>
                    <a:pt x="3736514" y="1943463"/>
                  </a:moveTo>
                  <a:lnTo>
                    <a:pt x="3736514" y="1983287"/>
                  </a:lnTo>
                  <a:lnTo>
                    <a:pt x="4087017" y="1983287"/>
                  </a:lnTo>
                  <a:lnTo>
                    <a:pt x="4087017" y="1943463"/>
                  </a:lnTo>
                  <a:close/>
                  <a:moveTo>
                    <a:pt x="3320982" y="1943463"/>
                  </a:moveTo>
                  <a:lnTo>
                    <a:pt x="3320982" y="1983287"/>
                  </a:lnTo>
                  <a:lnTo>
                    <a:pt x="3671485" y="1983287"/>
                  </a:lnTo>
                  <a:lnTo>
                    <a:pt x="3671485" y="1943463"/>
                  </a:lnTo>
                  <a:close/>
                  <a:moveTo>
                    <a:pt x="1359605" y="1887327"/>
                  </a:moveTo>
                  <a:lnTo>
                    <a:pt x="1359605" y="1927151"/>
                  </a:lnTo>
                  <a:lnTo>
                    <a:pt x="1942246" y="1927151"/>
                  </a:lnTo>
                  <a:lnTo>
                    <a:pt x="1942246" y="1887327"/>
                  </a:lnTo>
                  <a:close/>
                  <a:moveTo>
                    <a:pt x="3736514" y="1882367"/>
                  </a:moveTo>
                  <a:lnTo>
                    <a:pt x="3736514" y="1922191"/>
                  </a:lnTo>
                  <a:lnTo>
                    <a:pt x="4087017" y="1922191"/>
                  </a:lnTo>
                  <a:lnTo>
                    <a:pt x="4087017" y="1882367"/>
                  </a:lnTo>
                  <a:close/>
                  <a:moveTo>
                    <a:pt x="3320982" y="1882367"/>
                  </a:moveTo>
                  <a:lnTo>
                    <a:pt x="3320982" y="1922191"/>
                  </a:lnTo>
                  <a:lnTo>
                    <a:pt x="3671485" y="1922191"/>
                  </a:lnTo>
                  <a:lnTo>
                    <a:pt x="3671485" y="1882367"/>
                  </a:lnTo>
                  <a:close/>
                  <a:moveTo>
                    <a:pt x="3051754" y="1873675"/>
                  </a:moveTo>
                  <a:lnTo>
                    <a:pt x="3051754" y="1939321"/>
                  </a:lnTo>
                  <a:lnTo>
                    <a:pt x="3149850" y="1939321"/>
                  </a:lnTo>
                  <a:lnTo>
                    <a:pt x="3149850" y="1873675"/>
                  </a:lnTo>
                  <a:close/>
                  <a:moveTo>
                    <a:pt x="2868153" y="1873675"/>
                  </a:moveTo>
                  <a:lnTo>
                    <a:pt x="2868153" y="1939321"/>
                  </a:lnTo>
                  <a:lnTo>
                    <a:pt x="2966249" y="1939321"/>
                  </a:lnTo>
                  <a:lnTo>
                    <a:pt x="2966249" y="1873675"/>
                  </a:lnTo>
                  <a:close/>
                  <a:moveTo>
                    <a:pt x="2684553" y="1873675"/>
                  </a:moveTo>
                  <a:lnTo>
                    <a:pt x="2684553" y="1939321"/>
                  </a:lnTo>
                  <a:lnTo>
                    <a:pt x="2782649" y="1939321"/>
                  </a:lnTo>
                  <a:lnTo>
                    <a:pt x="2782649" y="1873675"/>
                  </a:lnTo>
                  <a:close/>
                  <a:moveTo>
                    <a:pt x="1359605" y="1826230"/>
                  </a:moveTo>
                  <a:lnTo>
                    <a:pt x="1359605" y="1866054"/>
                  </a:lnTo>
                  <a:lnTo>
                    <a:pt x="1942246" y="1866054"/>
                  </a:lnTo>
                  <a:lnTo>
                    <a:pt x="1942246" y="1826230"/>
                  </a:lnTo>
                  <a:close/>
                  <a:moveTo>
                    <a:pt x="3736514" y="1821270"/>
                  </a:moveTo>
                  <a:lnTo>
                    <a:pt x="3736514" y="1861094"/>
                  </a:lnTo>
                  <a:lnTo>
                    <a:pt x="4087017" y="1861094"/>
                  </a:lnTo>
                  <a:lnTo>
                    <a:pt x="4087017" y="1821270"/>
                  </a:lnTo>
                  <a:close/>
                  <a:moveTo>
                    <a:pt x="3320982" y="1821270"/>
                  </a:moveTo>
                  <a:lnTo>
                    <a:pt x="3320982" y="1861094"/>
                  </a:lnTo>
                  <a:lnTo>
                    <a:pt x="3671485" y="1861094"/>
                  </a:lnTo>
                  <a:lnTo>
                    <a:pt x="3671485" y="1821270"/>
                  </a:lnTo>
                  <a:close/>
                  <a:moveTo>
                    <a:pt x="3051754" y="1737466"/>
                  </a:moveTo>
                  <a:lnTo>
                    <a:pt x="3051754" y="1803112"/>
                  </a:lnTo>
                  <a:lnTo>
                    <a:pt x="3149850" y="1803112"/>
                  </a:lnTo>
                  <a:lnTo>
                    <a:pt x="3149850" y="1737466"/>
                  </a:lnTo>
                  <a:close/>
                  <a:moveTo>
                    <a:pt x="2868153" y="1737466"/>
                  </a:moveTo>
                  <a:lnTo>
                    <a:pt x="2868153" y="1803112"/>
                  </a:lnTo>
                  <a:lnTo>
                    <a:pt x="2966249" y="1803112"/>
                  </a:lnTo>
                  <a:lnTo>
                    <a:pt x="2966249" y="1737466"/>
                  </a:lnTo>
                  <a:close/>
                  <a:moveTo>
                    <a:pt x="2684553" y="1737466"/>
                  </a:moveTo>
                  <a:lnTo>
                    <a:pt x="2684553" y="1803112"/>
                  </a:lnTo>
                  <a:lnTo>
                    <a:pt x="2782649" y="1803112"/>
                  </a:lnTo>
                  <a:lnTo>
                    <a:pt x="2782649" y="1737466"/>
                  </a:lnTo>
                  <a:close/>
                  <a:moveTo>
                    <a:pt x="3051754" y="1601257"/>
                  </a:moveTo>
                  <a:lnTo>
                    <a:pt x="3051754" y="1666903"/>
                  </a:lnTo>
                  <a:lnTo>
                    <a:pt x="3149850" y="1666903"/>
                  </a:lnTo>
                  <a:lnTo>
                    <a:pt x="3149850" y="1601257"/>
                  </a:lnTo>
                  <a:close/>
                  <a:moveTo>
                    <a:pt x="2868153" y="1601257"/>
                  </a:moveTo>
                  <a:lnTo>
                    <a:pt x="2868153" y="1666903"/>
                  </a:lnTo>
                  <a:lnTo>
                    <a:pt x="2966249" y="1666903"/>
                  </a:lnTo>
                  <a:lnTo>
                    <a:pt x="2966249" y="1601257"/>
                  </a:lnTo>
                  <a:close/>
                  <a:moveTo>
                    <a:pt x="2684553" y="1601257"/>
                  </a:moveTo>
                  <a:lnTo>
                    <a:pt x="2684553" y="1666903"/>
                  </a:lnTo>
                  <a:lnTo>
                    <a:pt x="2782649" y="1666903"/>
                  </a:lnTo>
                  <a:lnTo>
                    <a:pt x="2782649" y="1601257"/>
                  </a:lnTo>
                  <a:close/>
                  <a:moveTo>
                    <a:pt x="1003047" y="1464531"/>
                  </a:moveTo>
                  <a:lnTo>
                    <a:pt x="1003047" y="2082216"/>
                  </a:lnTo>
                  <a:lnTo>
                    <a:pt x="1259865" y="2082216"/>
                  </a:lnTo>
                  <a:lnTo>
                    <a:pt x="1259865" y="1464531"/>
                  </a:lnTo>
                  <a:close/>
                  <a:moveTo>
                    <a:pt x="640721" y="1461809"/>
                  </a:moveTo>
                  <a:lnTo>
                    <a:pt x="640721" y="2079494"/>
                  </a:lnTo>
                  <a:lnTo>
                    <a:pt x="860983" y="2079494"/>
                  </a:lnTo>
                  <a:lnTo>
                    <a:pt x="860983" y="1461809"/>
                  </a:lnTo>
                  <a:close/>
                  <a:moveTo>
                    <a:pt x="3977387" y="1437108"/>
                  </a:moveTo>
                  <a:lnTo>
                    <a:pt x="3977387" y="1502754"/>
                  </a:lnTo>
                  <a:lnTo>
                    <a:pt x="4075483" y="1502754"/>
                  </a:lnTo>
                  <a:lnTo>
                    <a:pt x="4075483" y="1437108"/>
                  </a:lnTo>
                  <a:close/>
                  <a:moveTo>
                    <a:pt x="3793786" y="1437108"/>
                  </a:moveTo>
                  <a:lnTo>
                    <a:pt x="3793786" y="1502754"/>
                  </a:lnTo>
                  <a:lnTo>
                    <a:pt x="3891882" y="1502754"/>
                  </a:lnTo>
                  <a:lnTo>
                    <a:pt x="3891882" y="1437108"/>
                  </a:lnTo>
                  <a:close/>
                  <a:moveTo>
                    <a:pt x="3610186" y="1437108"/>
                  </a:moveTo>
                  <a:lnTo>
                    <a:pt x="3610186" y="1502754"/>
                  </a:lnTo>
                  <a:lnTo>
                    <a:pt x="3708282" y="1502754"/>
                  </a:lnTo>
                  <a:lnTo>
                    <a:pt x="3708282" y="1437108"/>
                  </a:lnTo>
                  <a:close/>
                  <a:moveTo>
                    <a:pt x="3413613" y="1437108"/>
                  </a:moveTo>
                  <a:lnTo>
                    <a:pt x="3413613" y="1502754"/>
                  </a:lnTo>
                  <a:lnTo>
                    <a:pt x="3511709" y="1502754"/>
                  </a:lnTo>
                  <a:lnTo>
                    <a:pt x="3511709" y="1437108"/>
                  </a:lnTo>
                  <a:close/>
                  <a:moveTo>
                    <a:pt x="3230013" y="1437108"/>
                  </a:moveTo>
                  <a:lnTo>
                    <a:pt x="3230013" y="1502754"/>
                  </a:lnTo>
                  <a:lnTo>
                    <a:pt x="3328109" y="1502754"/>
                  </a:lnTo>
                  <a:lnTo>
                    <a:pt x="3328109" y="1437108"/>
                  </a:lnTo>
                  <a:close/>
                  <a:moveTo>
                    <a:pt x="3051754" y="1437108"/>
                  </a:moveTo>
                  <a:lnTo>
                    <a:pt x="3051754" y="1502754"/>
                  </a:lnTo>
                  <a:lnTo>
                    <a:pt x="3149850" y="1502754"/>
                  </a:lnTo>
                  <a:lnTo>
                    <a:pt x="3149850" y="1437108"/>
                  </a:lnTo>
                  <a:close/>
                  <a:moveTo>
                    <a:pt x="2868153" y="1437108"/>
                  </a:moveTo>
                  <a:lnTo>
                    <a:pt x="2868153" y="1502754"/>
                  </a:lnTo>
                  <a:lnTo>
                    <a:pt x="2966249" y="1502754"/>
                  </a:lnTo>
                  <a:lnTo>
                    <a:pt x="2966249" y="1437108"/>
                  </a:lnTo>
                  <a:close/>
                  <a:moveTo>
                    <a:pt x="2684553" y="1437108"/>
                  </a:moveTo>
                  <a:lnTo>
                    <a:pt x="2684553" y="1502754"/>
                  </a:lnTo>
                  <a:lnTo>
                    <a:pt x="2782649" y="1502754"/>
                  </a:lnTo>
                  <a:lnTo>
                    <a:pt x="2782649" y="1437108"/>
                  </a:lnTo>
                  <a:close/>
                  <a:moveTo>
                    <a:pt x="1818380" y="1377680"/>
                  </a:moveTo>
                  <a:lnTo>
                    <a:pt x="1818380" y="1450750"/>
                  </a:lnTo>
                  <a:lnTo>
                    <a:pt x="1916476" y="1450750"/>
                  </a:lnTo>
                  <a:lnTo>
                    <a:pt x="1916476" y="1377680"/>
                  </a:lnTo>
                  <a:close/>
                  <a:moveTo>
                    <a:pt x="1634779" y="1377680"/>
                  </a:moveTo>
                  <a:lnTo>
                    <a:pt x="1634779" y="1450750"/>
                  </a:lnTo>
                  <a:lnTo>
                    <a:pt x="1732875" y="1450750"/>
                  </a:lnTo>
                  <a:lnTo>
                    <a:pt x="1732875" y="1377680"/>
                  </a:lnTo>
                  <a:close/>
                  <a:moveTo>
                    <a:pt x="1451179" y="1377680"/>
                  </a:moveTo>
                  <a:lnTo>
                    <a:pt x="1451179" y="1450750"/>
                  </a:lnTo>
                  <a:lnTo>
                    <a:pt x="1549275" y="1450750"/>
                  </a:lnTo>
                  <a:lnTo>
                    <a:pt x="1549275" y="1377680"/>
                  </a:lnTo>
                  <a:close/>
                  <a:moveTo>
                    <a:pt x="1818380" y="1226067"/>
                  </a:moveTo>
                  <a:lnTo>
                    <a:pt x="1818380" y="1299137"/>
                  </a:lnTo>
                  <a:lnTo>
                    <a:pt x="1916476" y="1299137"/>
                  </a:lnTo>
                  <a:lnTo>
                    <a:pt x="1916476" y="1226067"/>
                  </a:lnTo>
                  <a:close/>
                  <a:moveTo>
                    <a:pt x="1634779" y="1226067"/>
                  </a:moveTo>
                  <a:lnTo>
                    <a:pt x="1634779" y="1299137"/>
                  </a:lnTo>
                  <a:lnTo>
                    <a:pt x="1732875" y="1299137"/>
                  </a:lnTo>
                  <a:lnTo>
                    <a:pt x="1732875" y="1226067"/>
                  </a:lnTo>
                  <a:close/>
                  <a:moveTo>
                    <a:pt x="1451179" y="1226067"/>
                  </a:moveTo>
                  <a:lnTo>
                    <a:pt x="1451179" y="1299137"/>
                  </a:lnTo>
                  <a:lnTo>
                    <a:pt x="1549275" y="1299137"/>
                  </a:lnTo>
                  <a:lnTo>
                    <a:pt x="1549275" y="1226067"/>
                  </a:lnTo>
                  <a:close/>
                  <a:moveTo>
                    <a:pt x="403424" y="1142989"/>
                  </a:moveTo>
                  <a:cubicBezTo>
                    <a:pt x="373157" y="1142989"/>
                    <a:pt x="348620" y="1167526"/>
                    <a:pt x="348620" y="1197793"/>
                  </a:cubicBezTo>
                  <a:lnTo>
                    <a:pt x="348620" y="2081959"/>
                  </a:lnTo>
                  <a:lnTo>
                    <a:pt x="458227" y="2081959"/>
                  </a:lnTo>
                  <a:cubicBezTo>
                    <a:pt x="458227" y="1787237"/>
                    <a:pt x="458228" y="1492515"/>
                    <a:pt x="458228" y="1197793"/>
                  </a:cubicBezTo>
                  <a:cubicBezTo>
                    <a:pt x="458228" y="1167526"/>
                    <a:pt x="433691" y="1142989"/>
                    <a:pt x="403424" y="1142989"/>
                  </a:cubicBezTo>
                  <a:close/>
                  <a:moveTo>
                    <a:pt x="169200" y="1139285"/>
                  </a:moveTo>
                  <a:cubicBezTo>
                    <a:pt x="138933" y="1139285"/>
                    <a:pt x="114396" y="1163822"/>
                    <a:pt x="114396" y="1194089"/>
                  </a:cubicBezTo>
                  <a:lnTo>
                    <a:pt x="114396" y="2078255"/>
                  </a:lnTo>
                  <a:lnTo>
                    <a:pt x="224003" y="2078255"/>
                  </a:lnTo>
                  <a:cubicBezTo>
                    <a:pt x="224003" y="1783533"/>
                    <a:pt x="224004" y="1488811"/>
                    <a:pt x="224004" y="1194089"/>
                  </a:cubicBezTo>
                  <a:cubicBezTo>
                    <a:pt x="224004" y="1163822"/>
                    <a:pt x="199467" y="1139285"/>
                    <a:pt x="169200" y="1139285"/>
                  </a:cubicBezTo>
                  <a:close/>
                  <a:moveTo>
                    <a:pt x="1818380" y="1074453"/>
                  </a:moveTo>
                  <a:lnTo>
                    <a:pt x="1818380" y="1147523"/>
                  </a:lnTo>
                  <a:lnTo>
                    <a:pt x="1916476" y="1147523"/>
                  </a:lnTo>
                  <a:lnTo>
                    <a:pt x="1916476" y="1074453"/>
                  </a:lnTo>
                  <a:close/>
                  <a:moveTo>
                    <a:pt x="1634779" y="1074453"/>
                  </a:moveTo>
                  <a:lnTo>
                    <a:pt x="1634779" y="1147523"/>
                  </a:lnTo>
                  <a:lnTo>
                    <a:pt x="1732875" y="1147523"/>
                  </a:lnTo>
                  <a:lnTo>
                    <a:pt x="1732875" y="1074453"/>
                  </a:lnTo>
                  <a:close/>
                  <a:moveTo>
                    <a:pt x="1451179" y="1074453"/>
                  </a:moveTo>
                  <a:lnTo>
                    <a:pt x="1451179" y="1147523"/>
                  </a:lnTo>
                  <a:lnTo>
                    <a:pt x="1549275" y="1147523"/>
                  </a:lnTo>
                  <a:lnTo>
                    <a:pt x="1549275" y="1074453"/>
                  </a:lnTo>
                  <a:close/>
                  <a:moveTo>
                    <a:pt x="1254606" y="1074453"/>
                  </a:moveTo>
                  <a:lnTo>
                    <a:pt x="1254606" y="1147523"/>
                  </a:lnTo>
                  <a:lnTo>
                    <a:pt x="1352702" y="1147523"/>
                  </a:lnTo>
                  <a:lnTo>
                    <a:pt x="1352702" y="1074453"/>
                  </a:lnTo>
                  <a:close/>
                  <a:moveTo>
                    <a:pt x="1071005" y="1074453"/>
                  </a:moveTo>
                  <a:lnTo>
                    <a:pt x="1071005" y="1147523"/>
                  </a:lnTo>
                  <a:lnTo>
                    <a:pt x="1169101" y="1147523"/>
                  </a:lnTo>
                  <a:lnTo>
                    <a:pt x="1169101" y="1074453"/>
                  </a:lnTo>
                  <a:close/>
                  <a:moveTo>
                    <a:pt x="887405" y="1074453"/>
                  </a:moveTo>
                  <a:lnTo>
                    <a:pt x="887405" y="1147523"/>
                  </a:lnTo>
                  <a:lnTo>
                    <a:pt x="985501" y="1147523"/>
                  </a:lnTo>
                  <a:lnTo>
                    <a:pt x="985501" y="1074453"/>
                  </a:lnTo>
                  <a:close/>
                  <a:moveTo>
                    <a:pt x="726849" y="1074453"/>
                  </a:moveTo>
                  <a:lnTo>
                    <a:pt x="726849" y="1147523"/>
                  </a:lnTo>
                  <a:lnTo>
                    <a:pt x="824945" y="1147523"/>
                  </a:lnTo>
                  <a:lnTo>
                    <a:pt x="824945" y="1074453"/>
                  </a:lnTo>
                  <a:close/>
                  <a:moveTo>
                    <a:pt x="543248" y="1074453"/>
                  </a:moveTo>
                  <a:lnTo>
                    <a:pt x="543248" y="1147523"/>
                  </a:lnTo>
                  <a:lnTo>
                    <a:pt x="641344" y="1147523"/>
                  </a:lnTo>
                  <a:lnTo>
                    <a:pt x="641344" y="1074453"/>
                  </a:lnTo>
                  <a:close/>
                  <a:moveTo>
                    <a:pt x="3065554" y="331011"/>
                  </a:moveTo>
                  <a:lnTo>
                    <a:pt x="3065554" y="465308"/>
                  </a:lnTo>
                  <a:lnTo>
                    <a:pt x="3086674" y="468502"/>
                  </a:lnTo>
                  <a:cubicBezTo>
                    <a:pt x="3133539" y="483078"/>
                    <a:pt x="3171517" y="517827"/>
                    <a:pt x="3190451" y="562591"/>
                  </a:cubicBezTo>
                  <a:lnTo>
                    <a:pt x="3200815" y="613926"/>
                  </a:lnTo>
                  <a:lnTo>
                    <a:pt x="3203518" y="613926"/>
                  </a:lnTo>
                  <a:lnTo>
                    <a:pt x="3203518" y="627317"/>
                  </a:lnTo>
                  <a:lnTo>
                    <a:pt x="3203519" y="627321"/>
                  </a:lnTo>
                  <a:lnTo>
                    <a:pt x="3203518" y="1063497"/>
                  </a:lnTo>
                  <a:lnTo>
                    <a:pt x="3310645" y="1063497"/>
                  </a:lnTo>
                  <a:lnTo>
                    <a:pt x="3310645" y="627216"/>
                  </a:lnTo>
                  <a:cubicBezTo>
                    <a:pt x="3310645" y="558334"/>
                    <a:pt x="3352525" y="499233"/>
                    <a:pt x="3412211" y="473988"/>
                  </a:cubicBezTo>
                  <a:lnTo>
                    <a:pt x="3465439" y="463242"/>
                  </a:lnTo>
                  <a:lnTo>
                    <a:pt x="3465439" y="331011"/>
                  </a:lnTo>
                  <a:close/>
                  <a:moveTo>
                    <a:pt x="2812855" y="331011"/>
                  </a:moveTo>
                  <a:lnTo>
                    <a:pt x="2812855" y="1063497"/>
                  </a:lnTo>
                  <a:lnTo>
                    <a:pt x="2870927" y="1063497"/>
                  </a:lnTo>
                  <a:lnTo>
                    <a:pt x="2870927" y="627321"/>
                  </a:lnTo>
                  <a:cubicBezTo>
                    <a:pt x="2870927" y="558439"/>
                    <a:pt x="2912807" y="499339"/>
                    <a:pt x="2972493" y="474094"/>
                  </a:cubicBezTo>
                  <a:lnTo>
                    <a:pt x="3023955" y="463704"/>
                  </a:lnTo>
                  <a:lnTo>
                    <a:pt x="3023955" y="331011"/>
                  </a:lnTo>
                  <a:close/>
                  <a:moveTo>
                    <a:pt x="2711332" y="0"/>
                  </a:moveTo>
                  <a:lnTo>
                    <a:pt x="2812855" y="0"/>
                  </a:lnTo>
                  <a:lnTo>
                    <a:pt x="2812855" y="1"/>
                  </a:lnTo>
                  <a:lnTo>
                    <a:pt x="2812855" y="150699"/>
                  </a:lnTo>
                  <a:lnTo>
                    <a:pt x="2812855" y="150703"/>
                  </a:lnTo>
                  <a:lnTo>
                    <a:pt x="2812855" y="185573"/>
                  </a:lnTo>
                  <a:lnTo>
                    <a:pt x="2812855" y="268612"/>
                  </a:lnTo>
                  <a:lnTo>
                    <a:pt x="3465439" y="268612"/>
                  </a:lnTo>
                  <a:lnTo>
                    <a:pt x="3465439" y="268180"/>
                  </a:lnTo>
                  <a:lnTo>
                    <a:pt x="3507038" y="268180"/>
                  </a:lnTo>
                  <a:lnTo>
                    <a:pt x="3507038" y="466997"/>
                  </a:lnTo>
                  <a:lnTo>
                    <a:pt x="3541671" y="473988"/>
                  </a:lnTo>
                  <a:cubicBezTo>
                    <a:pt x="3586436" y="492922"/>
                    <a:pt x="3621184" y="530900"/>
                    <a:pt x="3635761" y="577765"/>
                  </a:cubicBezTo>
                  <a:lnTo>
                    <a:pt x="3641212" y="613821"/>
                  </a:lnTo>
                  <a:lnTo>
                    <a:pt x="3643236" y="613821"/>
                  </a:lnTo>
                  <a:lnTo>
                    <a:pt x="3643236" y="627210"/>
                  </a:lnTo>
                  <a:lnTo>
                    <a:pt x="3643237" y="627216"/>
                  </a:lnTo>
                  <a:lnTo>
                    <a:pt x="3643236" y="1063497"/>
                  </a:lnTo>
                  <a:lnTo>
                    <a:pt x="4190656" y="1063497"/>
                  </a:lnTo>
                  <a:lnTo>
                    <a:pt x="4190656" y="1184656"/>
                  </a:lnTo>
                  <a:lnTo>
                    <a:pt x="4190656" y="1530190"/>
                  </a:lnTo>
                  <a:lnTo>
                    <a:pt x="4190656" y="2078653"/>
                  </a:lnTo>
                  <a:lnTo>
                    <a:pt x="4190656" y="2082019"/>
                  </a:lnTo>
                  <a:lnTo>
                    <a:pt x="2526770" y="2082019"/>
                  </a:lnTo>
                  <a:lnTo>
                    <a:pt x="2526681" y="2082019"/>
                  </a:lnTo>
                  <a:lnTo>
                    <a:pt x="2449297" y="2082019"/>
                  </a:lnTo>
                  <a:lnTo>
                    <a:pt x="2449297" y="1864776"/>
                  </a:lnTo>
                  <a:lnTo>
                    <a:pt x="2354647" y="1864776"/>
                  </a:lnTo>
                  <a:lnTo>
                    <a:pt x="2354647" y="2082019"/>
                  </a:lnTo>
                  <a:lnTo>
                    <a:pt x="2277173" y="2082019"/>
                  </a:lnTo>
                  <a:lnTo>
                    <a:pt x="2277173" y="2082018"/>
                  </a:lnTo>
                  <a:lnTo>
                    <a:pt x="2190902" y="2082018"/>
                  </a:lnTo>
                  <a:lnTo>
                    <a:pt x="2190902" y="1864776"/>
                  </a:lnTo>
                  <a:lnTo>
                    <a:pt x="2096252" y="1864776"/>
                  </a:lnTo>
                  <a:lnTo>
                    <a:pt x="2096252" y="2082018"/>
                  </a:lnTo>
                  <a:lnTo>
                    <a:pt x="2028518" y="2082018"/>
                  </a:lnTo>
                  <a:lnTo>
                    <a:pt x="2028518" y="2083613"/>
                  </a:lnTo>
                  <a:lnTo>
                    <a:pt x="0" y="2083613"/>
                  </a:lnTo>
                  <a:lnTo>
                    <a:pt x="0" y="954650"/>
                  </a:lnTo>
                  <a:lnTo>
                    <a:pt x="525663" y="643073"/>
                  </a:lnTo>
                  <a:lnTo>
                    <a:pt x="525663" y="940002"/>
                  </a:lnTo>
                  <a:lnTo>
                    <a:pt x="1026614" y="643073"/>
                  </a:lnTo>
                  <a:lnTo>
                    <a:pt x="1026614" y="940003"/>
                  </a:lnTo>
                  <a:lnTo>
                    <a:pt x="1527566" y="643073"/>
                  </a:lnTo>
                  <a:lnTo>
                    <a:pt x="1527566" y="940003"/>
                  </a:lnTo>
                  <a:lnTo>
                    <a:pt x="2028518" y="643073"/>
                  </a:lnTo>
                  <a:lnTo>
                    <a:pt x="2028518" y="954650"/>
                  </a:lnTo>
                  <a:lnTo>
                    <a:pt x="2028518" y="957207"/>
                  </a:lnTo>
                  <a:lnTo>
                    <a:pt x="2119418" y="957207"/>
                  </a:lnTo>
                  <a:lnTo>
                    <a:pt x="2119418" y="351653"/>
                  </a:lnTo>
                  <a:lnTo>
                    <a:pt x="2119417" y="351653"/>
                  </a:lnTo>
                  <a:lnTo>
                    <a:pt x="2119417" y="185571"/>
                  </a:lnTo>
                  <a:lnTo>
                    <a:pt x="2265014" y="185571"/>
                  </a:lnTo>
                  <a:lnTo>
                    <a:pt x="2410612" y="185571"/>
                  </a:lnTo>
                  <a:lnTo>
                    <a:pt x="2410613" y="185571"/>
                  </a:lnTo>
                  <a:lnTo>
                    <a:pt x="2410613" y="337527"/>
                  </a:lnTo>
                  <a:lnTo>
                    <a:pt x="2410614" y="337527"/>
                  </a:lnTo>
                  <a:lnTo>
                    <a:pt x="2410614" y="337530"/>
                  </a:lnTo>
                  <a:lnTo>
                    <a:pt x="2410614" y="955499"/>
                  </a:lnTo>
                  <a:lnTo>
                    <a:pt x="2526770" y="955499"/>
                  </a:lnTo>
                  <a:lnTo>
                    <a:pt x="2526770" y="956944"/>
                  </a:lnTo>
                  <a:lnTo>
                    <a:pt x="2526770" y="1063497"/>
                  </a:lnTo>
                  <a:lnTo>
                    <a:pt x="2619542" y="1063497"/>
                  </a:lnTo>
                  <a:lnTo>
                    <a:pt x="2619542" y="185573"/>
                  </a:lnTo>
                  <a:lnTo>
                    <a:pt x="2619542" y="150703"/>
                  </a:lnTo>
                  <a:lnTo>
                    <a:pt x="2619542" y="1"/>
                  </a:lnTo>
                  <a:lnTo>
                    <a:pt x="2711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8242FDB-AA76-6F96-5D72-D10DDBA3AC26}"/>
                </a:ext>
              </a:extLst>
            </p:cNvPr>
            <p:cNvSpPr/>
            <p:nvPr/>
          </p:nvSpPr>
          <p:spPr>
            <a:xfrm>
              <a:off x="6202506" y="1386078"/>
              <a:ext cx="1303698" cy="1355913"/>
            </a:xfrm>
            <a:custGeom>
              <a:avLst/>
              <a:gdLst>
                <a:gd name="connsiteX0" fmla="*/ 91855 w 1303698"/>
                <a:gd name="connsiteY0" fmla="*/ 1312553 h 1355913"/>
                <a:gd name="connsiteX1" fmla="*/ 91855 w 1303698"/>
                <a:gd name="connsiteY1" fmla="*/ 1330841 h 1355913"/>
                <a:gd name="connsiteX2" fmla="*/ 274735 w 1303698"/>
                <a:gd name="connsiteY2" fmla="*/ 1330841 h 1355913"/>
                <a:gd name="connsiteX3" fmla="*/ 274735 w 1303698"/>
                <a:gd name="connsiteY3" fmla="*/ 1312553 h 1355913"/>
                <a:gd name="connsiteX4" fmla="*/ 91855 w 1303698"/>
                <a:gd name="connsiteY4" fmla="*/ 1284733 h 1355913"/>
                <a:gd name="connsiteX5" fmla="*/ 91855 w 1303698"/>
                <a:gd name="connsiteY5" fmla="*/ 1303021 h 1355913"/>
                <a:gd name="connsiteX6" fmla="*/ 274735 w 1303698"/>
                <a:gd name="connsiteY6" fmla="*/ 1303021 h 1355913"/>
                <a:gd name="connsiteX7" fmla="*/ 274735 w 1303698"/>
                <a:gd name="connsiteY7" fmla="*/ 1284733 h 1355913"/>
                <a:gd name="connsiteX8" fmla="*/ 91855 w 1303698"/>
                <a:gd name="connsiteY8" fmla="*/ 1256914 h 1355913"/>
                <a:gd name="connsiteX9" fmla="*/ 91855 w 1303698"/>
                <a:gd name="connsiteY9" fmla="*/ 1275202 h 1355913"/>
                <a:gd name="connsiteX10" fmla="*/ 274735 w 1303698"/>
                <a:gd name="connsiteY10" fmla="*/ 1275202 h 1355913"/>
                <a:gd name="connsiteX11" fmla="*/ 274735 w 1303698"/>
                <a:gd name="connsiteY11" fmla="*/ 1256914 h 1355913"/>
                <a:gd name="connsiteX12" fmla="*/ 91855 w 1303698"/>
                <a:gd name="connsiteY12" fmla="*/ 1229095 h 1355913"/>
                <a:gd name="connsiteX13" fmla="*/ 91855 w 1303698"/>
                <a:gd name="connsiteY13" fmla="*/ 1247383 h 1355913"/>
                <a:gd name="connsiteX14" fmla="*/ 274735 w 1303698"/>
                <a:gd name="connsiteY14" fmla="*/ 1247383 h 1355913"/>
                <a:gd name="connsiteX15" fmla="*/ 274735 w 1303698"/>
                <a:gd name="connsiteY15" fmla="*/ 1229095 h 1355913"/>
                <a:gd name="connsiteX16" fmla="*/ 550507 w 1303698"/>
                <a:gd name="connsiteY16" fmla="*/ 1139433 h 1355913"/>
                <a:gd name="connsiteX17" fmla="*/ 550507 w 1303698"/>
                <a:gd name="connsiteY17" fmla="*/ 1176009 h 1355913"/>
                <a:gd name="connsiteX18" fmla="*/ 596469 w 1303698"/>
                <a:gd name="connsiteY18" fmla="*/ 1176009 h 1355913"/>
                <a:gd name="connsiteX19" fmla="*/ 596469 w 1303698"/>
                <a:gd name="connsiteY19" fmla="*/ 1139433 h 1355913"/>
                <a:gd name="connsiteX20" fmla="*/ 474065 w 1303698"/>
                <a:gd name="connsiteY20" fmla="*/ 1139433 h 1355913"/>
                <a:gd name="connsiteX21" fmla="*/ 474065 w 1303698"/>
                <a:gd name="connsiteY21" fmla="*/ 1176009 h 1355913"/>
                <a:gd name="connsiteX22" fmla="*/ 520027 w 1303698"/>
                <a:gd name="connsiteY22" fmla="*/ 1176009 h 1355913"/>
                <a:gd name="connsiteX23" fmla="*/ 520027 w 1303698"/>
                <a:gd name="connsiteY23" fmla="*/ 1139433 h 1355913"/>
                <a:gd name="connsiteX24" fmla="*/ 397623 w 1303698"/>
                <a:gd name="connsiteY24" fmla="*/ 1139433 h 1355913"/>
                <a:gd name="connsiteX25" fmla="*/ 397623 w 1303698"/>
                <a:gd name="connsiteY25" fmla="*/ 1176009 h 1355913"/>
                <a:gd name="connsiteX26" fmla="*/ 443585 w 1303698"/>
                <a:gd name="connsiteY26" fmla="*/ 1176009 h 1355913"/>
                <a:gd name="connsiteX27" fmla="*/ 443585 w 1303698"/>
                <a:gd name="connsiteY27" fmla="*/ 1139433 h 1355913"/>
                <a:gd name="connsiteX28" fmla="*/ 321181 w 1303698"/>
                <a:gd name="connsiteY28" fmla="*/ 1139433 h 1355913"/>
                <a:gd name="connsiteX29" fmla="*/ 321181 w 1303698"/>
                <a:gd name="connsiteY29" fmla="*/ 1176009 h 1355913"/>
                <a:gd name="connsiteX30" fmla="*/ 367143 w 1303698"/>
                <a:gd name="connsiteY30" fmla="*/ 1176009 h 1355913"/>
                <a:gd name="connsiteX31" fmla="*/ 367143 w 1303698"/>
                <a:gd name="connsiteY31" fmla="*/ 1139433 h 1355913"/>
                <a:gd name="connsiteX32" fmla="*/ 244739 w 1303698"/>
                <a:gd name="connsiteY32" fmla="*/ 1139433 h 1355913"/>
                <a:gd name="connsiteX33" fmla="*/ 244739 w 1303698"/>
                <a:gd name="connsiteY33" fmla="*/ 1176009 h 1355913"/>
                <a:gd name="connsiteX34" fmla="*/ 290701 w 1303698"/>
                <a:gd name="connsiteY34" fmla="*/ 1176009 h 1355913"/>
                <a:gd name="connsiteX35" fmla="*/ 290701 w 1303698"/>
                <a:gd name="connsiteY35" fmla="*/ 1139433 h 1355913"/>
                <a:gd name="connsiteX36" fmla="*/ 168297 w 1303698"/>
                <a:gd name="connsiteY36" fmla="*/ 1139433 h 1355913"/>
                <a:gd name="connsiteX37" fmla="*/ 168297 w 1303698"/>
                <a:gd name="connsiteY37" fmla="*/ 1176009 h 1355913"/>
                <a:gd name="connsiteX38" fmla="*/ 214259 w 1303698"/>
                <a:gd name="connsiteY38" fmla="*/ 1176009 h 1355913"/>
                <a:gd name="connsiteX39" fmla="*/ 214259 w 1303698"/>
                <a:gd name="connsiteY39" fmla="*/ 1139433 h 1355913"/>
                <a:gd name="connsiteX40" fmla="*/ 91855 w 1303698"/>
                <a:gd name="connsiteY40" fmla="*/ 1139433 h 1355913"/>
                <a:gd name="connsiteX41" fmla="*/ 91855 w 1303698"/>
                <a:gd name="connsiteY41" fmla="*/ 1176009 h 1355913"/>
                <a:gd name="connsiteX42" fmla="*/ 137817 w 1303698"/>
                <a:gd name="connsiteY42" fmla="*/ 1176009 h 1355913"/>
                <a:gd name="connsiteX43" fmla="*/ 137817 w 1303698"/>
                <a:gd name="connsiteY43" fmla="*/ 1139433 h 1355913"/>
                <a:gd name="connsiteX44" fmla="*/ 550507 w 1303698"/>
                <a:gd name="connsiteY44" fmla="*/ 1066462 h 1355913"/>
                <a:gd name="connsiteX45" fmla="*/ 550507 w 1303698"/>
                <a:gd name="connsiteY45" fmla="*/ 1103038 h 1355913"/>
                <a:gd name="connsiteX46" fmla="*/ 596469 w 1303698"/>
                <a:gd name="connsiteY46" fmla="*/ 1103038 h 1355913"/>
                <a:gd name="connsiteX47" fmla="*/ 596469 w 1303698"/>
                <a:gd name="connsiteY47" fmla="*/ 1066462 h 1355913"/>
                <a:gd name="connsiteX48" fmla="*/ 474065 w 1303698"/>
                <a:gd name="connsiteY48" fmla="*/ 1066462 h 1355913"/>
                <a:gd name="connsiteX49" fmla="*/ 474065 w 1303698"/>
                <a:gd name="connsiteY49" fmla="*/ 1103038 h 1355913"/>
                <a:gd name="connsiteX50" fmla="*/ 520027 w 1303698"/>
                <a:gd name="connsiteY50" fmla="*/ 1103038 h 1355913"/>
                <a:gd name="connsiteX51" fmla="*/ 520027 w 1303698"/>
                <a:gd name="connsiteY51" fmla="*/ 1066462 h 1355913"/>
                <a:gd name="connsiteX52" fmla="*/ 397623 w 1303698"/>
                <a:gd name="connsiteY52" fmla="*/ 1066462 h 1355913"/>
                <a:gd name="connsiteX53" fmla="*/ 397623 w 1303698"/>
                <a:gd name="connsiteY53" fmla="*/ 1103038 h 1355913"/>
                <a:gd name="connsiteX54" fmla="*/ 443585 w 1303698"/>
                <a:gd name="connsiteY54" fmla="*/ 1103038 h 1355913"/>
                <a:gd name="connsiteX55" fmla="*/ 443585 w 1303698"/>
                <a:gd name="connsiteY55" fmla="*/ 1066462 h 1355913"/>
                <a:gd name="connsiteX56" fmla="*/ 321181 w 1303698"/>
                <a:gd name="connsiteY56" fmla="*/ 1066462 h 1355913"/>
                <a:gd name="connsiteX57" fmla="*/ 321181 w 1303698"/>
                <a:gd name="connsiteY57" fmla="*/ 1103038 h 1355913"/>
                <a:gd name="connsiteX58" fmla="*/ 367143 w 1303698"/>
                <a:gd name="connsiteY58" fmla="*/ 1103038 h 1355913"/>
                <a:gd name="connsiteX59" fmla="*/ 367143 w 1303698"/>
                <a:gd name="connsiteY59" fmla="*/ 1066462 h 1355913"/>
                <a:gd name="connsiteX60" fmla="*/ 244739 w 1303698"/>
                <a:gd name="connsiteY60" fmla="*/ 1066462 h 1355913"/>
                <a:gd name="connsiteX61" fmla="*/ 244739 w 1303698"/>
                <a:gd name="connsiteY61" fmla="*/ 1103038 h 1355913"/>
                <a:gd name="connsiteX62" fmla="*/ 290701 w 1303698"/>
                <a:gd name="connsiteY62" fmla="*/ 1103038 h 1355913"/>
                <a:gd name="connsiteX63" fmla="*/ 290701 w 1303698"/>
                <a:gd name="connsiteY63" fmla="*/ 1066462 h 1355913"/>
                <a:gd name="connsiteX64" fmla="*/ 168297 w 1303698"/>
                <a:gd name="connsiteY64" fmla="*/ 1066462 h 1355913"/>
                <a:gd name="connsiteX65" fmla="*/ 168297 w 1303698"/>
                <a:gd name="connsiteY65" fmla="*/ 1103038 h 1355913"/>
                <a:gd name="connsiteX66" fmla="*/ 214259 w 1303698"/>
                <a:gd name="connsiteY66" fmla="*/ 1103038 h 1355913"/>
                <a:gd name="connsiteX67" fmla="*/ 214259 w 1303698"/>
                <a:gd name="connsiteY67" fmla="*/ 1066462 h 1355913"/>
                <a:gd name="connsiteX68" fmla="*/ 91855 w 1303698"/>
                <a:gd name="connsiteY68" fmla="*/ 1066462 h 1355913"/>
                <a:gd name="connsiteX69" fmla="*/ 91855 w 1303698"/>
                <a:gd name="connsiteY69" fmla="*/ 1103038 h 1355913"/>
                <a:gd name="connsiteX70" fmla="*/ 137817 w 1303698"/>
                <a:gd name="connsiteY70" fmla="*/ 1103038 h 1355913"/>
                <a:gd name="connsiteX71" fmla="*/ 137817 w 1303698"/>
                <a:gd name="connsiteY71" fmla="*/ 1066462 h 1355913"/>
                <a:gd name="connsiteX72" fmla="*/ 406719 w 1303698"/>
                <a:gd name="connsiteY72" fmla="*/ 768369 h 1355913"/>
                <a:gd name="connsiteX73" fmla="*/ 392429 w 1303698"/>
                <a:gd name="connsiteY73" fmla="*/ 781560 h 1355913"/>
                <a:gd name="connsiteX74" fmla="*/ 391879 w 1303698"/>
                <a:gd name="connsiteY74" fmla="*/ 942049 h 1355913"/>
                <a:gd name="connsiteX75" fmla="*/ 405620 w 1303698"/>
                <a:gd name="connsiteY75" fmla="*/ 956339 h 1355913"/>
                <a:gd name="connsiteX76" fmla="*/ 419360 w 1303698"/>
                <a:gd name="connsiteY76" fmla="*/ 942049 h 1355913"/>
                <a:gd name="connsiteX77" fmla="*/ 419360 w 1303698"/>
                <a:gd name="connsiteY77" fmla="*/ 863453 h 1355913"/>
                <a:gd name="connsiteX78" fmla="*/ 419360 w 1303698"/>
                <a:gd name="connsiteY78" fmla="*/ 782110 h 1355913"/>
                <a:gd name="connsiteX79" fmla="*/ 406719 w 1303698"/>
                <a:gd name="connsiteY79" fmla="*/ 768369 h 1355913"/>
                <a:gd name="connsiteX80" fmla="*/ 555116 w 1303698"/>
                <a:gd name="connsiteY80" fmla="*/ 723300 h 1355913"/>
                <a:gd name="connsiteX81" fmla="*/ 544674 w 1303698"/>
                <a:gd name="connsiteY81" fmla="*/ 734842 h 1355913"/>
                <a:gd name="connsiteX82" fmla="*/ 545223 w 1303698"/>
                <a:gd name="connsiteY82" fmla="*/ 944797 h 1355913"/>
                <a:gd name="connsiteX83" fmla="*/ 556765 w 1303698"/>
                <a:gd name="connsiteY83" fmla="*/ 956339 h 1355913"/>
                <a:gd name="connsiteX84" fmla="*/ 600185 w 1303698"/>
                <a:gd name="connsiteY84" fmla="*/ 956339 h 1355913"/>
                <a:gd name="connsiteX85" fmla="*/ 615025 w 1303698"/>
                <a:gd name="connsiteY85" fmla="*/ 941499 h 1355913"/>
                <a:gd name="connsiteX86" fmla="*/ 615025 w 1303698"/>
                <a:gd name="connsiteY86" fmla="*/ 866751 h 1355913"/>
                <a:gd name="connsiteX87" fmla="*/ 621071 w 1303698"/>
                <a:gd name="connsiteY87" fmla="*/ 853010 h 1355913"/>
                <a:gd name="connsiteX88" fmla="*/ 637559 w 1303698"/>
                <a:gd name="connsiteY88" fmla="*/ 827728 h 1355913"/>
                <a:gd name="connsiteX89" fmla="*/ 625468 w 1303698"/>
                <a:gd name="connsiteY89" fmla="*/ 816735 h 1355913"/>
                <a:gd name="connsiteX90" fmla="*/ 585895 w 1303698"/>
                <a:gd name="connsiteY90" fmla="*/ 816735 h 1355913"/>
                <a:gd name="connsiteX91" fmla="*/ 567208 w 1303698"/>
                <a:gd name="connsiteY91" fmla="*/ 798598 h 1355913"/>
                <a:gd name="connsiteX92" fmla="*/ 567208 w 1303698"/>
                <a:gd name="connsiteY92" fmla="*/ 767819 h 1355913"/>
                <a:gd name="connsiteX93" fmla="*/ 566659 w 1303698"/>
                <a:gd name="connsiteY93" fmla="*/ 767819 h 1355913"/>
                <a:gd name="connsiteX94" fmla="*/ 566659 w 1303698"/>
                <a:gd name="connsiteY94" fmla="*/ 735392 h 1355913"/>
                <a:gd name="connsiteX95" fmla="*/ 555116 w 1303698"/>
                <a:gd name="connsiteY95" fmla="*/ 723300 h 1355913"/>
                <a:gd name="connsiteX96" fmla="*/ 509498 w 1303698"/>
                <a:gd name="connsiteY96" fmla="*/ 565559 h 1355913"/>
                <a:gd name="connsiteX97" fmla="*/ 495208 w 1303698"/>
                <a:gd name="connsiteY97" fmla="*/ 572704 h 1355913"/>
                <a:gd name="connsiteX98" fmla="*/ 502353 w 1303698"/>
                <a:gd name="connsiteY98" fmla="*/ 601284 h 1355913"/>
                <a:gd name="connsiteX99" fmla="*/ 545223 w 1303698"/>
                <a:gd name="connsiteY99" fmla="*/ 674384 h 1355913"/>
                <a:gd name="connsiteX100" fmla="*/ 571605 w 1303698"/>
                <a:gd name="connsiteY100" fmla="*/ 702964 h 1355913"/>
                <a:gd name="connsiteX101" fmla="*/ 578750 w 1303698"/>
                <a:gd name="connsiteY101" fmla="*/ 703514 h 1355913"/>
                <a:gd name="connsiteX102" fmla="*/ 588643 w 1303698"/>
                <a:gd name="connsiteY102" fmla="*/ 715056 h 1355913"/>
                <a:gd name="connsiteX103" fmla="*/ 588093 w 1303698"/>
                <a:gd name="connsiteY103" fmla="*/ 767270 h 1355913"/>
                <a:gd name="connsiteX104" fmla="*/ 613376 w 1303698"/>
                <a:gd name="connsiteY104" fmla="*/ 794751 h 1355913"/>
                <a:gd name="connsiteX105" fmla="*/ 617773 w 1303698"/>
                <a:gd name="connsiteY105" fmla="*/ 795300 h 1355913"/>
                <a:gd name="connsiteX106" fmla="*/ 637559 w 1303698"/>
                <a:gd name="connsiteY106" fmla="*/ 783758 h 1355913"/>
                <a:gd name="connsiteX107" fmla="*/ 620521 w 1303698"/>
                <a:gd name="connsiteY107" fmla="*/ 754629 h 1355913"/>
                <a:gd name="connsiteX108" fmla="*/ 597987 w 1303698"/>
                <a:gd name="connsiteY108" fmla="*/ 731545 h 1355913"/>
                <a:gd name="connsiteX109" fmla="*/ 597987 w 1303698"/>
                <a:gd name="connsiteY109" fmla="*/ 656796 h 1355913"/>
                <a:gd name="connsiteX110" fmla="*/ 597437 w 1303698"/>
                <a:gd name="connsiteY110" fmla="*/ 656796 h 1355913"/>
                <a:gd name="connsiteX111" fmla="*/ 597437 w 1303698"/>
                <a:gd name="connsiteY111" fmla="*/ 580949 h 1355913"/>
                <a:gd name="connsiteX112" fmla="*/ 582597 w 1303698"/>
                <a:gd name="connsiteY112" fmla="*/ 565559 h 1355913"/>
                <a:gd name="connsiteX113" fmla="*/ 509498 w 1303698"/>
                <a:gd name="connsiteY113" fmla="*/ 565559 h 1355913"/>
                <a:gd name="connsiteX114" fmla="*/ 1099240 w 1303698"/>
                <a:gd name="connsiteY114" fmla="*/ 0 h 1355913"/>
                <a:gd name="connsiteX115" fmla="*/ 1179484 w 1303698"/>
                <a:gd name="connsiteY115" fmla="*/ 0 h 1355913"/>
                <a:gd name="connsiteX116" fmla="*/ 1216309 w 1303698"/>
                <a:gd name="connsiteY116" fmla="*/ 756827 h 1355913"/>
                <a:gd name="connsiteX117" fmla="*/ 1303698 w 1303698"/>
                <a:gd name="connsiteY117" fmla="*/ 758476 h 1355913"/>
                <a:gd name="connsiteX118" fmla="*/ 1301500 w 1303698"/>
                <a:gd name="connsiteY118" fmla="*/ 1355913 h 1355913"/>
                <a:gd name="connsiteX119" fmla="*/ 0 w 1303698"/>
                <a:gd name="connsiteY119" fmla="*/ 1355913 h 1355913"/>
                <a:gd name="connsiteX120" fmla="*/ 2199 w 1303698"/>
                <a:gd name="connsiteY120" fmla="*/ 951942 h 1355913"/>
                <a:gd name="connsiteX121" fmla="*/ 149497 w 1303698"/>
                <a:gd name="connsiteY121" fmla="*/ 867850 h 1355913"/>
                <a:gd name="connsiteX122" fmla="*/ 190719 w 1303698"/>
                <a:gd name="connsiteY122" fmla="*/ 943698 h 1355913"/>
                <a:gd name="connsiteX123" fmla="*/ 325925 w 1303698"/>
                <a:gd name="connsiteY123" fmla="*/ 867300 h 1355913"/>
                <a:gd name="connsiteX124" fmla="*/ 364398 w 1303698"/>
                <a:gd name="connsiteY124" fmla="*/ 938751 h 1355913"/>
                <a:gd name="connsiteX125" fmla="*/ 366047 w 1303698"/>
                <a:gd name="connsiteY125" fmla="*/ 767270 h 1355913"/>
                <a:gd name="connsiteX126" fmla="*/ 391879 w 1303698"/>
                <a:gd name="connsiteY126" fmla="*/ 741987 h 1355913"/>
                <a:gd name="connsiteX127" fmla="*/ 419910 w 1303698"/>
                <a:gd name="connsiteY127" fmla="*/ 714506 h 1355913"/>
                <a:gd name="connsiteX128" fmla="*/ 419910 w 1303698"/>
                <a:gd name="connsiteY128" fmla="*/ 661193 h 1355913"/>
                <a:gd name="connsiteX129" fmla="*/ 454536 w 1303698"/>
                <a:gd name="connsiteY129" fmla="*/ 606231 h 1355913"/>
                <a:gd name="connsiteX130" fmla="*/ 467727 w 1303698"/>
                <a:gd name="connsiteY130" fmla="*/ 584796 h 1355913"/>
                <a:gd name="connsiteX131" fmla="*/ 467177 w 1303698"/>
                <a:gd name="connsiteY131" fmla="*/ 555116 h 1355913"/>
                <a:gd name="connsiteX132" fmla="*/ 482017 w 1303698"/>
                <a:gd name="connsiteY132" fmla="*/ 539178 h 1355913"/>
                <a:gd name="connsiteX133" fmla="*/ 607330 w 1303698"/>
                <a:gd name="connsiteY133" fmla="*/ 539178 h 1355913"/>
                <a:gd name="connsiteX134" fmla="*/ 624368 w 1303698"/>
                <a:gd name="connsiteY134" fmla="*/ 558414 h 1355913"/>
                <a:gd name="connsiteX135" fmla="*/ 624368 w 1303698"/>
                <a:gd name="connsiteY135" fmla="*/ 673834 h 1355913"/>
                <a:gd name="connsiteX136" fmla="*/ 626017 w 1303698"/>
                <a:gd name="connsiteY136" fmla="*/ 717254 h 1355913"/>
                <a:gd name="connsiteX137" fmla="*/ 632063 w 1303698"/>
                <a:gd name="connsiteY137" fmla="*/ 726598 h 1355913"/>
                <a:gd name="connsiteX138" fmla="*/ 637010 w 1303698"/>
                <a:gd name="connsiteY138" fmla="*/ 717804 h 1355913"/>
                <a:gd name="connsiteX139" fmla="*/ 637010 w 1303698"/>
                <a:gd name="connsiteY139" fmla="*/ 690873 h 1355913"/>
                <a:gd name="connsiteX140" fmla="*/ 653498 w 1303698"/>
                <a:gd name="connsiteY140" fmla="*/ 674384 h 1355913"/>
                <a:gd name="connsiteX141" fmla="*/ 671086 w 1303698"/>
                <a:gd name="connsiteY141" fmla="*/ 658445 h 1355913"/>
                <a:gd name="connsiteX142" fmla="*/ 695819 w 1303698"/>
                <a:gd name="connsiteY142" fmla="*/ 611727 h 1355913"/>
                <a:gd name="connsiteX143" fmla="*/ 715056 w 1303698"/>
                <a:gd name="connsiteY143" fmla="*/ 594140 h 1355913"/>
                <a:gd name="connsiteX144" fmla="*/ 753529 w 1303698"/>
                <a:gd name="connsiteY144" fmla="*/ 597987 h 1355913"/>
                <a:gd name="connsiteX145" fmla="*/ 762323 w 1303698"/>
                <a:gd name="connsiteY145" fmla="*/ 606231 h 1355913"/>
                <a:gd name="connsiteX146" fmla="*/ 795850 w 1303698"/>
                <a:gd name="connsiteY146" fmla="*/ 665590 h 1355913"/>
                <a:gd name="connsiteX147" fmla="*/ 795850 w 1303698"/>
                <a:gd name="connsiteY147" fmla="*/ 765071 h 1355913"/>
                <a:gd name="connsiteX148" fmla="*/ 862903 w 1303698"/>
                <a:gd name="connsiteY148" fmla="*/ 761773 h 1355913"/>
                <a:gd name="connsiteX149" fmla="*/ 898079 w 1303698"/>
                <a:gd name="connsiteY149" fmla="*/ 155543 h 1355913"/>
                <a:gd name="connsiteX150" fmla="*/ 979973 w 1303698"/>
                <a:gd name="connsiteY150" fmla="*/ 155543 h 1355913"/>
                <a:gd name="connsiteX151" fmla="*/ 1016797 w 1303698"/>
                <a:gd name="connsiteY151" fmla="*/ 759026 h 1355913"/>
                <a:gd name="connsiteX152" fmla="*/ 1063515 w 1303698"/>
                <a:gd name="connsiteY152" fmla="*/ 757376 h 135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303698" h="1355913">
                  <a:moveTo>
                    <a:pt x="91855" y="1312553"/>
                  </a:moveTo>
                  <a:lnTo>
                    <a:pt x="91855" y="1330841"/>
                  </a:lnTo>
                  <a:lnTo>
                    <a:pt x="274735" y="1330841"/>
                  </a:lnTo>
                  <a:lnTo>
                    <a:pt x="274735" y="1312553"/>
                  </a:lnTo>
                  <a:close/>
                  <a:moveTo>
                    <a:pt x="91855" y="1284733"/>
                  </a:moveTo>
                  <a:lnTo>
                    <a:pt x="91855" y="1303021"/>
                  </a:lnTo>
                  <a:lnTo>
                    <a:pt x="274735" y="1303021"/>
                  </a:lnTo>
                  <a:lnTo>
                    <a:pt x="274735" y="1284733"/>
                  </a:lnTo>
                  <a:close/>
                  <a:moveTo>
                    <a:pt x="91855" y="1256914"/>
                  </a:moveTo>
                  <a:lnTo>
                    <a:pt x="91855" y="1275202"/>
                  </a:lnTo>
                  <a:lnTo>
                    <a:pt x="274735" y="1275202"/>
                  </a:lnTo>
                  <a:lnTo>
                    <a:pt x="274735" y="1256914"/>
                  </a:lnTo>
                  <a:close/>
                  <a:moveTo>
                    <a:pt x="91855" y="1229095"/>
                  </a:moveTo>
                  <a:lnTo>
                    <a:pt x="91855" y="1247383"/>
                  </a:lnTo>
                  <a:lnTo>
                    <a:pt x="274735" y="1247383"/>
                  </a:lnTo>
                  <a:lnTo>
                    <a:pt x="274735" y="1229095"/>
                  </a:lnTo>
                  <a:close/>
                  <a:moveTo>
                    <a:pt x="550507" y="1139433"/>
                  </a:moveTo>
                  <a:lnTo>
                    <a:pt x="550507" y="1176009"/>
                  </a:lnTo>
                  <a:lnTo>
                    <a:pt x="596469" y="1176009"/>
                  </a:lnTo>
                  <a:lnTo>
                    <a:pt x="596469" y="1139433"/>
                  </a:lnTo>
                  <a:close/>
                  <a:moveTo>
                    <a:pt x="474065" y="1139433"/>
                  </a:moveTo>
                  <a:lnTo>
                    <a:pt x="474065" y="1176009"/>
                  </a:lnTo>
                  <a:lnTo>
                    <a:pt x="520027" y="1176009"/>
                  </a:lnTo>
                  <a:lnTo>
                    <a:pt x="520027" y="1139433"/>
                  </a:lnTo>
                  <a:close/>
                  <a:moveTo>
                    <a:pt x="397623" y="1139433"/>
                  </a:moveTo>
                  <a:lnTo>
                    <a:pt x="397623" y="1176009"/>
                  </a:lnTo>
                  <a:lnTo>
                    <a:pt x="443585" y="1176009"/>
                  </a:lnTo>
                  <a:lnTo>
                    <a:pt x="443585" y="1139433"/>
                  </a:lnTo>
                  <a:close/>
                  <a:moveTo>
                    <a:pt x="321181" y="1139433"/>
                  </a:moveTo>
                  <a:lnTo>
                    <a:pt x="321181" y="1176009"/>
                  </a:lnTo>
                  <a:lnTo>
                    <a:pt x="367143" y="1176009"/>
                  </a:lnTo>
                  <a:lnTo>
                    <a:pt x="367143" y="1139433"/>
                  </a:lnTo>
                  <a:close/>
                  <a:moveTo>
                    <a:pt x="244739" y="1139433"/>
                  </a:moveTo>
                  <a:lnTo>
                    <a:pt x="244739" y="1176009"/>
                  </a:lnTo>
                  <a:lnTo>
                    <a:pt x="290701" y="1176009"/>
                  </a:lnTo>
                  <a:lnTo>
                    <a:pt x="290701" y="1139433"/>
                  </a:lnTo>
                  <a:close/>
                  <a:moveTo>
                    <a:pt x="168297" y="1139433"/>
                  </a:moveTo>
                  <a:lnTo>
                    <a:pt x="168297" y="1176009"/>
                  </a:lnTo>
                  <a:lnTo>
                    <a:pt x="214259" y="1176009"/>
                  </a:lnTo>
                  <a:lnTo>
                    <a:pt x="214259" y="1139433"/>
                  </a:lnTo>
                  <a:close/>
                  <a:moveTo>
                    <a:pt x="91855" y="1139433"/>
                  </a:moveTo>
                  <a:lnTo>
                    <a:pt x="91855" y="1176009"/>
                  </a:lnTo>
                  <a:lnTo>
                    <a:pt x="137817" y="1176009"/>
                  </a:lnTo>
                  <a:lnTo>
                    <a:pt x="137817" y="1139433"/>
                  </a:lnTo>
                  <a:close/>
                  <a:moveTo>
                    <a:pt x="550507" y="1066462"/>
                  </a:moveTo>
                  <a:lnTo>
                    <a:pt x="550507" y="1103038"/>
                  </a:lnTo>
                  <a:lnTo>
                    <a:pt x="596469" y="1103038"/>
                  </a:lnTo>
                  <a:lnTo>
                    <a:pt x="596469" y="1066462"/>
                  </a:lnTo>
                  <a:close/>
                  <a:moveTo>
                    <a:pt x="474065" y="1066462"/>
                  </a:moveTo>
                  <a:lnTo>
                    <a:pt x="474065" y="1103038"/>
                  </a:lnTo>
                  <a:lnTo>
                    <a:pt x="520027" y="1103038"/>
                  </a:lnTo>
                  <a:lnTo>
                    <a:pt x="520027" y="1066462"/>
                  </a:lnTo>
                  <a:close/>
                  <a:moveTo>
                    <a:pt x="397623" y="1066462"/>
                  </a:moveTo>
                  <a:lnTo>
                    <a:pt x="397623" y="1103038"/>
                  </a:lnTo>
                  <a:lnTo>
                    <a:pt x="443585" y="1103038"/>
                  </a:lnTo>
                  <a:lnTo>
                    <a:pt x="443585" y="1066462"/>
                  </a:lnTo>
                  <a:close/>
                  <a:moveTo>
                    <a:pt x="321181" y="1066462"/>
                  </a:moveTo>
                  <a:lnTo>
                    <a:pt x="321181" y="1103038"/>
                  </a:lnTo>
                  <a:lnTo>
                    <a:pt x="367143" y="1103038"/>
                  </a:lnTo>
                  <a:lnTo>
                    <a:pt x="367143" y="1066462"/>
                  </a:lnTo>
                  <a:close/>
                  <a:moveTo>
                    <a:pt x="244739" y="1066462"/>
                  </a:moveTo>
                  <a:lnTo>
                    <a:pt x="244739" y="1103038"/>
                  </a:lnTo>
                  <a:lnTo>
                    <a:pt x="290701" y="1103038"/>
                  </a:lnTo>
                  <a:lnTo>
                    <a:pt x="290701" y="1066462"/>
                  </a:lnTo>
                  <a:close/>
                  <a:moveTo>
                    <a:pt x="168297" y="1066462"/>
                  </a:moveTo>
                  <a:lnTo>
                    <a:pt x="168297" y="1103038"/>
                  </a:lnTo>
                  <a:lnTo>
                    <a:pt x="214259" y="1103038"/>
                  </a:lnTo>
                  <a:lnTo>
                    <a:pt x="214259" y="1066462"/>
                  </a:lnTo>
                  <a:close/>
                  <a:moveTo>
                    <a:pt x="91855" y="1066462"/>
                  </a:moveTo>
                  <a:lnTo>
                    <a:pt x="91855" y="1103038"/>
                  </a:lnTo>
                  <a:lnTo>
                    <a:pt x="137817" y="1103038"/>
                  </a:lnTo>
                  <a:lnTo>
                    <a:pt x="137817" y="1066462"/>
                  </a:lnTo>
                  <a:close/>
                  <a:moveTo>
                    <a:pt x="406719" y="768369"/>
                  </a:moveTo>
                  <a:cubicBezTo>
                    <a:pt x="397376" y="768369"/>
                    <a:pt x="392429" y="770567"/>
                    <a:pt x="392429" y="781560"/>
                  </a:cubicBezTo>
                  <a:cubicBezTo>
                    <a:pt x="392979" y="834873"/>
                    <a:pt x="392979" y="888736"/>
                    <a:pt x="391879" y="942049"/>
                  </a:cubicBezTo>
                  <a:cubicBezTo>
                    <a:pt x="391879" y="951942"/>
                    <a:pt x="395177" y="956339"/>
                    <a:pt x="405620" y="956339"/>
                  </a:cubicBezTo>
                  <a:cubicBezTo>
                    <a:pt x="416063" y="956339"/>
                    <a:pt x="419360" y="952492"/>
                    <a:pt x="419360" y="942049"/>
                  </a:cubicBezTo>
                  <a:cubicBezTo>
                    <a:pt x="418811" y="915667"/>
                    <a:pt x="419360" y="889835"/>
                    <a:pt x="419360" y="863453"/>
                  </a:cubicBezTo>
                  <a:cubicBezTo>
                    <a:pt x="419360" y="836522"/>
                    <a:pt x="418811" y="809041"/>
                    <a:pt x="419360" y="782110"/>
                  </a:cubicBezTo>
                  <a:cubicBezTo>
                    <a:pt x="419360" y="772766"/>
                    <a:pt x="417162" y="768369"/>
                    <a:pt x="406719" y="768369"/>
                  </a:cubicBezTo>
                  <a:close/>
                  <a:moveTo>
                    <a:pt x="555116" y="723300"/>
                  </a:moveTo>
                  <a:cubicBezTo>
                    <a:pt x="546872" y="723300"/>
                    <a:pt x="544674" y="727697"/>
                    <a:pt x="544674" y="734842"/>
                  </a:cubicBezTo>
                  <a:cubicBezTo>
                    <a:pt x="544674" y="804644"/>
                    <a:pt x="544674" y="874446"/>
                    <a:pt x="545223" y="944797"/>
                  </a:cubicBezTo>
                  <a:cubicBezTo>
                    <a:pt x="544674" y="953041"/>
                    <a:pt x="548521" y="956339"/>
                    <a:pt x="556765" y="956339"/>
                  </a:cubicBezTo>
                  <a:cubicBezTo>
                    <a:pt x="571056" y="955789"/>
                    <a:pt x="585895" y="955789"/>
                    <a:pt x="600185" y="956339"/>
                  </a:cubicBezTo>
                  <a:cubicBezTo>
                    <a:pt x="611177" y="956889"/>
                    <a:pt x="615025" y="952492"/>
                    <a:pt x="615025" y="941499"/>
                  </a:cubicBezTo>
                  <a:cubicBezTo>
                    <a:pt x="614475" y="916217"/>
                    <a:pt x="615025" y="891484"/>
                    <a:pt x="615025" y="866751"/>
                  </a:cubicBezTo>
                  <a:cubicBezTo>
                    <a:pt x="615025" y="861255"/>
                    <a:pt x="613926" y="853010"/>
                    <a:pt x="621071" y="853010"/>
                  </a:cubicBezTo>
                  <a:cubicBezTo>
                    <a:pt x="640857" y="853010"/>
                    <a:pt x="637010" y="839270"/>
                    <a:pt x="637559" y="827728"/>
                  </a:cubicBezTo>
                  <a:cubicBezTo>
                    <a:pt x="637559" y="818934"/>
                    <a:pt x="633712" y="816735"/>
                    <a:pt x="625468" y="816735"/>
                  </a:cubicBezTo>
                  <a:cubicBezTo>
                    <a:pt x="612277" y="816735"/>
                    <a:pt x="599086" y="816186"/>
                    <a:pt x="585895" y="816735"/>
                  </a:cubicBezTo>
                  <a:cubicBezTo>
                    <a:pt x="572704" y="817285"/>
                    <a:pt x="567208" y="811239"/>
                    <a:pt x="567208" y="798598"/>
                  </a:cubicBezTo>
                  <a:cubicBezTo>
                    <a:pt x="567208" y="788705"/>
                    <a:pt x="567208" y="778262"/>
                    <a:pt x="567208" y="767819"/>
                  </a:cubicBezTo>
                  <a:cubicBezTo>
                    <a:pt x="566659" y="767819"/>
                    <a:pt x="566659" y="767819"/>
                    <a:pt x="566659" y="767819"/>
                  </a:cubicBezTo>
                  <a:cubicBezTo>
                    <a:pt x="566659" y="756827"/>
                    <a:pt x="566659" y="746384"/>
                    <a:pt x="566659" y="735392"/>
                  </a:cubicBezTo>
                  <a:cubicBezTo>
                    <a:pt x="566659" y="727148"/>
                    <a:pt x="563910" y="723300"/>
                    <a:pt x="555116" y="723300"/>
                  </a:cubicBezTo>
                  <a:close/>
                  <a:moveTo>
                    <a:pt x="509498" y="565559"/>
                  </a:moveTo>
                  <a:cubicBezTo>
                    <a:pt x="503452" y="565559"/>
                    <a:pt x="495208" y="563910"/>
                    <a:pt x="495208" y="572704"/>
                  </a:cubicBezTo>
                  <a:cubicBezTo>
                    <a:pt x="495208" y="582597"/>
                    <a:pt x="488063" y="595239"/>
                    <a:pt x="502353" y="601284"/>
                  </a:cubicBezTo>
                  <a:cubicBezTo>
                    <a:pt x="534781" y="615025"/>
                    <a:pt x="546322" y="640857"/>
                    <a:pt x="545223" y="674384"/>
                  </a:cubicBezTo>
                  <a:cubicBezTo>
                    <a:pt x="544674" y="705712"/>
                    <a:pt x="543025" y="702964"/>
                    <a:pt x="571605" y="702964"/>
                  </a:cubicBezTo>
                  <a:cubicBezTo>
                    <a:pt x="574353" y="702964"/>
                    <a:pt x="576552" y="702964"/>
                    <a:pt x="578750" y="703514"/>
                  </a:cubicBezTo>
                  <a:cubicBezTo>
                    <a:pt x="584796" y="704613"/>
                    <a:pt x="589193" y="706262"/>
                    <a:pt x="588643" y="715056"/>
                  </a:cubicBezTo>
                  <a:cubicBezTo>
                    <a:pt x="586994" y="732644"/>
                    <a:pt x="588093" y="749682"/>
                    <a:pt x="588093" y="767270"/>
                  </a:cubicBezTo>
                  <a:cubicBezTo>
                    <a:pt x="588093" y="793651"/>
                    <a:pt x="588093" y="793651"/>
                    <a:pt x="613376" y="794751"/>
                  </a:cubicBezTo>
                  <a:cubicBezTo>
                    <a:pt x="615025" y="794751"/>
                    <a:pt x="616124" y="795300"/>
                    <a:pt x="617773" y="795300"/>
                  </a:cubicBezTo>
                  <a:cubicBezTo>
                    <a:pt x="627117" y="795850"/>
                    <a:pt x="637010" y="799148"/>
                    <a:pt x="637559" y="783758"/>
                  </a:cubicBezTo>
                  <a:cubicBezTo>
                    <a:pt x="638658" y="756827"/>
                    <a:pt x="638658" y="755178"/>
                    <a:pt x="620521" y="754629"/>
                  </a:cubicBezTo>
                  <a:cubicBezTo>
                    <a:pt x="602384" y="753529"/>
                    <a:pt x="597987" y="749682"/>
                    <a:pt x="597987" y="731545"/>
                  </a:cubicBezTo>
                  <a:cubicBezTo>
                    <a:pt x="597987" y="706262"/>
                    <a:pt x="597987" y="681529"/>
                    <a:pt x="597987" y="656796"/>
                  </a:cubicBezTo>
                  <a:cubicBezTo>
                    <a:pt x="597437" y="656796"/>
                    <a:pt x="597437" y="656796"/>
                    <a:pt x="597437" y="656796"/>
                  </a:cubicBezTo>
                  <a:cubicBezTo>
                    <a:pt x="597437" y="631514"/>
                    <a:pt x="596887" y="606231"/>
                    <a:pt x="597437" y="580949"/>
                  </a:cubicBezTo>
                  <a:cubicBezTo>
                    <a:pt x="597987" y="569956"/>
                    <a:pt x="594689" y="565009"/>
                    <a:pt x="582597" y="565559"/>
                  </a:cubicBezTo>
                  <a:cubicBezTo>
                    <a:pt x="558414" y="566109"/>
                    <a:pt x="533681" y="565559"/>
                    <a:pt x="509498" y="565559"/>
                  </a:cubicBezTo>
                  <a:close/>
                  <a:moveTo>
                    <a:pt x="1099240" y="0"/>
                  </a:moveTo>
                  <a:lnTo>
                    <a:pt x="1179484" y="0"/>
                  </a:lnTo>
                  <a:lnTo>
                    <a:pt x="1216309" y="756827"/>
                  </a:lnTo>
                  <a:lnTo>
                    <a:pt x="1303698" y="758476"/>
                  </a:lnTo>
                  <a:lnTo>
                    <a:pt x="1301500" y="1355913"/>
                  </a:lnTo>
                  <a:lnTo>
                    <a:pt x="0" y="1355913"/>
                  </a:lnTo>
                  <a:lnTo>
                    <a:pt x="2199" y="951942"/>
                  </a:lnTo>
                  <a:lnTo>
                    <a:pt x="149497" y="867850"/>
                  </a:lnTo>
                  <a:lnTo>
                    <a:pt x="190719" y="943698"/>
                  </a:lnTo>
                  <a:lnTo>
                    <a:pt x="325925" y="867300"/>
                  </a:lnTo>
                  <a:lnTo>
                    <a:pt x="364398" y="938751"/>
                  </a:lnTo>
                  <a:cubicBezTo>
                    <a:pt x="364398" y="881591"/>
                    <a:pt x="365498" y="824430"/>
                    <a:pt x="366047" y="767270"/>
                  </a:cubicBezTo>
                  <a:cubicBezTo>
                    <a:pt x="366047" y="743636"/>
                    <a:pt x="367696" y="741987"/>
                    <a:pt x="391879" y="741987"/>
                  </a:cubicBezTo>
                  <a:cubicBezTo>
                    <a:pt x="423208" y="741987"/>
                    <a:pt x="419910" y="745835"/>
                    <a:pt x="419910" y="714506"/>
                  </a:cubicBezTo>
                  <a:cubicBezTo>
                    <a:pt x="419910" y="696918"/>
                    <a:pt x="419910" y="678781"/>
                    <a:pt x="419910" y="661193"/>
                  </a:cubicBezTo>
                  <a:cubicBezTo>
                    <a:pt x="420460" y="635911"/>
                    <a:pt x="431452" y="616674"/>
                    <a:pt x="454536" y="606231"/>
                  </a:cubicBezTo>
                  <a:cubicBezTo>
                    <a:pt x="464979" y="601834"/>
                    <a:pt x="468826" y="595788"/>
                    <a:pt x="467727" y="584796"/>
                  </a:cubicBezTo>
                  <a:cubicBezTo>
                    <a:pt x="466628" y="574903"/>
                    <a:pt x="467177" y="565009"/>
                    <a:pt x="467177" y="555116"/>
                  </a:cubicBezTo>
                  <a:cubicBezTo>
                    <a:pt x="466628" y="544674"/>
                    <a:pt x="471574" y="539178"/>
                    <a:pt x="482017" y="539178"/>
                  </a:cubicBezTo>
                  <a:cubicBezTo>
                    <a:pt x="523788" y="539178"/>
                    <a:pt x="565559" y="539178"/>
                    <a:pt x="607330" y="539178"/>
                  </a:cubicBezTo>
                  <a:cubicBezTo>
                    <a:pt x="620521" y="539178"/>
                    <a:pt x="624368" y="546872"/>
                    <a:pt x="624368" y="558414"/>
                  </a:cubicBezTo>
                  <a:cubicBezTo>
                    <a:pt x="623819" y="596887"/>
                    <a:pt x="623819" y="635361"/>
                    <a:pt x="624368" y="673834"/>
                  </a:cubicBezTo>
                  <a:cubicBezTo>
                    <a:pt x="624368" y="688124"/>
                    <a:pt x="625468" y="702964"/>
                    <a:pt x="626017" y="717254"/>
                  </a:cubicBezTo>
                  <a:cubicBezTo>
                    <a:pt x="626017" y="721651"/>
                    <a:pt x="626017" y="727148"/>
                    <a:pt x="632063" y="726598"/>
                  </a:cubicBezTo>
                  <a:cubicBezTo>
                    <a:pt x="637559" y="726048"/>
                    <a:pt x="637010" y="721651"/>
                    <a:pt x="637010" y="717804"/>
                  </a:cubicBezTo>
                  <a:cubicBezTo>
                    <a:pt x="637010" y="708461"/>
                    <a:pt x="637559" y="699667"/>
                    <a:pt x="637010" y="690873"/>
                  </a:cubicBezTo>
                  <a:cubicBezTo>
                    <a:pt x="636460" y="679330"/>
                    <a:pt x="641407" y="672735"/>
                    <a:pt x="653498" y="674384"/>
                  </a:cubicBezTo>
                  <a:cubicBezTo>
                    <a:pt x="665590" y="676033"/>
                    <a:pt x="671086" y="672186"/>
                    <a:pt x="671086" y="658445"/>
                  </a:cubicBezTo>
                  <a:cubicBezTo>
                    <a:pt x="671086" y="639208"/>
                    <a:pt x="680430" y="623819"/>
                    <a:pt x="695819" y="611727"/>
                  </a:cubicBezTo>
                  <a:cubicBezTo>
                    <a:pt x="702414" y="606231"/>
                    <a:pt x="710109" y="602933"/>
                    <a:pt x="715056" y="594140"/>
                  </a:cubicBezTo>
                  <a:cubicBezTo>
                    <a:pt x="720002" y="585346"/>
                    <a:pt x="748582" y="588643"/>
                    <a:pt x="753529" y="597987"/>
                  </a:cubicBezTo>
                  <a:cubicBezTo>
                    <a:pt x="755728" y="601834"/>
                    <a:pt x="758476" y="604033"/>
                    <a:pt x="762323" y="606231"/>
                  </a:cubicBezTo>
                  <a:cubicBezTo>
                    <a:pt x="785407" y="619422"/>
                    <a:pt x="795850" y="639758"/>
                    <a:pt x="795850" y="665590"/>
                  </a:cubicBezTo>
                  <a:cubicBezTo>
                    <a:pt x="795850" y="698567"/>
                    <a:pt x="795850" y="732094"/>
                    <a:pt x="795850" y="765071"/>
                  </a:cubicBezTo>
                  <a:lnTo>
                    <a:pt x="862903" y="761773"/>
                  </a:lnTo>
                  <a:lnTo>
                    <a:pt x="898079" y="155543"/>
                  </a:lnTo>
                  <a:lnTo>
                    <a:pt x="979973" y="155543"/>
                  </a:lnTo>
                  <a:lnTo>
                    <a:pt x="1016797" y="759026"/>
                  </a:lnTo>
                  <a:lnTo>
                    <a:pt x="1063515" y="75737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8" name="Graphic 11">
            <a:extLst>
              <a:ext uri="{FF2B5EF4-FFF2-40B4-BE49-F238E27FC236}">
                <a16:creationId xmlns:a16="http://schemas.microsoft.com/office/drawing/2014/main" id="{1FC44F3B-D8BC-40E1-C8B6-BF01D81202CC}"/>
              </a:ext>
            </a:extLst>
          </p:cNvPr>
          <p:cNvSpPr/>
          <p:nvPr/>
        </p:nvSpPr>
        <p:spPr>
          <a:xfrm>
            <a:off x="10685" y="3904980"/>
            <a:ext cx="1219411" cy="2949171"/>
          </a:xfrm>
          <a:custGeom>
            <a:avLst/>
            <a:gdLst>
              <a:gd name="connsiteX0" fmla="*/ 1732970 w 1743075"/>
              <a:gd name="connsiteY0" fmla="*/ 1329937 h 4495800"/>
              <a:gd name="connsiteX1" fmla="*/ 1726302 w 1743075"/>
              <a:gd name="connsiteY1" fmla="*/ 1291837 h 4495800"/>
              <a:gd name="connsiteX2" fmla="*/ 1698680 w 1743075"/>
              <a:gd name="connsiteY2" fmla="*/ 1230877 h 4495800"/>
              <a:gd name="connsiteX3" fmla="*/ 1666295 w 1743075"/>
              <a:gd name="connsiteY3" fmla="*/ 1177537 h 4495800"/>
              <a:gd name="connsiteX4" fmla="*/ 1643435 w 1743075"/>
              <a:gd name="connsiteY4" fmla="*/ 1128959 h 4495800"/>
              <a:gd name="connsiteX5" fmla="*/ 1636767 w 1743075"/>
              <a:gd name="connsiteY5" fmla="*/ 1117529 h 4495800"/>
              <a:gd name="connsiteX6" fmla="*/ 1595810 w 1743075"/>
              <a:gd name="connsiteY6" fmla="*/ 1023232 h 4495800"/>
              <a:gd name="connsiteX7" fmla="*/ 1586285 w 1743075"/>
              <a:gd name="connsiteY7" fmla="*/ 1007039 h 4495800"/>
              <a:gd name="connsiteX8" fmla="*/ 1573902 w 1743075"/>
              <a:gd name="connsiteY8" fmla="*/ 972749 h 4495800"/>
              <a:gd name="connsiteX9" fmla="*/ 1560567 w 1743075"/>
              <a:gd name="connsiteY9" fmla="*/ 923219 h 4495800"/>
              <a:gd name="connsiteX10" fmla="*/ 1550090 w 1743075"/>
              <a:gd name="connsiteY10" fmla="*/ 880357 h 4495800"/>
              <a:gd name="connsiteX11" fmla="*/ 1547232 w 1743075"/>
              <a:gd name="connsiteY11" fmla="*/ 863212 h 4495800"/>
              <a:gd name="connsiteX12" fmla="*/ 1508180 w 1743075"/>
              <a:gd name="connsiteY12" fmla="*/ 747959 h 4495800"/>
              <a:gd name="connsiteX13" fmla="*/ 1468175 w 1743075"/>
              <a:gd name="connsiteY13" fmla="*/ 705097 h 4495800"/>
              <a:gd name="connsiteX14" fmla="*/ 1428170 w 1743075"/>
              <a:gd name="connsiteY14" fmla="*/ 685094 h 4495800"/>
              <a:gd name="connsiteX15" fmla="*/ 1380545 w 1743075"/>
              <a:gd name="connsiteY15" fmla="*/ 669854 h 4495800"/>
              <a:gd name="connsiteX16" fmla="*/ 1303392 w 1743075"/>
              <a:gd name="connsiteY16" fmla="*/ 650804 h 4495800"/>
              <a:gd name="connsiteX17" fmla="*/ 1301487 w 1743075"/>
              <a:gd name="connsiteY17" fmla="*/ 649852 h 4495800"/>
              <a:gd name="connsiteX18" fmla="*/ 1223382 w 1743075"/>
              <a:gd name="connsiteY18" fmla="*/ 629849 h 4495800"/>
              <a:gd name="connsiteX19" fmla="*/ 1160517 w 1743075"/>
              <a:gd name="connsiteY19" fmla="*/ 610799 h 4495800"/>
              <a:gd name="connsiteX20" fmla="*/ 1101462 w 1743075"/>
              <a:gd name="connsiteY20" fmla="*/ 511739 h 4495800"/>
              <a:gd name="connsiteX21" fmla="*/ 1106225 w 1743075"/>
              <a:gd name="connsiteY21" fmla="*/ 422204 h 4495800"/>
              <a:gd name="connsiteX22" fmla="*/ 1119560 w 1743075"/>
              <a:gd name="connsiteY22" fmla="*/ 398392 h 4495800"/>
              <a:gd name="connsiteX23" fmla="*/ 1150040 w 1743075"/>
              <a:gd name="connsiteY23" fmla="*/ 352672 h 4495800"/>
              <a:gd name="connsiteX24" fmla="*/ 1155755 w 1743075"/>
              <a:gd name="connsiteY24" fmla="*/ 326002 h 4495800"/>
              <a:gd name="connsiteX25" fmla="*/ 1153850 w 1743075"/>
              <a:gd name="connsiteY25" fmla="*/ 263137 h 4495800"/>
              <a:gd name="connsiteX26" fmla="*/ 1135752 w 1743075"/>
              <a:gd name="connsiteY26" fmla="*/ 252659 h 4495800"/>
              <a:gd name="connsiteX27" fmla="*/ 1124322 w 1743075"/>
              <a:gd name="connsiteY27" fmla="*/ 241229 h 4495800"/>
              <a:gd name="connsiteX28" fmla="*/ 1125275 w 1743075"/>
              <a:gd name="connsiteY28" fmla="*/ 203129 h 4495800"/>
              <a:gd name="connsiteX29" fmla="*/ 1124322 w 1743075"/>
              <a:gd name="connsiteY29" fmla="*/ 182174 h 4495800"/>
              <a:gd name="connsiteX30" fmla="*/ 1074792 w 1743075"/>
              <a:gd name="connsiteY30" fmla="*/ 56444 h 4495800"/>
              <a:gd name="connsiteX31" fmla="*/ 1048122 w 1743075"/>
              <a:gd name="connsiteY31" fmla="*/ 37394 h 4495800"/>
              <a:gd name="connsiteX32" fmla="*/ 1005260 w 1743075"/>
              <a:gd name="connsiteY32" fmla="*/ 20249 h 4495800"/>
              <a:gd name="connsiteX33" fmla="*/ 873815 w 1743075"/>
              <a:gd name="connsiteY33" fmla="*/ 24059 h 4495800"/>
              <a:gd name="connsiteX34" fmla="*/ 782375 w 1743075"/>
              <a:gd name="connsiteY34" fmla="*/ 104069 h 4495800"/>
              <a:gd name="connsiteX35" fmla="*/ 775707 w 1743075"/>
              <a:gd name="connsiteY35" fmla="*/ 117404 h 4495800"/>
              <a:gd name="connsiteX36" fmla="*/ 769040 w 1743075"/>
              <a:gd name="connsiteY36" fmla="*/ 159314 h 4495800"/>
              <a:gd name="connsiteX37" fmla="*/ 759515 w 1743075"/>
              <a:gd name="connsiteY37" fmla="*/ 293617 h 4495800"/>
              <a:gd name="connsiteX38" fmla="*/ 759515 w 1743075"/>
              <a:gd name="connsiteY38" fmla="*/ 297427 h 4495800"/>
              <a:gd name="connsiteX39" fmla="*/ 762372 w 1743075"/>
              <a:gd name="connsiteY39" fmla="*/ 370769 h 4495800"/>
              <a:gd name="connsiteX40" fmla="*/ 786185 w 1743075"/>
              <a:gd name="connsiteY40" fmla="*/ 424109 h 4495800"/>
              <a:gd name="connsiteX41" fmla="*/ 799520 w 1743075"/>
              <a:gd name="connsiteY41" fmla="*/ 446969 h 4495800"/>
              <a:gd name="connsiteX42" fmla="*/ 811902 w 1743075"/>
              <a:gd name="connsiteY42" fmla="*/ 517454 h 4495800"/>
              <a:gd name="connsiteX43" fmla="*/ 806187 w 1743075"/>
              <a:gd name="connsiteY43" fmla="*/ 540314 h 4495800"/>
              <a:gd name="connsiteX44" fmla="*/ 729035 w 1743075"/>
              <a:gd name="connsiteY44" fmla="*/ 576509 h 4495800"/>
              <a:gd name="connsiteX45" fmla="*/ 717605 w 1743075"/>
              <a:gd name="connsiteY45" fmla="*/ 579367 h 4495800"/>
              <a:gd name="connsiteX46" fmla="*/ 546155 w 1743075"/>
              <a:gd name="connsiteY46" fmla="*/ 617467 h 4495800"/>
              <a:gd name="connsiteX47" fmla="*/ 469955 w 1743075"/>
              <a:gd name="connsiteY47" fmla="*/ 627944 h 4495800"/>
              <a:gd name="connsiteX48" fmla="*/ 396612 w 1743075"/>
              <a:gd name="connsiteY48" fmla="*/ 646994 h 4495800"/>
              <a:gd name="connsiteX49" fmla="*/ 348035 w 1743075"/>
              <a:gd name="connsiteY49" fmla="*/ 688904 h 4495800"/>
              <a:gd name="connsiteX50" fmla="*/ 311840 w 1743075"/>
              <a:gd name="connsiteY50" fmla="*/ 807014 h 4495800"/>
              <a:gd name="connsiteX51" fmla="*/ 287075 w 1743075"/>
              <a:gd name="connsiteY51" fmla="*/ 848924 h 4495800"/>
              <a:gd name="connsiteX52" fmla="*/ 246117 w 1743075"/>
              <a:gd name="connsiteY52" fmla="*/ 896549 h 4495800"/>
              <a:gd name="connsiteX53" fmla="*/ 233735 w 1743075"/>
              <a:gd name="connsiteY53" fmla="*/ 922267 h 4495800"/>
              <a:gd name="connsiteX54" fmla="*/ 164202 w 1743075"/>
              <a:gd name="connsiteY54" fmla="*/ 1008944 h 4495800"/>
              <a:gd name="connsiteX55" fmla="*/ 152772 w 1743075"/>
              <a:gd name="connsiteY55" fmla="*/ 1024184 h 4495800"/>
              <a:gd name="connsiteX56" fmla="*/ 81335 w 1743075"/>
              <a:gd name="connsiteY56" fmla="*/ 1130864 h 4495800"/>
              <a:gd name="connsiteX57" fmla="*/ 10850 w 1743075"/>
              <a:gd name="connsiteY57" fmla="*/ 1280407 h 4495800"/>
              <a:gd name="connsiteX58" fmla="*/ 27042 w 1743075"/>
              <a:gd name="connsiteY58" fmla="*/ 1395659 h 4495800"/>
              <a:gd name="connsiteX59" fmla="*/ 61332 w 1743075"/>
              <a:gd name="connsiteY59" fmla="*/ 1453762 h 4495800"/>
              <a:gd name="connsiteX60" fmla="*/ 74667 w 1743075"/>
              <a:gd name="connsiteY60" fmla="*/ 1474717 h 4495800"/>
              <a:gd name="connsiteX61" fmla="*/ 97527 w 1743075"/>
              <a:gd name="connsiteY61" fmla="*/ 1509007 h 4495800"/>
              <a:gd name="connsiteX62" fmla="*/ 108005 w 1743075"/>
              <a:gd name="connsiteY62" fmla="*/ 1522342 h 4495800"/>
              <a:gd name="connsiteX63" fmla="*/ 162297 w 1743075"/>
              <a:gd name="connsiteY63" fmla="*/ 1602352 h 4495800"/>
              <a:gd name="connsiteX64" fmla="*/ 201350 w 1743075"/>
              <a:gd name="connsiteY64" fmla="*/ 1654739 h 4495800"/>
              <a:gd name="connsiteX65" fmla="*/ 288980 w 1743075"/>
              <a:gd name="connsiteY65" fmla="*/ 1768087 h 4495800"/>
              <a:gd name="connsiteX66" fmla="*/ 300410 w 1743075"/>
              <a:gd name="connsiteY66" fmla="*/ 1810949 h 4495800"/>
              <a:gd name="connsiteX67" fmla="*/ 288027 w 1743075"/>
              <a:gd name="connsiteY67" fmla="*/ 1909057 h 4495800"/>
              <a:gd name="connsiteX68" fmla="*/ 279455 w 1743075"/>
              <a:gd name="connsiteY68" fmla="*/ 2064314 h 4495800"/>
              <a:gd name="connsiteX69" fmla="*/ 277550 w 1743075"/>
              <a:gd name="connsiteY69" fmla="*/ 2079554 h 4495800"/>
              <a:gd name="connsiteX70" fmla="*/ 266120 w 1743075"/>
              <a:gd name="connsiteY70" fmla="*/ 2192902 h 4495800"/>
              <a:gd name="connsiteX71" fmla="*/ 265167 w 1743075"/>
              <a:gd name="connsiteY71" fmla="*/ 2338634 h 4495800"/>
              <a:gd name="connsiteX72" fmla="*/ 251832 w 1743075"/>
              <a:gd name="connsiteY72" fmla="*/ 2463412 h 4495800"/>
              <a:gd name="connsiteX73" fmla="*/ 268025 w 1743075"/>
              <a:gd name="connsiteY73" fmla="*/ 2496749 h 4495800"/>
              <a:gd name="connsiteX74" fmla="*/ 358512 w 1743075"/>
              <a:gd name="connsiteY74" fmla="*/ 2521514 h 4495800"/>
              <a:gd name="connsiteX75" fmla="*/ 377562 w 1743075"/>
              <a:gd name="connsiteY75" fmla="*/ 2525324 h 4495800"/>
              <a:gd name="connsiteX76" fmla="*/ 467097 w 1743075"/>
              <a:gd name="connsiteY76" fmla="*/ 2499607 h 4495800"/>
              <a:gd name="connsiteX77" fmla="*/ 496625 w 1743075"/>
              <a:gd name="connsiteY77" fmla="*/ 2472937 h 4495800"/>
              <a:gd name="connsiteX78" fmla="*/ 498530 w 1743075"/>
              <a:gd name="connsiteY78" fmla="*/ 2500559 h 4495800"/>
              <a:gd name="connsiteX79" fmla="*/ 497577 w 1743075"/>
              <a:gd name="connsiteY79" fmla="*/ 2653912 h 4495800"/>
              <a:gd name="connsiteX80" fmla="*/ 491862 w 1743075"/>
              <a:gd name="connsiteY80" fmla="*/ 2752972 h 4495800"/>
              <a:gd name="connsiteX81" fmla="*/ 489957 w 1743075"/>
              <a:gd name="connsiteY81" fmla="*/ 2915849 h 4495800"/>
              <a:gd name="connsiteX82" fmla="*/ 483290 w 1743075"/>
              <a:gd name="connsiteY82" fmla="*/ 3303517 h 4495800"/>
              <a:gd name="connsiteX83" fmla="*/ 483290 w 1743075"/>
              <a:gd name="connsiteY83" fmla="*/ 3423532 h 4495800"/>
              <a:gd name="connsiteX84" fmla="*/ 489005 w 1743075"/>
              <a:gd name="connsiteY84" fmla="*/ 3666419 h 4495800"/>
              <a:gd name="connsiteX85" fmla="*/ 497577 w 1743075"/>
              <a:gd name="connsiteY85" fmla="*/ 3953122 h 4495800"/>
              <a:gd name="connsiteX86" fmla="*/ 498530 w 1743075"/>
              <a:gd name="connsiteY86" fmla="*/ 3964552 h 4495800"/>
              <a:gd name="connsiteX87" fmla="*/ 505197 w 1743075"/>
              <a:gd name="connsiteY87" fmla="*/ 4019797 h 4495800"/>
              <a:gd name="connsiteX88" fmla="*/ 507102 w 1743075"/>
              <a:gd name="connsiteY88" fmla="*/ 4083614 h 4495800"/>
              <a:gd name="connsiteX89" fmla="*/ 513770 w 1743075"/>
              <a:gd name="connsiteY89" fmla="*/ 4111237 h 4495800"/>
              <a:gd name="connsiteX90" fmla="*/ 539487 w 1743075"/>
              <a:gd name="connsiteY90" fmla="*/ 4176959 h 4495800"/>
              <a:gd name="connsiteX91" fmla="*/ 562347 w 1743075"/>
              <a:gd name="connsiteY91" fmla="*/ 4278877 h 4495800"/>
              <a:gd name="connsiteX92" fmla="*/ 561395 w 1743075"/>
              <a:gd name="connsiteY92" fmla="*/ 4299832 h 4495800"/>
              <a:gd name="connsiteX93" fmla="*/ 551870 w 1743075"/>
              <a:gd name="connsiteY93" fmla="*/ 4354124 h 4495800"/>
              <a:gd name="connsiteX94" fmla="*/ 583302 w 1743075"/>
              <a:gd name="connsiteY94" fmla="*/ 4404607 h 4495800"/>
              <a:gd name="connsiteX95" fmla="*/ 600447 w 1743075"/>
              <a:gd name="connsiteY95" fmla="*/ 4423657 h 4495800"/>
              <a:gd name="connsiteX96" fmla="*/ 628070 w 1743075"/>
              <a:gd name="connsiteY96" fmla="*/ 4459852 h 4495800"/>
              <a:gd name="connsiteX97" fmla="*/ 690935 w 1743075"/>
              <a:gd name="connsiteY97" fmla="*/ 4483664 h 4495800"/>
              <a:gd name="connsiteX98" fmla="*/ 762372 w 1743075"/>
              <a:gd name="connsiteY98" fmla="*/ 4492237 h 4495800"/>
              <a:gd name="connsiteX99" fmla="*/ 898580 w 1743075"/>
              <a:gd name="connsiteY99" fmla="*/ 4493189 h 4495800"/>
              <a:gd name="connsiteX100" fmla="*/ 913820 w 1743075"/>
              <a:gd name="connsiteY100" fmla="*/ 4464614 h 4495800"/>
              <a:gd name="connsiteX101" fmla="*/ 901437 w 1743075"/>
              <a:gd name="connsiteY101" fmla="*/ 4434134 h 4495800"/>
              <a:gd name="connsiteX102" fmla="*/ 869052 w 1743075"/>
              <a:gd name="connsiteY102" fmla="*/ 4351267 h 4495800"/>
              <a:gd name="connsiteX103" fmla="*/ 859527 w 1743075"/>
              <a:gd name="connsiteY103" fmla="*/ 4338884 h 4495800"/>
              <a:gd name="connsiteX104" fmla="*/ 811902 w 1743075"/>
              <a:gd name="connsiteY104" fmla="*/ 4263637 h 4495800"/>
              <a:gd name="connsiteX105" fmla="*/ 812855 w 1743075"/>
              <a:gd name="connsiteY105" fmla="*/ 4206487 h 4495800"/>
              <a:gd name="connsiteX106" fmla="*/ 823332 w 1743075"/>
              <a:gd name="connsiteY106" fmla="*/ 4165529 h 4495800"/>
              <a:gd name="connsiteX107" fmla="*/ 841430 w 1743075"/>
              <a:gd name="connsiteY107" fmla="*/ 4050277 h 4495800"/>
              <a:gd name="connsiteX108" fmla="*/ 849050 w 1743075"/>
              <a:gd name="connsiteY108" fmla="*/ 3982649 h 4495800"/>
              <a:gd name="connsiteX109" fmla="*/ 837620 w 1743075"/>
              <a:gd name="connsiteY109" fmla="*/ 3734999 h 4495800"/>
              <a:gd name="connsiteX110" fmla="*/ 826190 w 1743075"/>
              <a:gd name="connsiteY110" fmla="*/ 3662609 h 4495800"/>
              <a:gd name="connsiteX111" fmla="*/ 807140 w 1743075"/>
              <a:gd name="connsiteY111" fmla="*/ 3601649 h 4495800"/>
              <a:gd name="connsiteX112" fmla="*/ 789995 w 1743075"/>
              <a:gd name="connsiteY112" fmla="*/ 3537832 h 4495800"/>
              <a:gd name="connsiteX113" fmla="*/ 786185 w 1743075"/>
              <a:gd name="connsiteY113" fmla="*/ 3494017 h 4495800"/>
              <a:gd name="connsiteX114" fmla="*/ 790947 w 1743075"/>
              <a:gd name="connsiteY114" fmla="*/ 3454012 h 4495800"/>
              <a:gd name="connsiteX115" fmla="*/ 798567 w 1743075"/>
              <a:gd name="connsiteY115" fmla="*/ 3393052 h 4495800"/>
              <a:gd name="connsiteX116" fmla="*/ 799520 w 1743075"/>
              <a:gd name="connsiteY116" fmla="*/ 3274942 h 4495800"/>
              <a:gd name="connsiteX117" fmla="*/ 803330 w 1743075"/>
              <a:gd name="connsiteY117" fmla="*/ 3260654 h 4495800"/>
              <a:gd name="connsiteX118" fmla="*/ 819522 w 1743075"/>
              <a:gd name="connsiteY118" fmla="*/ 3223507 h 4495800"/>
              <a:gd name="connsiteX119" fmla="*/ 825237 w 1743075"/>
              <a:gd name="connsiteY119" fmla="*/ 3178739 h 4495800"/>
              <a:gd name="connsiteX120" fmla="*/ 903342 w 1743075"/>
              <a:gd name="connsiteY120" fmla="*/ 2818694 h 4495800"/>
              <a:gd name="connsiteX121" fmla="*/ 921440 w 1743075"/>
              <a:gd name="connsiteY121" fmla="*/ 2752019 h 4495800"/>
              <a:gd name="connsiteX122" fmla="*/ 927155 w 1743075"/>
              <a:gd name="connsiteY122" fmla="*/ 2753924 h 4495800"/>
              <a:gd name="connsiteX123" fmla="*/ 917630 w 1743075"/>
              <a:gd name="connsiteY123" fmla="*/ 2838697 h 4495800"/>
              <a:gd name="connsiteX124" fmla="*/ 899532 w 1743075"/>
              <a:gd name="connsiteY124" fmla="*/ 3093967 h 4495800"/>
              <a:gd name="connsiteX125" fmla="*/ 902390 w 1743075"/>
              <a:gd name="connsiteY125" fmla="*/ 3124447 h 4495800"/>
              <a:gd name="connsiteX126" fmla="*/ 893817 w 1743075"/>
              <a:gd name="connsiteY126" fmla="*/ 3190169 h 4495800"/>
              <a:gd name="connsiteX127" fmla="*/ 894770 w 1743075"/>
              <a:gd name="connsiteY127" fmla="*/ 3224459 h 4495800"/>
              <a:gd name="connsiteX128" fmla="*/ 905247 w 1743075"/>
              <a:gd name="connsiteY128" fmla="*/ 3328282 h 4495800"/>
              <a:gd name="connsiteX129" fmla="*/ 905247 w 1743075"/>
              <a:gd name="connsiteY129" fmla="*/ 3412102 h 4495800"/>
              <a:gd name="connsiteX130" fmla="*/ 913820 w 1743075"/>
              <a:gd name="connsiteY130" fmla="*/ 3633082 h 4495800"/>
              <a:gd name="connsiteX131" fmla="*/ 919535 w 1743075"/>
              <a:gd name="connsiteY131" fmla="*/ 3730237 h 4495800"/>
              <a:gd name="connsiteX132" fmla="*/ 916677 w 1743075"/>
              <a:gd name="connsiteY132" fmla="*/ 3760717 h 4495800"/>
              <a:gd name="connsiteX133" fmla="*/ 896675 w 1743075"/>
              <a:gd name="connsiteY133" fmla="*/ 3862634 h 4495800"/>
              <a:gd name="connsiteX134" fmla="*/ 883340 w 1743075"/>
              <a:gd name="connsiteY134" fmla="*/ 4033132 h 4495800"/>
              <a:gd name="connsiteX135" fmla="*/ 855717 w 1743075"/>
              <a:gd name="connsiteY135" fmla="*/ 4201724 h 4495800"/>
              <a:gd name="connsiteX136" fmla="*/ 880482 w 1743075"/>
              <a:gd name="connsiteY136" fmla="*/ 4262684 h 4495800"/>
              <a:gd name="connsiteX137" fmla="*/ 936680 w 1743075"/>
              <a:gd name="connsiteY137" fmla="*/ 4289354 h 4495800"/>
              <a:gd name="connsiteX138" fmla="*/ 979542 w 1743075"/>
              <a:gd name="connsiteY138" fmla="*/ 4295069 h 4495800"/>
              <a:gd name="connsiteX139" fmla="*/ 1015737 w 1743075"/>
              <a:gd name="connsiteY139" fmla="*/ 4306499 h 4495800"/>
              <a:gd name="connsiteX140" fmla="*/ 1038597 w 1743075"/>
              <a:gd name="connsiteY140" fmla="*/ 4339837 h 4495800"/>
              <a:gd name="connsiteX141" fmla="*/ 1059552 w 1743075"/>
              <a:gd name="connsiteY141" fmla="*/ 4361744 h 4495800"/>
              <a:gd name="connsiteX142" fmla="*/ 1170995 w 1743075"/>
              <a:gd name="connsiteY142" fmla="*/ 4391272 h 4495800"/>
              <a:gd name="connsiteX143" fmla="*/ 1283390 w 1743075"/>
              <a:gd name="connsiteY143" fmla="*/ 4390319 h 4495800"/>
              <a:gd name="connsiteX144" fmla="*/ 1321490 w 1743075"/>
              <a:gd name="connsiteY144" fmla="*/ 4385557 h 4495800"/>
              <a:gd name="connsiteX145" fmla="*/ 1333872 w 1743075"/>
              <a:gd name="connsiteY145" fmla="*/ 4358887 h 4495800"/>
              <a:gd name="connsiteX146" fmla="*/ 1317680 w 1743075"/>
              <a:gd name="connsiteY146" fmla="*/ 4324597 h 4495800"/>
              <a:gd name="connsiteX147" fmla="*/ 1297677 w 1743075"/>
              <a:gd name="connsiteY147" fmla="*/ 4296974 h 4495800"/>
              <a:gd name="connsiteX148" fmla="*/ 1258625 w 1743075"/>
              <a:gd name="connsiteY148" fmla="*/ 4268399 h 4495800"/>
              <a:gd name="connsiteX149" fmla="*/ 1196712 w 1743075"/>
              <a:gd name="connsiteY149" fmla="*/ 4203629 h 4495800"/>
              <a:gd name="connsiteX150" fmla="*/ 1195760 w 1743075"/>
              <a:gd name="connsiteY150" fmla="*/ 4201724 h 4495800"/>
              <a:gd name="connsiteX151" fmla="*/ 1173852 w 1743075"/>
              <a:gd name="connsiteY151" fmla="*/ 4137907 h 4495800"/>
              <a:gd name="connsiteX152" fmla="*/ 1159565 w 1743075"/>
              <a:gd name="connsiteY152" fmla="*/ 4061707 h 4495800"/>
              <a:gd name="connsiteX153" fmla="*/ 1165280 w 1743075"/>
              <a:gd name="connsiteY153" fmla="*/ 4002652 h 4495800"/>
              <a:gd name="connsiteX154" fmla="*/ 1172900 w 1743075"/>
              <a:gd name="connsiteY154" fmla="*/ 3971219 h 4495800"/>
              <a:gd name="connsiteX155" fmla="*/ 1185282 w 1743075"/>
              <a:gd name="connsiteY155" fmla="*/ 3875017 h 4495800"/>
              <a:gd name="connsiteX156" fmla="*/ 1194807 w 1743075"/>
              <a:gd name="connsiteY156" fmla="*/ 3808342 h 4495800"/>
              <a:gd name="connsiteX157" fmla="*/ 1204332 w 1743075"/>
              <a:gd name="connsiteY157" fmla="*/ 3674992 h 4495800"/>
              <a:gd name="connsiteX158" fmla="*/ 1206237 w 1743075"/>
              <a:gd name="connsiteY158" fmla="*/ 3661657 h 4495800"/>
              <a:gd name="connsiteX159" fmla="*/ 1226240 w 1743075"/>
              <a:gd name="connsiteY159" fmla="*/ 3498779 h 4495800"/>
              <a:gd name="connsiteX160" fmla="*/ 1231002 w 1743075"/>
              <a:gd name="connsiteY160" fmla="*/ 3436867 h 4495800"/>
              <a:gd name="connsiteX161" fmla="*/ 1230050 w 1743075"/>
              <a:gd name="connsiteY161" fmla="*/ 3412102 h 4495800"/>
              <a:gd name="connsiteX162" fmla="*/ 1225287 w 1743075"/>
              <a:gd name="connsiteY162" fmla="*/ 3374002 h 4495800"/>
              <a:gd name="connsiteX163" fmla="*/ 1225287 w 1743075"/>
              <a:gd name="connsiteY163" fmla="*/ 3293992 h 4495800"/>
              <a:gd name="connsiteX164" fmla="*/ 1231955 w 1743075"/>
              <a:gd name="connsiteY164" fmla="*/ 3253987 h 4495800"/>
              <a:gd name="connsiteX165" fmla="*/ 1239575 w 1743075"/>
              <a:gd name="connsiteY165" fmla="*/ 3222554 h 4495800"/>
              <a:gd name="connsiteX166" fmla="*/ 1248147 w 1743075"/>
              <a:gd name="connsiteY166" fmla="*/ 3120637 h 4495800"/>
              <a:gd name="connsiteX167" fmla="*/ 1250052 w 1743075"/>
              <a:gd name="connsiteY167" fmla="*/ 3109207 h 4495800"/>
              <a:gd name="connsiteX168" fmla="*/ 1263387 w 1743075"/>
              <a:gd name="connsiteY168" fmla="*/ 3019672 h 4495800"/>
              <a:gd name="connsiteX169" fmla="*/ 1274817 w 1743075"/>
              <a:gd name="connsiteY169" fmla="*/ 2951092 h 4495800"/>
              <a:gd name="connsiteX170" fmla="*/ 1287200 w 1743075"/>
              <a:gd name="connsiteY170" fmla="*/ 2882512 h 4495800"/>
              <a:gd name="connsiteX171" fmla="*/ 1289105 w 1743075"/>
              <a:gd name="connsiteY171" fmla="*/ 2861557 h 4495800"/>
              <a:gd name="connsiteX172" fmla="*/ 1302440 w 1743075"/>
              <a:gd name="connsiteY172" fmla="*/ 2764402 h 4495800"/>
              <a:gd name="connsiteX173" fmla="*/ 1308155 w 1743075"/>
              <a:gd name="connsiteY173" fmla="*/ 2728207 h 4495800"/>
              <a:gd name="connsiteX174" fmla="*/ 1317680 w 1743075"/>
              <a:gd name="connsiteY174" fmla="*/ 2672962 h 4495800"/>
              <a:gd name="connsiteX175" fmla="*/ 1328157 w 1743075"/>
              <a:gd name="connsiteY175" fmla="*/ 2557709 h 4495800"/>
              <a:gd name="connsiteX176" fmla="*/ 1329110 w 1743075"/>
              <a:gd name="connsiteY176" fmla="*/ 2553899 h 4495800"/>
              <a:gd name="connsiteX177" fmla="*/ 1348160 w 1743075"/>
              <a:gd name="connsiteY177" fmla="*/ 2535802 h 4495800"/>
              <a:gd name="connsiteX178" fmla="*/ 1445315 w 1743075"/>
              <a:gd name="connsiteY178" fmla="*/ 2494844 h 4495800"/>
              <a:gd name="connsiteX179" fmla="*/ 1474842 w 1743075"/>
              <a:gd name="connsiteY179" fmla="*/ 2438647 h 4495800"/>
              <a:gd name="connsiteX180" fmla="*/ 1470080 w 1743075"/>
              <a:gd name="connsiteY180" fmla="*/ 2388164 h 4495800"/>
              <a:gd name="connsiteX181" fmla="*/ 1468175 w 1743075"/>
              <a:gd name="connsiteY181" fmla="*/ 2351017 h 4495800"/>
              <a:gd name="connsiteX182" fmla="*/ 1460555 w 1743075"/>
              <a:gd name="connsiteY182" fmla="*/ 1997639 h 4495800"/>
              <a:gd name="connsiteX183" fmla="*/ 1460555 w 1743075"/>
              <a:gd name="connsiteY183" fmla="*/ 1976684 h 4495800"/>
              <a:gd name="connsiteX184" fmla="*/ 1471985 w 1743075"/>
              <a:gd name="connsiteY184" fmla="*/ 1951919 h 4495800"/>
              <a:gd name="connsiteX185" fmla="*/ 1495797 w 1743075"/>
              <a:gd name="connsiteY185" fmla="*/ 1918582 h 4495800"/>
              <a:gd name="connsiteX186" fmla="*/ 1513895 w 1743075"/>
              <a:gd name="connsiteY186" fmla="*/ 1884292 h 4495800"/>
              <a:gd name="connsiteX187" fmla="*/ 1573902 w 1743075"/>
              <a:gd name="connsiteY187" fmla="*/ 1793804 h 4495800"/>
              <a:gd name="connsiteX188" fmla="*/ 1599620 w 1743075"/>
              <a:gd name="connsiteY188" fmla="*/ 1739512 h 4495800"/>
              <a:gd name="connsiteX189" fmla="*/ 1692965 w 1743075"/>
              <a:gd name="connsiteY189" fmla="*/ 1561394 h 4495800"/>
              <a:gd name="connsiteX190" fmla="*/ 1714872 w 1743075"/>
              <a:gd name="connsiteY190" fmla="*/ 1491862 h 4495800"/>
              <a:gd name="connsiteX191" fmla="*/ 1729160 w 1743075"/>
              <a:gd name="connsiteY191" fmla="*/ 1408042 h 4495800"/>
              <a:gd name="connsiteX192" fmla="*/ 1732970 w 1743075"/>
              <a:gd name="connsiteY192" fmla="*/ 1329937 h 4495800"/>
              <a:gd name="connsiteX193" fmla="*/ 373752 w 1743075"/>
              <a:gd name="connsiteY193" fmla="*/ 1452809 h 4495800"/>
              <a:gd name="connsiteX194" fmla="*/ 367085 w 1743075"/>
              <a:gd name="connsiteY194" fmla="*/ 1460429 h 4495800"/>
              <a:gd name="connsiteX195" fmla="*/ 361370 w 1743075"/>
              <a:gd name="connsiteY195" fmla="*/ 1453762 h 4495800"/>
              <a:gd name="connsiteX196" fmla="*/ 319460 w 1743075"/>
              <a:gd name="connsiteY196" fmla="*/ 1365179 h 4495800"/>
              <a:gd name="connsiteX197" fmla="*/ 310887 w 1743075"/>
              <a:gd name="connsiteY197" fmla="*/ 1351844 h 4495800"/>
              <a:gd name="connsiteX198" fmla="*/ 311840 w 1743075"/>
              <a:gd name="connsiteY198" fmla="*/ 1334699 h 4495800"/>
              <a:gd name="connsiteX199" fmla="*/ 343272 w 1743075"/>
              <a:gd name="connsiteY199" fmla="*/ 1297552 h 4495800"/>
              <a:gd name="connsiteX200" fmla="*/ 367085 w 1743075"/>
              <a:gd name="connsiteY200" fmla="*/ 1301362 h 4495800"/>
              <a:gd name="connsiteX201" fmla="*/ 377562 w 1743075"/>
              <a:gd name="connsiteY201" fmla="*/ 1348034 h 4495800"/>
              <a:gd name="connsiteX202" fmla="*/ 377562 w 1743075"/>
              <a:gd name="connsiteY202" fmla="*/ 1381372 h 4495800"/>
              <a:gd name="connsiteX203" fmla="*/ 381372 w 1743075"/>
              <a:gd name="connsiteY203" fmla="*/ 1381372 h 4495800"/>
              <a:gd name="connsiteX204" fmla="*/ 373752 w 1743075"/>
              <a:gd name="connsiteY204" fmla="*/ 1452809 h 4495800"/>
              <a:gd name="connsiteX205" fmla="*/ 575682 w 1743075"/>
              <a:gd name="connsiteY205" fmla="*/ 1686172 h 4495800"/>
              <a:gd name="connsiteX206" fmla="*/ 559490 w 1743075"/>
              <a:gd name="connsiteY206" fmla="*/ 1708079 h 4495800"/>
              <a:gd name="connsiteX207" fmla="*/ 480432 w 1743075"/>
              <a:gd name="connsiteY207" fmla="*/ 1817617 h 4495800"/>
              <a:gd name="connsiteX208" fmla="*/ 476622 w 1743075"/>
              <a:gd name="connsiteY208" fmla="*/ 1834762 h 4495800"/>
              <a:gd name="connsiteX209" fmla="*/ 437570 w 1743075"/>
              <a:gd name="connsiteY209" fmla="*/ 1828094 h 4495800"/>
              <a:gd name="connsiteX210" fmla="*/ 466145 w 1743075"/>
              <a:gd name="connsiteY210" fmla="*/ 1792852 h 4495800"/>
              <a:gd name="connsiteX211" fmla="*/ 557585 w 1743075"/>
              <a:gd name="connsiteY211" fmla="*/ 1688077 h 4495800"/>
              <a:gd name="connsiteX212" fmla="*/ 567110 w 1743075"/>
              <a:gd name="connsiteY212" fmla="*/ 1678552 h 4495800"/>
              <a:gd name="connsiteX213" fmla="*/ 573777 w 1743075"/>
              <a:gd name="connsiteY213" fmla="*/ 1678552 h 4495800"/>
              <a:gd name="connsiteX214" fmla="*/ 575682 w 1743075"/>
              <a:gd name="connsiteY214" fmla="*/ 1686172 h 4495800"/>
              <a:gd name="connsiteX215" fmla="*/ 889055 w 1743075"/>
              <a:gd name="connsiteY215" fmla="*/ 1877624 h 4495800"/>
              <a:gd name="connsiteX216" fmla="*/ 890007 w 1743075"/>
              <a:gd name="connsiteY216" fmla="*/ 1871909 h 4495800"/>
              <a:gd name="connsiteX217" fmla="*/ 887150 w 1743075"/>
              <a:gd name="connsiteY217" fmla="*/ 1834762 h 4495800"/>
              <a:gd name="connsiteX218" fmla="*/ 789995 w 1743075"/>
              <a:gd name="connsiteY218" fmla="*/ 1769992 h 4495800"/>
              <a:gd name="connsiteX219" fmla="*/ 689030 w 1743075"/>
              <a:gd name="connsiteY219" fmla="*/ 1727129 h 4495800"/>
              <a:gd name="connsiteX220" fmla="*/ 655692 w 1743075"/>
              <a:gd name="connsiteY220" fmla="*/ 1712842 h 4495800"/>
              <a:gd name="connsiteX221" fmla="*/ 604257 w 1743075"/>
              <a:gd name="connsiteY221" fmla="*/ 1685219 h 4495800"/>
              <a:gd name="connsiteX222" fmla="*/ 602352 w 1743075"/>
              <a:gd name="connsiteY222" fmla="*/ 1636642 h 4495800"/>
              <a:gd name="connsiteX223" fmla="*/ 618545 w 1743075"/>
              <a:gd name="connsiteY223" fmla="*/ 1626164 h 4495800"/>
              <a:gd name="connsiteX224" fmla="*/ 628070 w 1743075"/>
              <a:gd name="connsiteY224" fmla="*/ 1608067 h 4495800"/>
              <a:gd name="connsiteX225" fmla="*/ 637595 w 1743075"/>
              <a:gd name="connsiteY225" fmla="*/ 1581397 h 4495800"/>
              <a:gd name="connsiteX226" fmla="*/ 711890 w 1743075"/>
              <a:gd name="connsiteY226" fmla="*/ 1492814 h 4495800"/>
              <a:gd name="connsiteX227" fmla="*/ 788090 w 1743075"/>
              <a:gd name="connsiteY227" fmla="*/ 1357559 h 4495800"/>
              <a:gd name="connsiteX228" fmla="*/ 821427 w 1743075"/>
              <a:gd name="connsiteY228" fmla="*/ 1114672 h 4495800"/>
              <a:gd name="connsiteX229" fmla="*/ 819522 w 1743075"/>
              <a:gd name="connsiteY229" fmla="*/ 889882 h 4495800"/>
              <a:gd name="connsiteX230" fmla="*/ 813807 w 1743075"/>
              <a:gd name="connsiteY230" fmla="*/ 738434 h 4495800"/>
              <a:gd name="connsiteX231" fmla="*/ 813807 w 1743075"/>
              <a:gd name="connsiteY231" fmla="*/ 720337 h 4495800"/>
              <a:gd name="connsiteX232" fmla="*/ 818570 w 1743075"/>
              <a:gd name="connsiteY232" fmla="*/ 718432 h 4495800"/>
              <a:gd name="connsiteX233" fmla="*/ 863337 w 1743075"/>
              <a:gd name="connsiteY233" fmla="*/ 815587 h 4495800"/>
              <a:gd name="connsiteX234" fmla="*/ 866195 w 1743075"/>
              <a:gd name="connsiteY234" fmla="*/ 814634 h 4495800"/>
              <a:gd name="connsiteX235" fmla="*/ 848097 w 1743075"/>
              <a:gd name="connsiteY235" fmla="*/ 771772 h 4495800"/>
              <a:gd name="connsiteX236" fmla="*/ 828095 w 1743075"/>
              <a:gd name="connsiteY236" fmla="*/ 727004 h 4495800"/>
              <a:gd name="connsiteX237" fmla="*/ 810950 w 1743075"/>
              <a:gd name="connsiteY237" fmla="*/ 617467 h 4495800"/>
              <a:gd name="connsiteX238" fmla="*/ 812855 w 1743075"/>
              <a:gd name="connsiteY238" fmla="*/ 580319 h 4495800"/>
              <a:gd name="connsiteX239" fmla="*/ 816665 w 1743075"/>
              <a:gd name="connsiteY239" fmla="*/ 556507 h 4495800"/>
              <a:gd name="connsiteX240" fmla="*/ 821427 w 1743075"/>
              <a:gd name="connsiteY240" fmla="*/ 554602 h 4495800"/>
              <a:gd name="connsiteX241" fmla="*/ 856670 w 1743075"/>
              <a:gd name="connsiteY241" fmla="*/ 594607 h 4495800"/>
              <a:gd name="connsiteX242" fmla="*/ 913820 w 1743075"/>
              <a:gd name="connsiteY242" fmla="*/ 638422 h 4495800"/>
              <a:gd name="connsiteX243" fmla="*/ 974780 w 1743075"/>
              <a:gd name="connsiteY243" fmla="*/ 679379 h 4495800"/>
              <a:gd name="connsiteX244" fmla="*/ 973827 w 1743075"/>
              <a:gd name="connsiteY244" fmla="*/ 696524 h 4495800"/>
              <a:gd name="connsiteX245" fmla="*/ 950015 w 1743075"/>
              <a:gd name="connsiteY245" fmla="*/ 721289 h 4495800"/>
              <a:gd name="connsiteX246" fmla="*/ 899532 w 1743075"/>
              <a:gd name="connsiteY246" fmla="*/ 797489 h 4495800"/>
              <a:gd name="connsiteX247" fmla="*/ 930012 w 1743075"/>
              <a:gd name="connsiteY247" fmla="*/ 759389 h 4495800"/>
              <a:gd name="connsiteX248" fmla="*/ 945252 w 1743075"/>
              <a:gd name="connsiteY248" fmla="*/ 759389 h 4495800"/>
              <a:gd name="connsiteX249" fmla="*/ 954777 w 1743075"/>
              <a:gd name="connsiteY249" fmla="*/ 800347 h 4495800"/>
              <a:gd name="connsiteX250" fmla="*/ 910962 w 1743075"/>
              <a:gd name="connsiteY250" fmla="*/ 1142294 h 4495800"/>
              <a:gd name="connsiteX251" fmla="*/ 917630 w 1743075"/>
              <a:gd name="connsiteY251" fmla="*/ 1495672 h 4495800"/>
              <a:gd name="connsiteX252" fmla="*/ 929060 w 1743075"/>
              <a:gd name="connsiteY252" fmla="*/ 1776659 h 4495800"/>
              <a:gd name="connsiteX253" fmla="*/ 938585 w 1743075"/>
              <a:gd name="connsiteY253" fmla="*/ 1802377 h 4495800"/>
              <a:gd name="connsiteX254" fmla="*/ 1026215 w 1743075"/>
              <a:gd name="connsiteY254" fmla="*/ 1895722 h 4495800"/>
              <a:gd name="connsiteX255" fmla="*/ 1036692 w 1743075"/>
              <a:gd name="connsiteY255" fmla="*/ 1909057 h 4495800"/>
              <a:gd name="connsiteX256" fmla="*/ 889055 w 1743075"/>
              <a:gd name="connsiteY256" fmla="*/ 1877624 h 4495800"/>
              <a:gd name="connsiteX257" fmla="*/ 1279580 w 1743075"/>
              <a:gd name="connsiteY257" fmla="*/ 1673789 h 4495800"/>
              <a:gd name="connsiteX258" fmla="*/ 1275770 w 1743075"/>
              <a:gd name="connsiteY258" fmla="*/ 1747132 h 4495800"/>
              <a:gd name="connsiteX259" fmla="*/ 1250052 w 1743075"/>
              <a:gd name="connsiteY259" fmla="*/ 1809044 h 4495800"/>
              <a:gd name="connsiteX260" fmla="*/ 1188140 w 1743075"/>
              <a:gd name="connsiteY260" fmla="*/ 1870004 h 4495800"/>
              <a:gd name="connsiteX261" fmla="*/ 1170042 w 1743075"/>
              <a:gd name="connsiteY261" fmla="*/ 1907152 h 4495800"/>
              <a:gd name="connsiteX262" fmla="*/ 1160517 w 1743075"/>
              <a:gd name="connsiteY262" fmla="*/ 1919534 h 4495800"/>
              <a:gd name="connsiteX263" fmla="*/ 1142420 w 1743075"/>
              <a:gd name="connsiteY263" fmla="*/ 1924297 h 4495800"/>
              <a:gd name="connsiteX264" fmla="*/ 1045265 w 1743075"/>
              <a:gd name="connsiteY264" fmla="*/ 1916677 h 4495800"/>
              <a:gd name="connsiteX265" fmla="*/ 1053837 w 1743075"/>
              <a:gd name="connsiteY265" fmla="*/ 1901437 h 4495800"/>
              <a:gd name="connsiteX266" fmla="*/ 1132895 w 1743075"/>
              <a:gd name="connsiteY266" fmla="*/ 1803329 h 4495800"/>
              <a:gd name="connsiteX267" fmla="*/ 1143372 w 1743075"/>
              <a:gd name="connsiteY267" fmla="*/ 1770944 h 4495800"/>
              <a:gd name="connsiteX268" fmla="*/ 1137657 w 1743075"/>
              <a:gd name="connsiteY268" fmla="*/ 1666169 h 4495800"/>
              <a:gd name="connsiteX269" fmla="*/ 1130037 w 1743075"/>
              <a:gd name="connsiteY269" fmla="*/ 1505197 h 4495800"/>
              <a:gd name="connsiteX270" fmla="*/ 1115750 w 1743075"/>
              <a:gd name="connsiteY270" fmla="*/ 1296599 h 4495800"/>
              <a:gd name="connsiteX271" fmla="*/ 1094795 w 1743075"/>
              <a:gd name="connsiteY271" fmla="*/ 1091812 h 4495800"/>
              <a:gd name="connsiteX272" fmla="*/ 1037645 w 1743075"/>
              <a:gd name="connsiteY272" fmla="*/ 839399 h 4495800"/>
              <a:gd name="connsiteX273" fmla="*/ 1019547 w 1743075"/>
              <a:gd name="connsiteY273" fmla="*/ 780344 h 4495800"/>
              <a:gd name="connsiteX274" fmla="*/ 1024310 w 1743075"/>
              <a:gd name="connsiteY274" fmla="*/ 761294 h 4495800"/>
              <a:gd name="connsiteX275" fmla="*/ 1042407 w 1743075"/>
              <a:gd name="connsiteY275" fmla="*/ 744149 h 4495800"/>
              <a:gd name="connsiteX276" fmla="*/ 1069077 w 1743075"/>
              <a:gd name="connsiteY276" fmla="*/ 806062 h 4495800"/>
              <a:gd name="connsiteX277" fmla="*/ 1014785 w 1743075"/>
              <a:gd name="connsiteY277" fmla="*/ 699382 h 4495800"/>
              <a:gd name="connsiteX278" fmla="*/ 1015737 w 1743075"/>
              <a:gd name="connsiteY278" fmla="*/ 677474 h 4495800"/>
              <a:gd name="connsiteX279" fmla="*/ 1068125 w 1743075"/>
              <a:gd name="connsiteY279" fmla="*/ 631754 h 4495800"/>
              <a:gd name="connsiteX280" fmla="*/ 1096700 w 1743075"/>
              <a:gd name="connsiteY280" fmla="*/ 571747 h 4495800"/>
              <a:gd name="connsiteX281" fmla="*/ 1102415 w 1743075"/>
              <a:gd name="connsiteY281" fmla="*/ 552697 h 4495800"/>
              <a:gd name="connsiteX282" fmla="*/ 1120512 w 1743075"/>
              <a:gd name="connsiteY282" fmla="*/ 606989 h 4495800"/>
              <a:gd name="connsiteX283" fmla="*/ 1107177 w 1743075"/>
              <a:gd name="connsiteY283" fmla="*/ 742244 h 4495800"/>
              <a:gd name="connsiteX284" fmla="*/ 1108130 w 1743075"/>
              <a:gd name="connsiteY284" fmla="*/ 761294 h 4495800"/>
              <a:gd name="connsiteX285" fmla="*/ 1127180 w 1743075"/>
              <a:gd name="connsiteY285" fmla="*/ 621277 h 4495800"/>
              <a:gd name="connsiteX286" fmla="*/ 1187187 w 1743075"/>
              <a:gd name="connsiteY286" fmla="*/ 829874 h 4495800"/>
              <a:gd name="connsiteX287" fmla="*/ 1228145 w 1743075"/>
              <a:gd name="connsiteY287" fmla="*/ 993704 h 4495800"/>
              <a:gd name="connsiteX288" fmla="*/ 1246242 w 1743075"/>
              <a:gd name="connsiteY288" fmla="*/ 1128007 h 4495800"/>
              <a:gd name="connsiteX289" fmla="*/ 1270055 w 1743075"/>
              <a:gd name="connsiteY289" fmla="*/ 1363274 h 4495800"/>
              <a:gd name="connsiteX290" fmla="*/ 1276722 w 1743075"/>
              <a:gd name="connsiteY290" fmla="*/ 1427092 h 4495800"/>
              <a:gd name="connsiteX291" fmla="*/ 1284342 w 1743075"/>
              <a:gd name="connsiteY291" fmla="*/ 1534724 h 4495800"/>
              <a:gd name="connsiteX292" fmla="*/ 1279580 w 1743075"/>
              <a:gd name="connsiteY292" fmla="*/ 1673789 h 4495800"/>
              <a:gd name="connsiteX293" fmla="*/ 1437695 w 1743075"/>
              <a:gd name="connsiteY293" fmla="*/ 1289932 h 4495800"/>
              <a:gd name="connsiteX294" fmla="*/ 1442457 w 1743075"/>
              <a:gd name="connsiteY294" fmla="*/ 1288979 h 4495800"/>
              <a:gd name="connsiteX295" fmla="*/ 1447220 w 1743075"/>
              <a:gd name="connsiteY295" fmla="*/ 1300409 h 4495800"/>
              <a:gd name="connsiteX296" fmla="*/ 1448172 w 1743075"/>
              <a:gd name="connsiteY296" fmla="*/ 1327079 h 4495800"/>
              <a:gd name="connsiteX297" fmla="*/ 1470080 w 1743075"/>
              <a:gd name="connsiteY297" fmla="*/ 1394707 h 4495800"/>
              <a:gd name="connsiteX298" fmla="*/ 1476747 w 1743075"/>
              <a:gd name="connsiteY298" fmla="*/ 1433759 h 4495800"/>
              <a:gd name="connsiteX299" fmla="*/ 1439600 w 1743075"/>
              <a:gd name="connsiteY299" fmla="*/ 1497577 h 4495800"/>
              <a:gd name="connsiteX300" fmla="*/ 1437695 w 1743075"/>
              <a:gd name="connsiteY300" fmla="*/ 1289932 h 4495800"/>
              <a:gd name="connsiteX301" fmla="*/ 1475795 w 1743075"/>
              <a:gd name="connsiteY301" fmla="*/ 1882387 h 4495800"/>
              <a:gd name="connsiteX302" fmla="*/ 1462460 w 1743075"/>
              <a:gd name="connsiteY302" fmla="*/ 1874767 h 4495800"/>
              <a:gd name="connsiteX303" fmla="*/ 1371972 w 1743075"/>
              <a:gd name="connsiteY303" fmla="*/ 1769992 h 4495800"/>
              <a:gd name="connsiteX304" fmla="*/ 1336730 w 1743075"/>
              <a:gd name="connsiteY304" fmla="*/ 1750942 h 4495800"/>
              <a:gd name="connsiteX305" fmla="*/ 1319585 w 1743075"/>
              <a:gd name="connsiteY305" fmla="*/ 1744274 h 4495800"/>
              <a:gd name="connsiteX306" fmla="*/ 1320537 w 1743075"/>
              <a:gd name="connsiteY306" fmla="*/ 1738559 h 4495800"/>
              <a:gd name="connsiteX307" fmla="*/ 1337682 w 1743075"/>
              <a:gd name="connsiteY307" fmla="*/ 1740464 h 4495800"/>
              <a:gd name="connsiteX308" fmla="*/ 1416740 w 1743075"/>
              <a:gd name="connsiteY308" fmla="*/ 1788089 h 4495800"/>
              <a:gd name="connsiteX309" fmla="*/ 1473890 w 1743075"/>
              <a:gd name="connsiteY309" fmla="*/ 1853812 h 4495800"/>
              <a:gd name="connsiteX310" fmla="*/ 1480557 w 1743075"/>
              <a:gd name="connsiteY310" fmla="*/ 1865242 h 4495800"/>
              <a:gd name="connsiteX311" fmla="*/ 1475795 w 1743075"/>
              <a:gd name="connsiteY311" fmla="*/ 1882387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743075" h="4495800">
                <a:moveTo>
                  <a:pt x="1732970" y="1329937"/>
                </a:moveTo>
                <a:cubicBezTo>
                  <a:pt x="1728207" y="1318507"/>
                  <a:pt x="1726302" y="1304219"/>
                  <a:pt x="1726302" y="1291837"/>
                </a:cubicBezTo>
                <a:cubicBezTo>
                  <a:pt x="1728207" y="1266119"/>
                  <a:pt x="1718682" y="1246117"/>
                  <a:pt x="1698680" y="1230877"/>
                </a:cubicBezTo>
                <a:cubicBezTo>
                  <a:pt x="1680582" y="1216589"/>
                  <a:pt x="1672962" y="1197539"/>
                  <a:pt x="1666295" y="1177537"/>
                </a:cubicBezTo>
                <a:cubicBezTo>
                  <a:pt x="1660580" y="1160392"/>
                  <a:pt x="1651055" y="1145152"/>
                  <a:pt x="1643435" y="1128959"/>
                </a:cubicBezTo>
                <a:cubicBezTo>
                  <a:pt x="1641530" y="1125149"/>
                  <a:pt x="1638672" y="1121339"/>
                  <a:pt x="1636767" y="1117529"/>
                </a:cubicBezTo>
                <a:cubicBezTo>
                  <a:pt x="1623432" y="1086097"/>
                  <a:pt x="1610097" y="1054664"/>
                  <a:pt x="1595810" y="1023232"/>
                </a:cubicBezTo>
                <a:cubicBezTo>
                  <a:pt x="1592952" y="1017517"/>
                  <a:pt x="1588190" y="1012754"/>
                  <a:pt x="1586285" y="1007039"/>
                </a:cubicBezTo>
                <a:cubicBezTo>
                  <a:pt x="1581522" y="995609"/>
                  <a:pt x="1574855" y="984179"/>
                  <a:pt x="1573902" y="972749"/>
                </a:cubicBezTo>
                <a:cubicBezTo>
                  <a:pt x="1571997" y="955604"/>
                  <a:pt x="1569140" y="939412"/>
                  <a:pt x="1560567" y="923219"/>
                </a:cubicBezTo>
                <a:cubicBezTo>
                  <a:pt x="1553900" y="910837"/>
                  <a:pt x="1552947" y="894644"/>
                  <a:pt x="1550090" y="880357"/>
                </a:cubicBezTo>
                <a:cubicBezTo>
                  <a:pt x="1549137" y="874642"/>
                  <a:pt x="1549137" y="868927"/>
                  <a:pt x="1547232" y="863212"/>
                </a:cubicBezTo>
                <a:cubicBezTo>
                  <a:pt x="1534850" y="824159"/>
                  <a:pt x="1521515" y="786059"/>
                  <a:pt x="1508180" y="747959"/>
                </a:cubicBezTo>
                <a:cubicBezTo>
                  <a:pt x="1501512" y="727957"/>
                  <a:pt x="1488177" y="713669"/>
                  <a:pt x="1468175" y="705097"/>
                </a:cubicBezTo>
                <a:cubicBezTo>
                  <a:pt x="1454840" y="699382"/>
                  <a:pt x="1442457" y="690809"/>
                  <a:pt x="1428170" y="685094"/>
                </a:cubicBezTo>
                <a:cubicBezTo>
                  <a:pt x="1412930" y="678427"/>
                  <a:pt x="1396737" y="673664"/>
                  <a:pt x="1380545" y="669854"/>
                </a:cubicBezTo>
                <a:cubicBezTo>
                  <a:pt x="1354827" y="663187"/>
                  <a:pt x="1329110" y="657472"/>
                  <a:pt x="1303392" y="650804"/>
                </a:cubicBezTo>
                <a:cubicBezTo>
                  <a:pt x="1302440" y="650804"/>
                  <a:pt x="1302440" y="649852"/>
                  <a:pt x="1301487" y="649852"/>
                </a:cubicBezTo>
                <a:cubicBezTo>
                  <a:pt x="1275770" y="643184"/>
                  <a:pt x="1249100" y="636517"/>
                  <a:pt x="1223382" y="629849"/>
                </a:cubicBezTo>
                <a:cubicBezTo>
                  <a:pt x="1202427" y="624134"/>
                  <a:pt x="1180520" y="619372"/>
                  <a:pt x="1160517" y="610799"/>
                </a:cubicBezTo>
                <a:cubicBezTo>
                  <a:pt x="1118607" y="591749"/>
                  <a:pt x="1104320" y="552697"/>
                  <a:pt x="1101462" y="511739"/>
                </a:cubicBezTo>
                <a:cubicBezTo>
                  <a:pt x="1098605" y="482212"/>
                  <a:pt x="1104320" y="452684"/>
                  <a:pt x="1106225" y="422204"/>
                </a:cubicBezTo>
                <a:cubicBezTo>
                  <a:pt x="1107177" y="411727"/>
                  <a:pt x="1110987" y="404107"/>
                  <a:pt x="1119560" y="398392"/>
                </a:cubicBezTo>
                <a:cubicBezTo>
                  <a:pt x="1136705" y="387914"/>
                  <a:pt x="1146230" y="371722"/>
                  <a:pt x="1150040" y="352672"/>
                </a:cubicBezTo>
                <a:cubicBezTo>
                  <a:pt x="1151945" y="344099"/>
                  <a:pt x="1155755" y="335527"/>
                  <a:pt x="1155755" y="326002"/>
                </a:cubicBezTo>
                <a:cubicBezTo>
                  <a:pt x="1155755" y="305047"/>
                  <a:pt x="1155755" y="284092"/>
                  <a:pt x="1153850" y="263137"/>
                </a:cubicBezTo>
                <a:cubicBezTo>
                  <a:pt x="1152897" y="254564"/>
                  <a:pt x="1148135" y="247897"/>
                  <a:pt x="1135752" y="252659"/>
                </a:cubicBezTo>
                <a:cubicBezTo>
                  <a:pt x="1125275" y="256469"/>
                  <a:pt x="1123370" y="252659"/>
                  <a:pt x="1124322" y="241229"/>
                </a:cubicBezTo>
                <a:cubicBezTo>
                  <a:pt x="1125275" y="228847"/>
                  <a:pt x="1125275" y="215512"/>
                  <a:pt x="1125275" y="203129"/>
                </a:cubicBezTo>
                <a:cubicBezTo>
                  <a:pt x="1125275" y="196462"/>
                  <a:pt x="1123370" y="188842"/>
                  <a:pt x="1124322" y="182174"/>
                </a:cubicBezTo>
                <a:cubicBezTo>
                  <a:pt x="1125275" y="133597"/>
                  <a:pt x="1102415" y="93592"/>
                  <a:pt x="1074792" y="56444"/>
                </a:cubicBezTo>
                <a:cubicBezTo>
                  <a:pt x="1069077" y="47872"/>
                  <a:pt x="1057647" y="42157"/>
                  <a:pt x="1048122" y="37394"/>
                </a:cubicBezTo>
                <a:cubicBezTo>
                  <a:pt x="1033835" y="30727"/>
                  <a:pt x="1019547" y="24059"/>
                  <a:pt x="1005260" y="20249"/>
                </a:cubicBezTo>
                <a:cubicBezTo>
                  <a:pt x="959540" y="5009"/>
                  <a:pt x="914772" y="-706"/>
                  <a:pt x="873815" y="24059"/>
                </a:cubicBezTo>
                <a:cubicBezTo>
                  <a:pt x="839525" y="45967"/>
                  <a:pt x="808092" y="71684"/>
                  <a:pt x="782375" y="104069"/>
                </a:cubicBezTo>
                <a:cubicBezTo>
                  <a:pt x="779517" y="107879"/>
                  <a:pt x="776660" y="112642"/>
                  <a:pt x="775707" y="117404"/>
                </a:cubicBezTo>
                <a:cubicBezTo>
                  <a:pt x="772850" y="131692"/>
                  <a:pt x="770945" y="145027"/>
                  <a:pt x="769040" y="159314"/>
                </a:cubicBezTo>
                <a:cubicBezTo>
                  <a:pt x="765230" y="204082"/>
                  <a:pt x="777612" y="249802"/>
                  <a:pt x="759515" y="293617"/>
                </a:cubicBezTo>
                <a:cubicBezTo>
                  <a:pt x="759515" y="294569"/>
                  <a:pt x="759515" y="296474"/>
                  <a:pt x="759515" y="297427"/>
                </a:cubicBezTo>
                <a:cubicBezTo>
                  <a:pt x="760467" y="322192"/>
                  <a:pt x="760467" y="346957"/>
                  <a:pt x="762372" y="370769"/>
                </a:cubicBezTo>
                <a:cubicBezTo>
                  <a:pt x="763325" y="390772"/>
                  <a:pt x="769040" y="409822"/>
                  <a:pt x="786185" y="424109"/>
                </a:cubicBezTo>
                <a:cubicBezTo>
                  <a:pt x="792852" y="429824"/>
                  <a:pt x="797615" y="438397"/>
                  <a:pt x="799520" y="446969"/>
                </a:cubicBezTo>
                <a:cubicBezTo>
                  <a:pt x="805235" y="469829"/>
                  <a:pt x="809045" y="493642"/>
                  <a:pt x="811902" y="517454"/>
                </a:cubicBezTo>
                <a:cubicBezTo>
                  <a:pt x="812855" y="525074"/>
                  <a:pt x="810950" y="536504"/>
                  <a:pt x="806187" y="540314"/>
                </a:cubicBezTo>
                <a:cubicBezTo>
                  <a:pt x="783327" y="557459"/>
                  <a:pt x="761420" y="578414"/>
                  <a:pt x="729035" y="576509"/>
                </a:cubicBezTo>
                <a:cubicBezTo>
                  <a:pt x="725225" y="576509"/>
                  <a:pt x="721415" y="578414"/>
                  <a:pt x="717605" y="579367"/>
                </a:cubicBezTo>
                <a:cubicBezTo>
                  <a:pt x="660455" y="592702"/>
                  <a:pt x="603305" y="606037"/>
                  <a:pt x="546155" y="617467"/>
                </a:cubicBezTo>
                <a:cubicBezTo>
                  <a:pt x="521390" y="622229"/>
                  <a:pt x="494720" y="623182"/>
                  <a:pt x="469955" y="627944"/>
                </a:cubicBezTo>
                <a:cubicBezTo>
                  <a:pt x="445190" y="632707"/>
                  <a:pt x="421377" y="639374"/>
                  <a:pt x="396612" y="646994"/>
                </a:cubicBezTo>
                <a:cubicBezTo>
                  <a:pt x="374705" y="653662"/>
                  <a:pt x="357560" y="668902"/>
                  <a:pt x="348035" y="688904"/>
                </a:cubicBezTo>
                <a:cubicBezTo>
                  <a:pt x="329937" y="727004"/>
                  <a:pt x="321365" y="767009"/>
                  <a:pt x="311840" y="807014"/>
                </a:cubicBezTo>
                <a:cubicBezTo>
                  <a:pt x="308030" y="824159"/>
                  <a:pt x="302315" y="838447"/>
                  <a:pt x="287075" y="848924"/>
                </a:cubicBezTo>
                <a:cubicBezTo>
                  <a:pt x="269930" y="861307"/>
                  <a:pt x="253737" y="875594"/>
                  <a:pt x="246117" y="896549"/>
                </a:cubicBezTo>
                <a:cubicBezTo>
                  <a:pt x="243260" y="905122"/>
                  <a:pt x="239450" y="914647"/>
                  <a:pt x="233735" y="922267"/>
                </a:cubicBezTo>
                <a:cubicBezTo>
                  <a:pt x="209922" y="950842"/>
                  <a:pt x="195635" y="987037"/>
                  <a:pt x="164202" y="1008944"/>
                </a:cubicBezTo>
                <a:cubicBezTo>
                  <a:pt x="159440" y="1012754"/>
                  <a:pt x="155630" y="1018469"/>
                  <a:pt x="152772" y="1024184"/>
                </a:cubicBezTo>
                <a:cubicBezTo>
                  <a:pt x="128960" y="1059427"/>
                  <a:pt x="105147" y="1094669"/>
                  <a:pt x="81335" y="1130864"/>
                </a:cubicBezTo>
                <a:cubicBezTo>
                  <a:pt x="50855" y="1177537"/>
                  <a:pt x="22280" y="1225162"/>
                  <a:pt x="10850" y="1280407"/>
                </a:cubicBezTo>
                <a:cubicBezTo>
                  <a:pt x="2277" y="1320412"/>
                  <a:pt x="8945" y="1359464"/>
                  <a:pt x="27042" y="1395659"/>
                </a:cubicBezTo>
                <a:cubicBezTo>
                  <a:pt x="36567" y="1415662"/>
                  <a:pt x="49902" y="1434712"/>
                  <a:pt x="61332" y="1453762"/>
                </a:cubicBezTo>
                <a:cubicBezTo>
                  <a:pt x="66095" y="1460429"/>
                  <a:pt x="71810" y="1467097"/>
                  <a:pt x="74667" y="1474717"/>
                </a:cubicBezTo>
                <a:cubicBezTo>
                  <a:pt x="78477" y="1489004"/>
                  <a:pt x="83240" y="1501387"/>
                  <a:pt x="97527" y="1509007"/>
                </a:cubicBezTo>
                <a:cubicBezTo>
                  <a:pt x="102290" y="1510912"/>
                  <a:pt x="104195" y="1517579"/>
                  <a:pt x="108005" y="1522342"/>
                </a:cubicBezTo>
                <a:cubicBezTo>
                  <a:pt x="126102" y="1549012"/>
                  <a:pt x="143247" y="1575682"/>
                  <a:pt x="162297" y="1602352"/>
                </a:cubicBezTo>
                <a:cubicBezTo>
                  <a:pt x="174680" y="1620449"/>
                  <a:pt x="189920" y="1636642"/>
                  <a:pt x="201350" y="1654739"/>
                </a:cubicBezTo>
                <a:cubicBezTo>
                  <a:pt x="228020" y="1694744"/>
                  <a:pt x="257547" y="1731892"/>
                  <a:pt x="288980" y="1768087"/>
                </a:cubicBezTo>
                <a:cubicBezTo>
                  <a:pt x="300410" y="1781422"/>
                  <a:pt x="303267" y="1794757"/>
                  <a:pt x="300410" y="1810949"/>
                </a:cubicBezTo>
                <a:cubicBezTo>
                  <a:pt x="295647" y="1843334"/>
                  <a:pt x="290885" y="1875719"/>
                  <a:pt x="288027" y="1909057"/>
                </a:cubicBezTo>
                <a:cubicBezTo>
                  <a:pt x="284217" y="1960492"/>
                  <a:pt x="282312" y="2012879"/>
                  <a:pt x="279455" y="2064314"/>
                </a:cubicBezTo>
                <a:cubicBezTo>
                  <a:pt x="279455" y="2069077"/>
                  <a:pt x="278502" y="2074792"/>
                  <a:pt x="277550" y="2079554"/>
                </a:cubicBezTo>
                <a:cubicBezTo>
                  <a:pt x="273740" y="2117654"/>
                  <a:pt x="268025" y="2154802"/>
                  <a:pt x="266120" y="2192902"/>
                </a:cubicBezTo>
                <a:cubicBezTo>
                  <a:pt x="264215" y="2241479"/>
                  <a:pt x="263262" y="2290057"/>
                  <a:pt x="265167" y="2338634"/>
                </a:cubicBezTo>
                <a:cubicBezTo>
                  <a:pt x="266120" y="2381497"/>
                  <a:pt x="259452" y="2422454"/>
                  <a:pt x="251832" y="2463412"/>
                </a:cubicBezTo>
                <a:cubicBezTo>
                  <a:pt x="248975" y="2479604"/>
                  <a:pt x="253737" y="2490082"/>
                  <a:pt x="268025" y="2496749"/>
                </a:cubicBezTo>
                <a:cubicBezTo>
                  <a:pt x="297552" y="2508179"/>
                  <a:pt x="326127" y="2523419"/>
                  <a:pt x="358512" y="2521514"/>
                </a:cubicBezTo>
                <a:cubicBezTo>
                  <a:pt x="365180" y="2521514"/>
                  <a:pt x="370895" y="2523419"/>
                  <a:pt x="377562" y="2525324"/>
                </a:cubicBezTo>
                <a:cubicBezTo>
                  <a:pt x="411852" y="2531039"/>
                  <a:pt x="443285" y="2530087"/>
                  <a:pt x="467097" y="2499607"/>
                </a:cubicBezTo>
                <a:cubicBezTo>
                  <a:pt x="474717" y="2490082"/>
                  <a:pt x="485195" y="2483414"/>
                  <a:pt x="496625" y="2472937"/>
                </a:cubicBezTo>
                <a:cubicBezTo>
                  <a:pt x="497577" y="2485319"/>
                  <a:pt x="498530" y="2492939"/>
                  <a:pt x="498530" y="2500559"/>
                </a:cubicBezTo>
                <a:cubicBezTo>
                  <a:pt x="498530" y="2551994"/>
                  <a:pt x="498530" y="2602477"/>
                  <a:pt x="497577" y="2653912"/>
                </a:cubicBezTo>
                <a:cubicBezTo>
                  <a:pt x="496625" y="2687249"/>
                  <a:pt x="492815" y="2719634"/>
                  <a:pt x="491862" y="2752972"/>
                </a:cubicBezTo>
                <a:cubicBezTo>
                  <a:pt x="490910" y="2807264"/>
                  <a:pt x="491862" y="2861557"/>
                  <a:pt x="489957" y="2915849"/>
                </a:cubicBezTo>
                <a:cubicBezTo>
                  <a:pt x="486147" y="3045389"/>
                  <a:pt x="496625" y="3174929"/>
                  <a:pt x="483290" y="3303517"/>
                </a:cubicBezTo>
                <a:cubicBezTo>
                  <a:pt x="479480" y="3343522"/>
                  <a:pt x="482337" y="3383527"/>
                  <a:pt x="483290" y="3423532"/>
                </a:cubicBezTo>
                <a:cubicBezTo>
                  <a:pt x="484242" y="3504494"/>
                  <a:pt x="483290" y="3585457"/>
                  <a:pt x="489005" y="3666419"/>
                </a:cubicBezTo>
                <a:cubicBezTo>
                  <a:pt x="495672" y="3761669"/>
                  <a:pt x="495672" y="3857872"/>
                  <a:pt x="497577" y="3953122"/>
                </a:cubicBezTo>
                <a:cubicBezTo>
                  <a:pt x="497577" y="3956932"/>
                  <a:pt x="498530" y="3960742"/>
                  <a:pt x="498530" y="3964552"/>
                </a:cubicBezTo>
                <a:cubicBezTo>
                  <a:pt x="500435" y="3982649"/>
                  <a:pt x="503292" y="4001699"/>
                  <a:pt x="505197" y="4019797"/>
                </a:cubicBezTo>
                <a:cubicBezTo>
                  <a:pt x="506150" y="4040752"/>
                  <a:pt x="506150" y="4062659"/>
                  <a:pt x="507102" y="4083614"/>
                </a:cubicBezTo>
                <a:cubicBezTo>
                  <a:pt x="508055" y="4093139"/>
                  <a:pt x="509007" y="4104569"/>
                  <a:pt x="513770" y="4111237"/>
                </a:cubicBezTo>
                <a:cubicBezTo>
                  <a:pt x="528057" y="4131239"/>
                  <a:pt x="534725" y="4153147"/>
                  <a:pt x="539487" y="4176959"/>
                </a:cubicBezTo>
                <a:cubicBezTo>
                  <a:pt x="546155" y="4211249"/>
                  <a:pt x="554727" y="4244587"/>
                  <a:pt x="562347" y="4278877"/>
                </a:cubicBezTo>
                <a:cubicBezTo>
                  <a:pt x="563300" y="4285544"/>
                  <a:pt x="565205" y="4295069"/>
                  <a:pt x="561395" y="4299832"/>
                </a:cubicBezTo>
                <a:cubicBezTo>
                  <a:pt x="549965" y="4316977"/>
                  <a:pt x="553775" y="4336027"/>
                  <a:pt x="551870" y="4354124"/>
                </a:cubicBezTo>
                <a:cubicBezTo>
                  <a:pt x="549965" y="4379842"/>
                  <a:pt x="563300" y="4395082"/>
                  <a:pt x="583302" y="4404607"/>
                </a:cubicBezTo>
                <a:cubicBezTo>
                  <a:pt x="591875" y="4409369"/>
                  <a:pt x="597590" y="4414132"/>
                  <a:pt x="600447" y="4423657"/>
                </a:cubicBezTo>
                <a:cubicBezTo>
                  <a:pt x="605210" y="4438897"/>
                  <a:pt x="614735" y="4452232"/>
                  <a:pt x="628070" y="4459852"/>
                </a:cubicBezTo>
                <a:cubicBezTo>
                  <a:pt x="648072" y="4469377"/>
                  <a:pt x="669027" y="4478902"/>
                  <a:pt x="690935" y="4483664"/>
                </a:cubicBezTo>
                <a:cubicBezTo>
                  <a:pt x="713795" y="4489379"/>
                  <a:pt x="738560" y="4491284"/>
                  <a:pt x="762372" y="4492237"/>
                </a:cubicBezTo>
                <a:cubicBezTo>
                  <a:pt x="808092" y="4493189"/>
                  <a:pt x="852860" y="4493189"/>
                  <a:pt x="898580" y="4493189"/>
                </a:cubicBezTo>
                <a:cubicBezTo>
                  <a:pt x="917630" y="4493189"/>
                  <a:pt x="922392" y="4482712"/>
                  <a:pt x="913820" y="4464614"/>
                </a:cubicBezTo>
                <a:cubicBezTo>
                  <a:pt x="909057" y="4455089"/>
                  <a:pt x="906200" y="4444612"/>
                  <a:pt x="901437" y="4434134"/>
                </a:cubicBezTo>
                <a:cubicBezTo>
                  <a:pt x="890960" y="4406512"/>
                  <a:pt x="880482" y="4378889"/>
                  <a:pt x="869052" y="4351267"/>
                </a:cubicBezTo>
                <a:cubicBezTo>
                  <a:pt x="867147" y="4346504"/>
                  <a:pt x="863337" y="4342694"/>
                  <a:pt x="859527" y="4338884"/>
                </a:cubicBezTo>
                <a:cubicBezTo>
                  <a:pt x="837620" y="4317929"/>
                  <a:pt x="818570" y="4295069"/>
                  <a:pt x="811902" y="4263637"/>
                </a:cubicBezTo>
                <a:cubicBezTo>
                  <a:pt x="808092" y="4244587"/>
                  <a:pt x="806187" y="4225537"/>
                  <a:pt x="812855" y="4206487"/>
                </a:cubicBezTo>
                <a:cubicBezTo>
                  <a:pt x="817617" y="4193152"/>
                  <a:pt x="820475" y="4178864"/>
                  <a:pt x="823332" y="4165529"/>
                </a:cubicBezTo>
                <a:cubicBezTo>
                  <a:pt x="830000" y="4127429"/>
                  <a:pt x="835715" y="4089329"/>
                  <a:pt x="841430" y="4050277"/>
                </a:cubicBezTo>
                <a:cubicBezTo>
                  <a:pt x="845240" y="4028369"/>
                  <a:pt x="850955" y="4005509"/>
                  <a:pt x="849050" y="3982649"/>
                </a:cubicBezTo>
                <a:cubicBezTo>
                  <a:pt x="843335" y="3899782"/>
                  <a:pt x="839525" y="3817867"/>
                  <a:pt x="837620" y="3734999"/>
                </a:cubicBezTo>
                <a:cubicBezTo>
                  <a:pt x="836667" y="3711187"/>
                  <a:pt x="831905" y="3686422"/>
                  <a:pt x="826190" y="3662609"/>
                </a:cubicBezTo>
                <a:cubicBezTo>
                  <a:pt x="821427" y="3641654"/>
                  <a:pt x="813807" y="3622604"/>
                  <a:pt x="807140" y="3601649"/>
                </a:cubicBezTo>
                <a:cubicBezTo>
                  <a:pt x="801425" y="3580694"/>
                  <a:pt x="794757" y="3559739"/>
                  <a:pt x="789995" y="3537832"/>
                </a:cubicBezTo>
                <a:cubicBezTo>
                  <a:pt x="787137" y="3523544"/>
                  <a:pt x="785232" y="3508304"/>
                  <a:pt x="786185" y="3494017"/>
                </a:cubicBezTo>
                <a:cubicBezTo>
                  <a:pt x="786185" y="3480682"/>
                  <a:pt x="789995" y="3467347"/>
                  <a:pt x="790947" y="3454012"/>
                </a:cubicBezTo>
                <a:cubicBezTo>
                  <a:pt x="793805" y="3434009"/>
                  <a:pt x="797615" y="3413054"/>
                  <a:pt x="798567" y="3393052"/>
                </a:cubicBezTo>
                <a:cubicBezTo>
                  <a:pt x="799520" y="3353999"/>
                  <a:pt x="799520" y="3313994"/>
                  <a:pt x="799520" y="3274942"/>
                </a:cubicBezTo>
                <a:cubicBezTo>
                  <a:pt x="799520" y="3270179"/>
                  <a:pt x="800472" y="3262559"/>
                  <a:pt x="803330" y="3260654"/>
                </a:cubicBezTo>
                <a:cubicBezTo>
                  <a:pt x="818570" y="3252082"/>
                  <a:pt x="817617" y="3237794"/>
                  <a:pt x="819522" y="3223507"/>
                </a:cubicBezTo>
                <a:cubicBezTo>
                  <a:pt x="820475" y="3208267"/>
                  <a:pt x="822380" y="3193979"/>
                  <a:pt x="825237" y="3178739"/>
                </a:cubicBezTo>
                <a:cubicBezTo>
                  <a:pt x="847145" y="3057772"/>
                  <a:pt x="868100" y="2936804"/>
                  <a:pt x="903342" y="2818694"/>
                </a:cubicBezTo>
                <a:cubicBezTo>
                  <a:pt x="910010" y="2796787"/>
                  <a:pt x="915725" y="2773927"/>
                  <a:pt x="921440" y="2752019"/>
                </a:cubicBezTo>
                <a:cubicBezTo>
                  <a:pt x="923345" y="2752972"/>
                  <a:pt x="925250" y="2752972"/>
                  <a:pt x="927155" y="2753924"/>
                </a:cubicBezTo>
                <a:cubicBezTo>
                  <a:pt x="924297" y="2782499"/>
                  <a:pt x="921440" y="2810122"/>
                  <a:pt x="917630" y="2838697"/>
                </a:cubicBezTo>
                <a:cubicBezTo>
                  <a:pt x="906200" y="2923469"/>
                  <a:pt x="895722" y="3008242"/>
                  <a:pt x="899532" y="3093967"/>
                </a:cubicBezTo>
                <a:cubicBezTo>
                  <a:pt x="900485" y="3104444"/>
                  <a:pt x="903342" y="3113969"/>
                  <a:pt x="902390" y="3124447"/>
                </a:cubicBezTo>
                <a:cubicBezTo>
                  <a:pt x="900485" y="3146354"/>
                  <a:pt x="895722" y="3168262"/>
                  <a:pt x="893817" y="3190169"/>
                </a:cubicBezTo>
                <a:cubicBezTo>
                  <a:pt x="892865" y="3201599"/>
                  <a:pt x="893817" y="3213029"/>
                  <a:pt x="894770" y="3224459"/>
                </a:cubicBezTo>
                <a:cubicBezTo>
                  <a:pt x="898580" y="3258749"/>
                  <a:pt x="903342" y="3293039"/>
                  <a:pt x="905247" y="3328282"/>
                </a:cubicBezTo>
                <a:cubicBezTo>
                  <a:pt x="907152" y="3355904"/>
                  <a:pt x="904295" y="3383527"/>
                  <a:pt x="905247" y="3412102"/>
                </a:cubicBezTo>
                <a:cubicBezTo>
                  <a:pt x="908105" y="3485444"/>
                  <a:pt x="910962" y="3559739"/>
                  <a:pt x="913820" y="3633082"/>
                </a:cubicBezTo>
                <a:cubicBezTo>
                  <a:pt x="914772" y="3665467"/>
                  <a:pt x="917630" y="3697852"/>
                  <a:pt x="919535" y="3730237"/>
                </a:cubicBezTo>
                <a:cubicBezTo>
                  <a:pt x="919535" y="3740714"/>
                  <a:pt x="919535" y="3751192"/>
                  <a:pt x="916677" y="3760717"/>
                </a:cubicBezTo>
                <a:cubicBezTo>
                  <a:pt x="907152" y="3794054"/>
                  <a:pt x="897627" y="3827392"/>
                  <a:pt x="896675" y="3862634"/>
                </a:cubicBezTo>
                <a:cubicBezTo>
                  <a:pt x="894770" y="3919784"/>
                  <a:pt x="887150" y="3975982"/>
                  <a:pt x="883340" y="4033132"/>
                </a:cubicBezTo>
                <a:cubicBezTo>
                  <a:pt x="879530" y="4090282"/>
                  <a:pt x="874767" y="4147432"/>
                  <a:pt x="855717" y="4201724"/>
                </a:cubicBezTo>
                <a:cubicBezTo>
                  <a:pt x="845240" y="4233157"/>
                  <a:pt x="850955" y="4246492"/>
                  <a:pt x="880482" y="4262684"/>
                </a:cubicBezTo>
                <a:cubicBezTo>
                  <a:pt x="898580" y="4272209"/>
                  <a:pt x="917630" y="4279829"/>
                  <a:pt x="936680" y="4289354"/>
                </a:cubicBezTo>
                <a:cubicBezTo>
                  <a:pt x="950015" y="4296022"/>
                  <a:pt x="964302" y="4299832"/>
                  <a:pt x="979542" y="4295069"/>
                </a:cubicBezTo>
                <a:cubicBezTo>
                  <a:pt x="993830" y="4290307"/>
                  <a:pt x="1007165" y="4294117"/>
                  <a:pt x="1015737" y="4306499"/>
                </a:cubicBezTo>
                <a:cubicBezTo>
                  <a:pt x="1023357" y="4316977"/>
                  <a:pt x="1030977" y="4329359"/>
                  <a:pt x="1038597" y="4339837"/>
                </a:cubicBezTo>
                <a:cubicBezTo>
                  <a:pt x="1044312" y="4347457"/>
                  <a:pt x="1050980" y="4357934"/>
                  <a:pt x="1059552" y="4361744"/>
                </a:cubicBezTo>
                <a:cubicBezTo>
                  <a:pt x="1093842" y="4379842"/>
                  <a:pt x="1131942" y="4389367"/>
                  <a:pt x="1170995" y="4391272"/>
                </a:cubicBezTo>
                <a:cubicBezTo>
                  <a:pt x="1208142" y="4393177"/>
                  <a:pt x="1246242" y="4391272"/>
                  <a:pt x="1283390" y="4390319"/>
                </a:cubicBezTo>
                <a:cubicBezTo>
                  <a:pt x="1295772" y="4390319"/>
                  <a:pt x="1309107" y="4387462"/>
                  <a:pt x="1321490" y="4385557"/>
                </a:cubicBezTo>
                <a:cubicBezTo>
                  <a:pt x="1336730" y="4382699"/>
                  <a:pt x="1342445" y="4370317"/>
                  <a:pt x="1333872" y="4358887"/>
                </a:cubicBezTo>
                <a:cubicBezTo>
                  <a:pt x="1325300" y="4348409"/>
                  <a:pt x="1323395" y="4336027"/>
                  <a:pt x="1317680" y="4324597"/>
                </a:cubicBezTo>
                <a:cubicBezTo>
                  <a:pt x="1312917" y="4314119"/>
                  <a:pt x="1306250" y="4304594"/>
                  <a:pt x="1297677" y="4296974"/>
                </a:cubicBezTo>
                <a:cubicBezTo>
                  <a:pt x="1286247" y="4286497"/>
                  <a:pt x="1273865" y="4274114"/>
                  <a:pt x="1258625" y="4268399"/>
                </a:cubicBezTo>
                <a:cubicBezTo>
                  <a:pt x="1228145" y="4256017"/>
                  <a:pt x="1207190" y="4235062"/>
                  <a:pt x="1196712" y="4203629"/>
                </a:cubicBezTo>
                <a:cubicBezTo>
                  <a:pt x="1196712" y="4202677"/>
                  <a:pt x="1195760" y="4202677"/>
                  <a:pt x="1195760" y="4201724"/>
                </a:cubicBezTo>
                <a:cubicBezTo>
                  <a:pt x="1188140" y="4180769"/>
                  <a:pt x="1179567" y="4159814"/>
                  <a:pt x="1173852" y="4137907"/>
                </a:cubicBezTo>
                <a:cubicBezTo>
                  <a:pt x="1167185" y="4113142"/>
                  <a:pt x="1165280" y="4087424"/>
                  <a:pt x="1159565" y="4061707"/>
                </a:cubicBezTo>
                <a:cubicBezTo>
                  <a:pt x="1154802" y="4041704"/>
                  <a:pt x="1151945" y="4021702"/>
                  <a:pt x="1165280" y="4002652"/>
                </a:cubicBezTo>
                <a:cubicBezTo>
                  <a:pt x="1170995" y="3994079"/>
                  <a:pt x="1170995" y="3981697"/>
                  <a:pt x="1172900" y="3971219"/>
                </a:cubicBezTo>
                <a:cubicBezTo>
                  <a:pt x="1177662" y="3938834"/>
                  <a:pt x="1181472" y="3907402"/>
                  <a:pt x="1185282" y="3875017"/>
                </a:cubicBezTo>
                <a:cubicBezTo>
                  <a:pt x="1188140" y="3853109"/>
                  <a:pt x="1192902" y="3830249"/>
                  <a:pt x="1194807" y="3808342"/>
                </a:cubicBezTo>
                <a:cubicBezTo>
                  <a:pt x="1198617" y="3763574"/>
                  <a:pt x="1201475" y="3719759"/>
                  <a:pt x="1204332" y="3674992"/>
                </a:cubicBezTo>
                <a:cubicBezTo>
                  <a:pt x="1204332" y="3670229"/>
                  <a:pt x="1205285" y="3666419"/>
                  <a:pt x="1206237" y="3661657"/>
                </a:cubicBezTo>
                <a:cubicBezTo>
                  <a:pt x="1216715" y="3607364"/>
                  <a:pt x="1222430" y="3553072"/>
                  <a:pt x="1226240" y="3498779"/>
                </a:cubicBezTo>
                <a:cubicBezTo>
                  <a:pt x="1227192" y="3477824"/>
                  <a:pt x="1230050" y="3457822"/>
                  <a:pt x="1231002" y="3436867"/>
                </a:cubicBezTo>
                <a:cubicBezTo>
                  <a:pt x="1231955" y="3428294"/>
                  <a:pt x="1231002" y="3419722"/>
                  <a:pt x="1230050" y="3412102"/>
                </a:cubicBezTo>
                <a:cubicBezTo>
                  <a:pt x="1229097" y="3399719"/>
                  <a:pt x="1225287" y="3386384"/>
                  <a:pt x="1225287" y="3374002"/>
                </a:cubicBezTo>
                <a:cubicBezTo>
                  <a:pt x="1224335" y="3347332"/>
                  <a:pt x="1224335" y="3320662"/>
                  <a:pt x="1225287" y="3293992"/>
                </a:cubicBezTo>
                <a:cubicBezTo>
                  <a:pt x="1226240" y="3280657"/>
                  <a:pt x="1229097" y="3267322"/>
                  <a:pt x="1231955" y="3253987"/>
                </a:cubicBezTo>
                <a:cubicBezTo>
                  <a:pt x="1233860" y="3243509"/>
                  <a:pt x="1238622" y="3233032"/>
                  <a:pt x="1239575" y="3222554"/>
                </a:cubicBezTo>
                <a:cubicBezTo>
                  <a:pt x="1243385" y="3188264"/>
                  <a:pt x="1245290" y="3154927"/>
                  <a:pt x="1248147" y="3120637"/>
                </a:cubicBezTo>
                <a:cubicBezTo>
                  <a:pt x="1248147" y="3116827"/>
                  <a:pt x="1249100" y="3113017"/>
                  <a:pt x="1250052" y="3109207"/>
                </a:cubicBezTo>
                <a:cubicBezTo>
                  <a:pt x="1254815" y="3079679"/>
                  <a:pt x="1258625" y="3049199"/>
                  <a:pt x="1263387" y="3019672"/>
                </a:cubicBezTo>
                <a:cubicBezTo>
                  <a:pt x="1267197" y="2996812"/>
                  <a:pt x="1270055" y="2973952"/>
                  <a:pt x="1274817" y="2951092"/>
                </a:cubicBezTo>
                <a:cubicBezTo>
                  <a:pt x="1279580" y="2928232"/>
                  <a:pt x="1288152" y="2906324"/>
                  <a:pt x="1287200" y="2882512"/>
                </a:cubicBezTo>
                <a:cubicBezTo>
                  <a:pt x="1287200" y="2875844"/>
                  <a:pt x="1288152" y="2868224"/>
                  <a:pt x="1289105" y="2861557"/>
                </a:cubicBezTo>
                <a:cubicBezTo>
                  <a:pt x="1293867" y="2829172"/>
                  <a:pt x="1297677" y="2796787"/>
                  <a:pt x="1302440" y="2764402"/>
                </a:cubicBezTo>
                <a:cubicBezTo>
                  <a:pt x="1304345" y="2752019"/>
                  <a:pt x="1306250" y="2740589"/>
                  <a:pt x="1308155" y="2728207"/>
                </a:cubicBezTo>
                <a:cubicBezTo>
                  <a:pt x="1311012" y="2710109"/>
                  <a:pt x="1315775" y="2692012"/>
                  <a:pt x="1317680" y="2672962"/>
                </a:cubicBezTo>
                <a:cubicBezTo>
                  <a:pt x="1322442" y="2634862"/>
                  <a:pt x="1332920" y="2596762"/>
                  <a:pt x="1328157" y="2557709"/>
                </a:cubicBezTo>
                <a:cubicBezTo>
                  <a:pt x="1328157" y="2556757"/>
                  <a:pt x="1328157" y="2554852"/>
                  <a:pt x="1329110" y="2553899"/>
                </a:cubicBezTo>
                <a:cubicBezTo>
                  <a:pt x="1330062" y="2542469"/>
                  <a:pt x="1336730" y="2536754"/>
                  <a:pt x="1348160" y="2535802"/>
                </a:cubicBezTo>
                <a:cubicBezTo>
                  <a:pt x="1384355" y="2531992"/>
                  <a:pt x="1416740" y="2517704"/>
                  <a:pt x="1445315" y="2494844"/>
                </a:cubicBezTo>
                <a:cubicBezTo>
                  <a:pt x="1463412" y="2480557"/>
                  <a:pt x="1479605" y="2465317"/>
                  <a:pt x="1474842" y="2438647"/>
                </a:cubicBezTo>
                <a:cubicBezTo>
                  <a:pt x="1471985" y="2422454"/>
                  <a:pt x="1471985" y="2405309"/>
                  <a:pt x="1470080" y="2388164"/>
                </a:cubicBezTo>
                <a:cubicBezTo>
                  <a:pt x="1469127" y="2375782"/>
                  <a:pt x="1468175" y="2363399"/>
                  <a:pt x="1468175" y="2351017"/>
                </a:cubicBezTo>
                <a:cubicBezTo>
                  <a:pt x="1465317" y="2232907"/>
                  <a:pt x="1472937" y="2115749"/>
                  <a:pt x="1460555" y="1997639"/>
                </a:cubicBezTo>
                <a:cubicBezTo>
                  <a:pt x="1459602" y="1990972"/>
                  <a:pt x="1460555" y="1983352"/>
                  <a:pt x="1460555" y="1976684"/>
                </a:cubicBezTo>
                <a:cubicBezTo>
                  <a:pt x="1460555" y="1966207"/>
                  <a:pt x="1463412" y="1957634"/>
                  <a:pt x="1471985" y="1951919"/>
                </a:cubicBezTo>
                <a:cubicBezTo>
                  <a:pt x="1483415" y="1943347"/>
                  <a:pt x="1491987" y="1932869"/>
                  <a:pt x="1495797" y="1918582"/>
                </a:cubicBezTo>
                <a:cubicBezTo>
                  <a:pt x="1499607" y="1906199"/>
                  <a:pt x="1507227" y="1895722"/>
                  <a:pt x="1513895" y="1884292"/>
                </a:cubicBezTo>
                <a:cubicBezTo>
                  <a:pt x="1533897" y="1853812"/>
                  <a:pt x="1554852" y="1825237"/>
                  <a:pt x="1573902" y="1793804"/>
                </a:cubicBezTo>
                <a:cubicBezTo>
                  <a:pt x="1584380" y="1776659"/>
                  <a:pt x="1590095" y="1757609"/>
                  <a:pt x="1599620" y="1739512"/>
                </a:cubicBezTo>
                <a:cubicBezTo>
                  <a:pt x="1631052" y="1679504"/>
                  <a:pt x="1663437" y="1621402"/>
                  <a:pt x="1692965" y="1561394"/>
                </a:cubicBezTo>
                <a:cubicBezTo>
                  <a:pt x="1703442" y="1539487"/>
                  <a:pt x="1712967" y="1515674"/>
                  <a:pt x="1714872" y="1491862"/>
                </a:cubicBezTo>
                <a:cubicBezTo>
                  <a:pt x="1716777" y="1463287"/>
                  <a:pt x="1723445" y="1435664"/>
                  <a:pt x="1729160" y="1408042"/>
                </a:cubicBezTo>
                <a:cubicBezTo>
                  <a:pt x="1737732" y="1383277"/>
                  <a:pt x="1743447" y="1357559"/>
                  <a:pt x="1732970" y="1329937"/>
                </a:cubicBezTo>
                <a:close/>
                <a:moveTo>
                  <a:pt x="373752" y="1452809"/>
                </a:moveTo>
                <a:cubicBezTo>
                  <a:pt x="373752" y="1455667"/>
                  <a:pt x="368990" y="1457572"/>
                  <a:pt x="367085" y="1460429"/>
                </a:cubicBezTo>
                <a:cubicBezTo>
                  <a:pt x="365180" y="1458524"/>
                  <a:pt x="361370" y="1455667"/>
                  <a:pt x="361370" y="1453762"/>
                </a:cubicBezTo>
                <a:cubicBezTo>
                  <a:pt x="358512" y="1418519"/>
                  <a:pt x="334700" y="1394707"/>
                  <a:pt x="319460" y="1365179"/>
                </a:cubicBezTo>
                <a:cubicBezTo>
                  <a:pt x="317555" y="1360417"/>
                  <a:pt x="313745" y="1356607"/>
                  <a:pt x="310887" y="1351844"/>
                </a:cubicBezTo>
                <a:cubicBezTo>
                  <a:pt x="307077" y="1346129"/>
                  <a:pt x="307077" y="1340414"/>
                  <a:pt x="311840" y="1334699"/>
                </a:cubicBezTo>
                <a:cubicBezTo>
                  <a:pt x="322317" y="1322317"/>
                  <a:pt x="331842" y="1309934"/>
                  <a:pt x="343272" y="1297552"/>
                </a:cubicBezTo>
                <a:cubicBezTo>
                  <a:pt x="354702" y="1285169"/>
                  <a:pt x="360417" y="1285169"/>
                  <a:pt x="367085" y="1301362"/>
                </a:cubicBezTo>
                <a:cubicBezTo>
                  <a:pt x="372800" y="1315649"/>
                  <a:pt x="375657" y="1331842"/>
                  <a:pt x="377562" y="1348034"/>
                </a:cubicBezTo>
                <a:cubicBezTo>
                  <a:pt x="379467" y="1358512"/>
                  <a:pt x="377562" y="1369942"/>
                  <a:pt x="377562" y="1381372"/>
                </a:cubicBezTo>
                <a:cubicBezTo>
                  <a:pt x="378515" y="1381372"/>
                  <a:pt x="379467" y="1381372"/>
                  <a:pt x="381372" y="1381372"/>
                </a:cubicBezTo>
                <a:cubicBezTo>
                  <a:pt x="378515" y="1404232"/>
                  <a:pt x="376610" y="1428044"/>
                  <a:pt x="373752" y="1452809"/>
                </a:cubicBezTo>
                <a:close/>
                <a:moveTo>
                  <a:pt x="575682" y="1686172"/>
                </a:moveTo>
                <a:cubicBezTo>
                  <a:pt x="570920" y="1693792"/>
                  <a:pt x="565205" y="1700459"/>
                  <a:pt x="559490" y="1708079"/>
                </a:cubicBezTo>
                <a:cubicBezTo>
                  <a:pt x="532820" y="1744274"/>
                  <a:pt x="506150" y="1781422"/>
                  <a:pt x="480432" y="1817617"/>
                </a:cubicBezTo>
                <a:cubicBezTo>
                  <a:pt x="477575" y="1821427"/>
                  <a:pt x="477575" y="1828094"/>
                  <a:pt x="476622" y="1834762"/>
                </a:cubicBezTo>
                <a:cubicBezTo>
                  <a:pt x="465192" y="1832857"/>
                  <a:pt x="453762" y="1830952"/>
                  <a:pt x="437570" y="1828094"/>
                </a:cubicBezTo>
                <a:cubicBezTo>
                  <a:pt x="449000" y="1814759"/>
                  <a:pt x="457572" y="1803329"/>
                  <a:pt x="466145" y="1792852"/>
                </a:cubicBezTo>
                <a:cubicBezTo>
                  <a:pt x="496625" y="1757609"/>
                  <a:pt x="527105" y="1723319"/>
                  <a:pt x="557585" y="1688077"/>
                </a:cubicBezTo>
                <a:cubicBezTo>
                  <a:pt x="560442" y="1684267"/>
                  <a:pt x="564252" y="1681409"/>
                  <a:pt x="567110" y="1678552"/>
                </a:cubicBezTo>
                <a:cubicBezTo>
                  <a:pt x="569015" y="1677599"/>
                  <a:pt x="572825" y="1677599"/>
                  <a:pt x="573777" y="1678552"/>
                </a:cubicBezTo>
                <a:cubicBezTo>
                  <a:pt x="575682" y="1680457"/>
                  <a:pt x="576635" y="1685219"/>
                  <a:pt x="575682" y="1686172"/>
                </a:cubicBezTo>
                <a:close/>
                <a:moveTo>
                  <a:pt x="889055" y="1877624"/>
                </a:moveTo>
                <a:cubicBezTo>
                  <a:pt x="889055" y="1874767"/>
                  <a:pt x="889055" y="1872862"/>
                  <a:pt x="890007" y="1871909"/>
                </a:cubicBezTo>
                <a:cubicBezTo>
                  <a:pt x="907152" y="1852859"/>
                  <a:pt x="907152" y="1849049"/>
                  <a:pt x="887150" y="1834762"/>
                </a:cubicBezTo>
                <a:cubicBezTo>
                  <a:pt x="854765" y="1812854"/>
                  <a:pt x="824285" y="1789042"/>
                  <a:pt x="789995" y="1769992"/>
                </a:cubicBezTo>
                <a:cubicBezTo>
                  <a:pt x="757610" y="1752847"/>
                  <a:pt x="722367" y="1741417"/>
                  <a:pt x="689030" y="1727129"/>
                </a:cubicBezTo>
                <a:cubicBezTo>
                  <a:pt x="677600" y="1722367"/>
                  <a:pt x="666170" y="1718557"/>
                  <a:pt x="655692" y="1712842"/>
                </a:cubicBezTo>
                <a:cubicBezTo>
                  <a:pt x="638547" y="1704269"/>
                  <a:pt x="621402" y="1693792"/>
                  <a:pt x="604257" y="1685219"/>
                </a:cubicBezTo>
                <a:cubicBezTo>
                  <a:pt x="586160" y="1675694"/>
                  <a:pt x="585207" y="1648072"/>
                  <a:pt x="602352" y="1636642"/>
                </a:cubicBezTo>
                <a:cubicBezTo>
                  <a:pt x="608067" y="1632832"/>
                  <a:pt x="614735" y="1630927"/>
                  <a:pt x="618545" y="1626164"/>
                </a:cubicBezTo>
                <a:cubicBezTo>
                  <a:pt x="623307" y="1621402"/>
                  <a:pt x="625212" y="1614734"/>
                  <a:pt x="628070" y="1608067"/>
                </a:cubicBezTo>
                <a:cubicBezTo>
                  <a:pt x="631880" y="1599494"/>
                  <a:pt x="632832" y="1589017"/>
                  <a:pt x="637595" y="1581397"/>
                </a:cubicBezTo>
                <a:cubicBezTo>
                  <a:pt x="658550" y="1549012"/>
                  <a:pt x="683315" y="1519484"/>
                  <a:pt x="711890" y="1492814"/>
                </a:cubicBezTo>
                <a:cubicBezTo>
                  <a:pt x="749990" y="1455667"/>
                  <a:pt x="771897" y="1408042"/>
                  <a:pt x="788090" y="1357559"/>
                </a:cubicBezTo>
                <a:cubicBezTo>
                  <a:pt x="812855" y="1278502"/>
                  <a:pt x="823332" y="1197539"/>
                  <a:pt x="821427" y="1114672"/>
                </a:cubicBezTo>
                <a:cubicBezTo>
                  <a:pt x="819522" y="1039424"/>
                  <a:pt x="820475" y="964177"/>
                  <a:pt x="819522" y="889882"/>
                </a:cubicBezTo>
                <a:cubicBezTo>
                  <a:pt x="818570" y="839399"/>
                  <a:pt x="815712" y="788917"/>
                  <a:pt x="813807" y="738434"/>
                </a:cubicBezTo>
                <a:cubicBezTo>
                  <a:pt x="813807" y="732719"/>
                  <a:pt x="813807" y="726052"/>
                  <a:pt x="813807" y="720337"/>
                </a:cubicBezTo>
                <a:cubicBezTo>
                  <a:pt x="815712" y="719384"/>
                  <a:pt x="817617" y="719384"/>
                  <a:pt x="818570" y="718432"/>
                </a:cubicBezTo>
                <a:cubicBezTo>
                  <a:pt x="833810" y="750817"/>
                  <a:pt x="848097" y="783202"/>
                  <a:pt x="863337" y="815587"/>
                </a:cubicBezTo>
                <a:cubicBezTo>
                  <a:pt x="864290" y="815587"/>
                  <a:pt x="865242" y="814634"/>
                  <a:pt x="866195" y="814634"/>
                </a:cubicBezTo>
                <a:cubicBezTo>
                  <a:pt x="860480" y="800347"/>
                  <a:pt x="853812" y="786059"/>
                  <a:pt x="848097" y="771772"/>
                </a:cubicBezTo>
                <a:cubicBezTo>
                  <a:pt x="841430" y="756532"/>
                  <a:pt x="836667" y="741292"/>
                  <a:pt x="828095" y="727004"/>
                </a:cubicBezTo>
                <a:cubicBezTo>
                  <a:pt x="809045" y="692714"/>
                  <a:pt x="809997" y="654614"/>
                  <a:pt x="810950" y="617467"/>
                </a:cubicBezTo>
                <a:cubicBezTo>
                  <a:pt x="810950" y="605084"/>
                  <a:pt x="811902" y="592702"/>
                  <a:pt x="812855" y="580319"/>
                </a:cubicBezTo>
                <a:cubicBezTo>
                  <a:pt x="813807" y="571747"/>
                  <a:pt x="815712" y="564127"/>
                  <a:pt x="816665" y="556507"/>
                </a:cubicBezTo>
                <a:cubicBezTo>
                  <a:pt x="818570" y="555554"/>
                  <a:pt x="819522" y="555554"/>
                  <a:pt x="821427" y="554602"/>
                </a:cubicBezTo>
                <a:cubicBezTo>
                  <a:pt x="832857" y="567937"/>
                  <a:pt x="844287" y="581272"/>
                  <a:pt x="856670" y="594607"/>
                </a:cubicBezTo>
                <a:cubicBezTo>
                  <a:pt x="872862" y="613657"/>
                  <a:pt x="887150" y="635564"/>
                  <a:pt x="913820" y="638422"/>
                </a:cubicBezTo>
                <a:cubicBezTo>
                  <a:pt x="942395" y="642232"/>
                  <a:pt x="956682" y="661282"/>
                  <a:pt x="974780" y="679379"/>
                </a:cubicBezTo>
                <a:cubicBezTo>
                  <a:pt x="981447" y="686047"/>
                  <a:pt x="984305" y="689857"/>
                  <a:pt x="973827" y="696524"/>
                </a:cubicBezTo>
                <a:cubicBezTo>
                  <a:pt x="964302" y="702239"/>
                  <a:pt x="956682" y="711764"/>
                  <a:pt x="950015" y="721289"/>
                </a:cubicBezTo>
                <a:cubicBezTo>
                  <a:pt x="931917" y="746054"/>
                  <a:pt x="914772" y="770819"/>
                  <a:pt x="899532" y="797489"/>
                </a:cubicBezTo>
                <a:cubicBezTo>
                  <a:pt x="910010" y="785107"/>
                  <a:pt x="920487" y="772724"/>
                  <a:pt x="930012" y="759389"/>
                </a:cubicBezTo>
                <a:cubicBezTo>
                  <a:pt x="935727" y="751769"/>
                  <a:pt x="939537" y="749864"/>
                  <a:pt x="945252" y="759389"/>
                </a:cubicBezTo>
                <a:cubicBezTo>
                  <a:pt x="952872" y="771772"/>
                  <a:pt x="961445" y="784154"/>
                  <a:pt x="954777" y="800347"/>
                </a:cubicBezTo>
                <a:cubicBezTo>
                  <a:pt x="913820" y="910837"/>
                  <a:pt x="909057" y="1026089"/>
                  <a:pt x="910962" y="1142294"/>
                </a:cubicBezTo>
                <a:cubicBezTo>
                  <a:pt x="913820" y="1260404"/>
                  <a:pt x="913820" y="1377562"/>
                  <a:pt x="917630" y="1495672"/>
                </a:cubicBezTo>
                <a:cubicBezTo>
                  <a:pt x="920487" y="1589017"/>
                  <a:pt x="924297" y="1683314"/>
                  <a:pt x="929060" y="1776659"/>
                </a:cubicBezTo>
                <a:cubicBezTo>
                  <a:pt x="929060" y="1785232"/>
                  <a:pt x="932870" y="1796662"/>
                  <a:pt x="938585" y="1802377"/>
                </a:cubicBezTo>
                <a:cubicBezTo>
                  <a:pt x="967160" y="1833809"/>
                  <a:pt x="996687" y="1865242"/>
                  <a:pt x="1026215" y="1895722"/>
                </a:cubicBezTo>
                <a:cubicBezTo>
                  <a:pt x="1030025" y="1899532"/>
                  <a:pt x="1033835" y="1903342"/>
                  <a:pt x="1036692" y="1909057"/>
                </a:cubicBezTo>
                <a:cubicBezTo>
                  <a:pt x="983352" y="1909057"/>
                  <a:pt x="935727" y="1897627"/>
                  <a:pt x="889055" y="1877624"/>
                </a:cubicBezTo>
                <a:close/>
                <a:moveTo>
                  <a:pt x="1279580" y="1673789"/>
                </a:moveTo>
                <a:cubicBezTo>
                  <a:pt x="1278627" y="1698554"/>
                  <a:pt x="1274817" y="1723319"/>
                  <a:pt x="1275770" y="1747132"/>
                </a:cubicBezTo>
                <a:cubicBezTo>
                  <a:pt x="1275770" y="1771897"/>
                  <a:pt x="1267197" y="1791899"/>
                  <a:pt x="1250052" y="1809044"/>
                </a:cubicBezTo>
                <a:cubicBezTo>
                  <a:pt x="1229097" y="1829047"/>
                  <a:pt x="1208142" y="1850002"/>
                  <a:pt x="1188140" y="1870004"/>
                </a:cubicBezTo>
                <a:cubicBezTo>
                  <a:pt x="1177662" y="1880482"/>
                  <a:pt x="1170042" y="1891912"/>
                  <a:pt x="1170042" y="1907152"/>
                </a:cubicBezTo>
                <a:cubicBezTo>
                  <a:pt x="1170042" y="1911914"/>
                  <a:pt x="1165280" y="1917629"/>
                  <a:pt x="1160517" y="1919534"/>
                </a:cubicBezTo>
                <a:cubicBezTo>
                  <a:pt x="1154802" y="1922392"/>
                  <a:pt x="1148135" y="1925249"/>
                  <a:pt x="1142420" y="1924297"/>
                </a:cubicBezTo>
                <a:cubicBezTo>
                  <a:pt x="1110987" y="1922392"/>
                  <a:pt x="1079555" y="1919534"/>
                  <a:pt x="1045265" y="1916677"/>
                </a:cubicBezTo>
                <a:cubicBezTo>
                  <a:pt x="1049075" y="1910009"/>
                  <a:pt x="1050980" y="1905247"/>
                  <a:pt x="1053837" y="1901437"/>
                </a:cubicBezTo>
                <a:cubicBezTo>
                  <a:pt x="1079555" y="1868099"/>
                  <a:pt x="1106225" y="1835714"/>
                  <a:pt x="1132895" y="1803329"/>
                </a:cubicBezTo>
                <a:cubicBezTo>
                  <a:pt x="1140515" y="1793804"/>
                  <a:pt x="1144325" y="1784279"/>
                  <a:pt x="1143372" y="1770944"/>
                </a:cubicBezTo>
                <a:cubicBezTo>
                  <a:pt x="1141467" y="1735702"/>
                  <a:pt x="1139562" y="1701412"/>
                  <a:pt x="1137657" y="1666169"/>
                </a:cubicBezTo>
                <a:cubicBezTo>
                  <a:pt x="1134800" y="1612829"/>
                  <a:pt x="1133847" y="1558537"/>
                  <a:pt x="1130037" y="1505197"/>
                </a:cubicBezTo>
                <a:cubicBezTo>
                  <a:pt x="1126227" y="1435664"/>
                  <a:pt x="1121465" y="1366132"/>
                  <a:pt x="1115750" y="1296599"/>
                </a:cubicBezTo>
                <a:cubicBezTo>
                  <a:pt x="1110035" y="1228019"/>
                  <a:pt x="1103367" y="1160392"/>
                  <a:pt x="1094795" y="1091812"/>
                </a:cubicBezTo>
                <a:cubicBezTo>
                  <a:pt x="1084317" y="1006087"/>
                  <a:pt x="1071935" y="920362"/>
                  <a:pt x="1037645" y="839399"/>
                </a:cubicBezTo>
                <a:cubicBezTo>
                  <a:pt x="1029072" y="820349"/>
                  <a:pt x="1024310" y="800347"/>
                  <a:pt x="1019547" y="780344"/>
                </a:cubicBezTo>
                <a:cubicBezTo>
                  <a:pt x="1018595" y="774629"/>
                  <a:pt x="1020500" y="767009"/>
                  <a:pt x="1024310" y="761294"/>
                </a:cubicBezTo>
                <a:cubicBezTo>
                  <a:pt x="1028120" y="755579"/>
                  <a:pt x="1034787" y="751769"/>
                  <a:pt x="1042407" y="744149"/>
                </a:cubicBezTo>
                <a:cubicBezTo>
                  <a:pt x="1051932" y="766057"/>
                  <a:pt x="1060505" y="785107"/>
                  <a:pt x="1069077" y="806062"/>
                </a:cubicBezTo>
                <a:cubicBezTo>
                  <a:pt x="1065267" y="773677"/>
                  <a:pt x="1037645" y="721289"/>
                  <a:pt x="1014785" y="699382"/>
                </a:cubicBezTo>
                <a:cubicBezTo>
                  <a:pt x="1003355" y="688904"/>
                  <a:pt x="1003355" y="687952"/>
                  <a:pt x="1015737" y="677474"/>
                </a:cubicBezTo>
                <a:cubicBezTo>
                  <a:pt x="1033835" y="662234"/>
                  <a:pt x="1051932" y="647947"/>
                  <a:pt x="1068125" y="631754"/>
                </a:cubicBezTo>
                <a:cubicBezTo>
                  <a:pt x="1084317" y="615562"/>
                  <a:pt x="1095747" y="596512"/>
                  <a:pt x="1096700" y="571747"/>
                </a:cubicBezTo>
                <a:cubicBezTo>
                  <a:pt x="1096700" y="565079"/>
                  <a:pt x="1099557" y="559364"/>
                  <a:pt x="1102415" y="552697"/>
                </a:cubicBezTo>
                <a:cubicBezTo>
                  <a:pt x="1111940" y="569842"/>
                  <a:pt x="1122417" y="586987"/>
                  <a:pt x="1120512" y="606989"/>
                </a:cubicBezTo>
                <a:cubicBezTo>
                  <a:pt x="1116702" y="651757"/>
                  <a:pt x="1111940" y="697477"/>
                  <a:pt x="1107177" y="742244"/>
                </a:cubicBezTo>
                <a:cubicBezTo>
                  <a:pt x="1106225" y="748912"/>
                  <a:pt x="1105272" y="754627"/>
                  <a:pt x="1108130" y="761294"/>
                </a:cubicBezTo>
                <a:cubicBezTo>
                  <a:pt x="1114797" y="714622"/>
                  <a:pt x="1120512" y="667949"/>
                  <a:pt x="1127180" y="621277"/>
                </a:cubicBezTo>
                <a:cubicBezTo>
                  <a:pt x="1150992" y="690809"/>
                  <a:pt x="1176710" y="758437"/>
                  <a:pt x="1187187" y="829874"/>
                </a:cubicBezTo>
                <a:cubicBezTo>
                  <a:pt x="1194807" y="886072"/>
                  <a:pt x="1212905" y="939412"/>
                  <a:pt x="1228145" y="993704"/>
                </a:cubicBezTo>
                <a:cubicBezTo>
                  <a:pt x="1240527" y="1037519"/>
                  <a:pt x="1247195" y="1082287"/>
                  <a:pt x="1246242" y="1128007"/>
                </a:cubicBezTo>
                <a:cubicBezTo>
                  <a:pt x="1244337" y="1207064"/>
                  <a:pt x="1252910" y="1285169"/>
                  <a:pt x="1270055" y="1363274"/>
                </a:cubicBezTo>
                <a:cubicBezTo>
                  <a:pt x="1274817" y="1384229"/>
                  <a:pt x="1274817" y="1405184"/>
                  <a:pt x="1276722" y="1427092"/>
                </a:cubicBezTo>
                <a:cubicBezTo>
                  <a:pt x="1279580" y="1463287"/>
                  <a:pt x="1284342" y="1499482"/>
                  <a:pt x="1284342" y="1534724"/>
                </a:cubicBezTo>
                <a:cubicBezTo>
                  <a:pt x="1284342" y="1581397"/>
                  <a:pt x="1281485" y="1628069"/>
                  <a:pt x="1279580" y="1673789"/>
                </a:cubicBezTo>
                <a:close/>
                <a:moveTo>
                  <a:pt x="1437695" y="1289932"/>
                </a:moveTo>
                <a:cubicBezTo>
                  <a:pt x="1439600" y="1289932"/>
                  <a:pt x="1440552" y="1288979"/>
                  <a:pt x="1442457" y="1288979"/>
                </a:cubicBezTo>
                <a:cubicBezTo>
                  <a:pt x="1444362" y="1292789"/>
                  <a:pt x="1446267" y="1296599"/>
                  <a:pt x="1447220" y="1300409"/>
                </a:cubicBezTo>
                <a:cubicBezTo>
                  <a:pt x="1448172" y="1308982"/>
                  <a:pt x="1448172" y="1318507"/>
                  <a:pt x="1448172" y="1327079"/>
                </a:cubicBezTo>
                <a:cubicBezTo>
                  <a:pt x="1446267" y="1352797"/>
                  <a:pt x="1451030" y="1375657"/>
                  <a:pt x="1470080" y="1394707"/>
                </a:cubicBezTo>
                <a:cubicBezTo>
                  <a:pt x="1481510" y="1406137"/>
                  <a:pt x="1481510" y="1418519"/>
                  <a:pt x="1476747" y="1433759"/>
                </a:cubicBezTo>
                <a:cubicBezTo>
                  <a:pt x="1469127" y="1457572"/>
                  <a:pt x="1453887" y="1476622"/>
                  <a:pt x="1439600" y="1497577"/>
                </a:cubicBezTo>
                <a:cubicBezTo>
                  <a:pt x="1431980" y="1428044"/>
                  <a:pt x="1431027" y="1359464"/>
                  <a:pt x="1437695" y="1289932"/>
                </a:cubicBezTo>
                <a:close/>
                <a:moveTo>
                  <a:pt x="1475795" y="1882387"/>
                </a:moveTo>
                <a:cubicBezTo>
                  <a:pt x="1468175" y="1887149"/>
                  <a:pt x="1465317" y="1880482"/>
                  <a:pt x="1462460" y="1874767"/>
                </a:cubicBezTo>
                <a:cubicBezTo>
                  <a:pt x="1438647" y="1833809"/>
                  <a:pt x="1411977" y="1796662"/>
                  <a:pt x="1371972" y="1769992"/>
                </a:cubicBezTo>
                <a:cubicBezTo>
                  <a:pt x="1360542" y="1762372"/>
                  <a:pt x="1348160" y="1756657"/>
                  <a:pt x="1336730" y="1750942"/>
                </a:cubicBezTo>
                <a:cubicBezTo>
                  <a:pt x="1331015" y="1748084"/>
                  <a:pt x="1325300" y="1746179"/>
                  <a:pt x="1319585" y="1744274"/>
                </a:cubicBezTo>
                <a:cubicBezTo>
                  <a:pt x="1319585" y="1742369"/>
                  <a:pt x="1320537" y="1740464"/>
                  <a:pt x="1320537" y="1738559"/>
                </a:cubicBezTo>
                <a:cubicBezTo>
                  <a:pt x="1326252" y="1739512"/>
                  <a:pt x="1331967" y="1738559"/>
                  <a:pt x="1337682" y="1740464"/>
                </a:cubicBezTo>
                <a:cubicBezTo>
                  <a:pt x="1367210" y="1749989"/>
                  <a:pt x="1395785" y="1762372"/>
                  <a:pt x="1416740" y="1788089"/>
                </a:cubicBezTo>
                <a:cubicBezTo>
                  <a:pt x="1434837" y="1809997"/>
                  <a:pt x="1454840" y="1831904"/>
                  <a:pt x="1473890" y="1853812"/>
                </a:cubicBezTo>
                <a:cubicBezTo>
                  <a:pt x="1476747" y="1857622"/>
                  <a:pt x="1478652" y="1861432"/>
                  <a:pt x="1480557" y="1865242"/>
                </a:cubicBezTo>
                <a:cubicBezTo>
                  <a:pt x="1483415" y="1872862"/>
                  <a:pt x="1482462" y="1878577"/>
                  <a:pt x="1475795" y="188238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5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6670DA-F705-49FA-AACB-12B9DDF177E4}"/>
              </a:ext>
            </a:extLst>
          </p:cNvPr>
          <p:cNvSpPr/>
          <p:nvPr/>
        </p:nvSpPr>
        <p:spPr>
          <a:xfrm rot="21189387">
            <a:off x="3536398" y="3070297"/>
            <a:ext cx="5301251" cy="2964644"/>
          </a:xfrm>
          <a:custGeom>
            <a:avLst/>
            <a:gdLst>
              <a:gd name="connsiteX0" fmla="*/ 608249 w 5301251"/>
              <a:gd name="connsiteY0" fmla="*/ 0 h 2964644"/>
              <a:gd name="connsiteX1" fmla="*/ 4801690 w 5301251"/>
              <a:gd name="connsiteY1" fmla="*/ 503270 h 2964644"/>
              <a:gd name="connsiteX2" fmla="*/ 4793938 w 5301251"/>
              <a:gd name="connsiteY2" fmla="*/ 525860 h 2964644"/>
              <a:gd name="connsiteX3" fmla="*/ 4797713 w 5301251"/>
              <a:gd name="connsiteY3" fmla="*/ 613080 h 2964644"/>
              <a:gd name="connsiteX4" fmla="*/ 4874835 w 5301251"/>
              <a:gd name="connsiteY4" fmla="*/ 714944 h 2964644"/>
              <a:gd name="connsiteX5" fmla="*/ 5216802 w 5301251"/>
              <a:gd name="connsiteY5" fmla="*/ 915756 h 2964644"/>
              <a:gd name="connsiteX6" fmla="*/ 5291017 w 5301251"/>
              <a:gd name="connsiteY6" fmla="*/ 1088923 h 2964644"/>
              <a:gd name="connsiteX7" fmla="*/ 5288106 w 5301251"/>
              <a:gd name="connsiteY7" fmla="*/ 1106384 h 2964644"/>
              <a:gd name="connsiteX8" fmla="*/ 5082926 w 5301251"/>
              <a:gd name="connsiteY8" fmla="*/ 1253357 h 2964644"/>
              <a:gd name="connsiteX9" fmla="*/ 4724954 w 5301251"/>
              <a:gd name="connsiteY9" fmla="*/ 1208248 h 2964644"/>
              <a:gd name="connsiteX10" fmla="*/ 4544513 w 5301251"/>
              <a:gd name="connsiteY10" fmla="*/ 1301377 h 2964644"/>
              <a:gd name="connsiteX11" fmla="*/ 4541600 w 5301251"/>
              <a:gd name="connsiteY11" fmla="*/ 1516744 h 2964644"/>
              <a:gd name="connsiteX12" fmla="*/ 4772974 w 5301251"/>
              <a:gd name="connsiteY12" fmla="*/ 1822329 h 2964644"/>
              <a:gd name="connsiteX13" fmla="*/ 4772974 w 5301251"/>
              <a:gd name="connsiteY13" fmla="*/ 2021689 h 2964644"/>
              <a:gd name="connsiteX14" fmla="*/ 4764243 w 5301251"/>
              <a:gd name="connsiteY14" fmla="*/ 2031876 h 2964644"/>
              <a:gd name="connsiteX15" fmla="*/ 4513953 w 5301251"/>
              <a:gd name="connsiteY15" fmla="*/ 2081351 h 2964644"/>
              <a:gd name="connsiteX16" fmla="*/ 4204001 w 5301251"/>
              <a:gd name="connsiteY16" fmla="*/ 1906731 h 2964644"/>
              <a:gd name="connsiteX17" fmla="*/ 3991545 w 5301251"/>
              <a:gd name="connsiteY17" fmla="*/ 1937290 h 2964644"/>
              <a:gd name="connsiteX18" fmla="*/ 3923151 w 5301251"/>
              <a:gd name="connsiteY18" fmla="*/ 2129371 h 2964644"/>
              <a:gd name="connsiteX19" fmla="*/ 4023557 w 5301251"/>
              <a:gd name="connsiteY19" fmla="*/ 2516450 h 2964644"/>
              <a:gd name="connsiteX20" fmla="*/ 3966806 w 5301251"/>
              <a:gd name="connsiteY20" fmla="*/ 2661966 h 2964644"/>
              <a:gd name="connsiteX21" fmla="*/ 3864944 w 5301251"/>
              <a:gd name="connsiteY21" fmla="*/ 2714351 h 2964644"/>
              <a:gd name="connsiteX22" fmla="*/ 3712150 w 5301251"/>
              <a:gd name="connsiteY22" fmla="*/ 2672152 h 2964644"/>
              <a:gd name="connsiteX23" fmla="*/ 3472047 w 5301251"/>
              <a:gd name="connsiteY23" fmla="*/ 2368022 h 2964644"/>
              <a:gd name="connsiteX24" fmla="*/ 3162095 w 5301251"/>
              <a:gd name="connsiteY24" fmla="*/ 2341827 h 2964644"/>
              <a:gd name="connsiteX25" fmla="*/ 3121349 w 5301251"/>
              <a:gd name="connsiteY25" fmla="*/ 2423317 h 2964644"/>
              <a:gd name="connsiteX26" fmla="*/ 3066055 w 5301251"/>
              <a:gd name="connsiteY26" fmla="*/ 2823491 h 2964644"/>
              <a:gd name="connsiteX27" fmla="*/ 2961281 w 5301251"/>
              <a:gd name="connsiteY27" fmla="*/ 2964644 h 2964644"/>
              <a:gd name="connsiteX28" fmla="*/ 2785205 w 5301251"/>
              <a:gd name="connsiteY28" fmla="*/ 2964644 h 2964644"/>
              <a:gd name="connsiteX29" fmla="*/ 2708081 w 5301251"/>
              <a:gd name="connsiteY29" fmla="*/ 2856959 h 2964644"/>
              <a:gd name="connsiteX30" fmla="*/ 2598940 w 5301251"/>
              <a:gd name="connsiteY30" fmla="*/ 2471338 h 2964644"/>
              <a:gd name="connsiteX31" fmla="*/ 2469433 w 5301251"/>
              <a:gd name="connsiteY31" fmla="*/ 2357835 h 2964644"/>
              <a:gd name="connsiteX32" fmla="*/ 2390853 w 5301251"/>
              <a:gd name="connsiteY32" fmla="*/ 2349104 h 2964644"/>
              <a:gd name="connsiteX33" fmla="*/ 2256977 w 5301251"/>
              <a:gd name="connsiteY33" fmla="*/ 2423317 h 2964644"/>
              <a:gd name="connsiteX34" fmla="*/ 2223509 w 5301251"/>
              <a:gd name="connsiteY34" fmla="*/ 2480069 h 2964644"/>
              <a:gd name="connsiteX35" fmla="*/ 2040157 w 5301251"/>
              <a:gd name="connsiteY35" fmla="*/ 2790021 h 2964644"/>
              <a:gd name="connsiteX36" fmla="*/ 1901915 w 5301251"/>
              <a:gd name="connsiteY36" fmla="*/ 2846772 h 2964644"/>
              <a:gd name="connsiteX37" fmla="*/ 1789864 w 5301251"/>
              <a:gd name="connsiteY37" fmla="*/ 2808939 h 2964644"/>
              <a:gd name="connsiteX38" fmla="*/ 1714198 w 5301251"/>
              <a:gd name="connsiteY38" fmla="*/ 2667786 h 2964644"/>
              <a:gd name="connsiteX39" fmla="*/ 1762215 w 5301251"/>
              <a:gd name="connsiteY39" fmla="*/ 2270524 h 2964644"/>
              <a:gd name="connsiteX40" fmla="*/ 1653078 w 5301251"/>
              <a:gd name="connsiteY40" fmla="*/ 2085716 h 2964644"/>
              <a:gd name="connsiteX41" fmla="*/ 1450811 w 5301251"/>
              <a:gd name="connsiteY41" fmla="*/ 2095903 h 2964644"/>
              <a:gd name="connsiteX42" fmla="*/ 1167051 w 5301251"/>
              <a:gd name="connsiteY42" fmla="*/ 2311270 h 2964644"/>
              <a:gd name="connsiteX43" fmla="*/ 915305 w 5301251"/>
              <a:gd name="connsiteY43" fmla="*/ 2296718 h 2964644"/>
              <a:gd name="connsiteX44" fmla="*/ 893477 w 5301251"/>
              <a:gd name="connsiteY44" fmla="*/ 2274889 h 2964644"/>
              <a:gd name="connsiteX45" fmla="*/ 871651 w 5301251"/>
              <a:gd name="connsiteY45" fmla="*/ 2100269 h 2964644"/>
              <a:gd name="connsiteX46" fmla="*/ 1060824 w 5301251"/>
              <a:gd name="connsiteY46" fmla="*/ 1762668 h 2964644"/>
              <a:gd name="connsiteX47" fmla="*/ 1092836 w 5301251"/>
              <a:gd name="connsiteY47" fmla="*/ 1659351 h 2964644"/>
              <a:gd name="connsiteX48" fmla="*/ 838181 w 5301251"/>
              <a:gd name="connsiteY48" fmla="*/ 1477455 h 2964644"/>
              <a:gd name="connsiteX49" fmla="*/ 446738 w 5301251"/>
              <a:gd name="connsiteY49" fmla="*/ 1579316 h 2964644"/>
              <a:gd name="connsiteX50" fmla="*/ 321594 w 5301251"/>
              <a:gd name="connsiteY50" fmla="*/ 1537117 h 2964644"/>
              <a:gd name="connsiteX51" fmla="*/ 259021 w 5301251"/>
              <a:gd name="connsiteY51" fmla="*/ 1426522 h 2964644"/>
              <a:gd name="connsiteX52" fmla="*/ 301223 w 5301251"/>
              <a:gd name="connsiteY52" fmla="*/ 1263544 h 2964644"/>
              <a:gd name="connsiteX53" fmla="*/ 590801 w 5301251"/>
              <a:gd name="connsiteY53" fmla="*/ 1033627 h 2964644"/>
              <a:gd name="connsiteX54" fmla="*/ 667926 w 5301251"/>
              <a:gd name="connsiteY54" fmla="*/ 799342 h 2964644"/>
              <a:gd name="connsiteX55" fmla="*/ 512221 w 5301251"/>
              <a:gd name="connsiteY55" fmla="*/ 668376 h 2964644"/>
              <a:gd name="connsiteX56" fmla="*/ 146973 w 5301251"/>
              <a:gd name="connsiteY56" fmla="*/ 618901 h 2964644"/>
              <a:gd name="connsiteX57" fmla="*/ 2910 w 5301251"/>
              <a:gd name="connsiteY57" fmla="*/ 517040 h 2964644"/>
              <a:gd name="connsiteX58" fmla="*/ 0 w 5301251"/>
              <a:gd name="connsiteY58" fmla="*/ 336599 h 2964644"/>
              <a:gd name="connsiteX59" fmla="*/ 106230 w 5301251"/>
              <a:gd name="connsiteY59" fmla="*/ 259472 h 2964644"/>
              <a:gd name="connsiteX60" fmla="*/ 478754 w 5301251"/>
              <a:gd name="connsiteY60" fmla="*/ 154700 h 2964644"/>
              <a:gd name="connsiteX61" fmla="*/ 606809 w 5301251"/>
              <a:gd name="connsiteY61" fmla="*/ 12092 h 2964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301251" h="2964644">
                <a:moveTo>
                  <a:pt x="608249" y="0"/>
                </a:moveTo>
                <a:lnTo>
                  <a:pt x="4801690" y="503270"/>
                </a:lnTo>
                <a:lnTo>
                  <a:pt x="4793938" y="525860"/>
                </a:lnTo>
                <a:cubicBezTo>
                  <a:pt x="4790346" y="552599"/>
                  <a:pt x="4791528" y="581794"/>
                  <a:pt x="4797713" y="613080"/>
                </a:cubicBezTo>
                <a:cubicBezTo>
                  <a:pt x="4806441" y="661100"/>
                  <a:pt x="4834091" y="691661"/>
                  <a:pt x="4874835" y="714944"/>
                </a:cubicBezTo>
                <a:cubicBezTo>
                  <a:pt x="4988341" y="781882"/>
                  <a:pt x="5101841" y="848818"/>
                  <a:pt x="5216802" y="915756"/>
                </a:cubicBezTo>
                <a:cubicBezTo>
                  <a:pt x="5301203" y="965234"/>
                  <a:pt x="5314300" y="994336"/>
                  <a:pt x="5291017" y="1088923"/>
                </a:cubicBezTo>
                <a:cubicBezTo>
                  <a:pt x="5289561" y="1094744"/>
                  <a:pt x="5289561" y="1100565"/>
                  <a:pt x="5288106" y="1106384"/>
                </a:cubicBezTo>
                <a:cubicBezTo>
                  <a:pt x="5253180" y="1221345"/>
                  <a:pt x="5213892" y="1278096"/>
                  <a:pt x="5082926" y="1253357"/>
                </a:cubicBezTo>
                <a:cubicBezTo>
                  <a:pt x="4965057" y="1230073"/>
                  <a:pt x="4844278" y="1225710"/>
                  <a:pt x="4724954" y="1208248"/>
                </a:cubicBezTo>
                <a:cubicBezTo>
                  <a:pt x="4640553" y="1196605"/>
                  <a:pt x="4585257" y="1230073"/>
                  <a:pt x="4544513" y="1301377"/>
                </a:cubicBezTo>
                <a:cubicBezTo>
                  <a:pt x="4502311" y="1374136"/>
                  <a:pt x="4483393" y="1442529"/>
                  <a:pt x="4541600" y="1516744"/>
                </a:cubicBezTo>
                <a:cubicBezTo>
                  <a:pt x="4620180" y="1617152"/>
                  <a:pt x="4695849" y="1720469"/>
                  <a:pt x="4772974" y="1822329"/>
                </a:cubicBezTo>
                <a:cubicBezTo>
                  <a:pt x="4837001" y="1905275"/>
                  <a:pt x="4837001" y="1938746"/>
                  <a:pt x="4772974" y="2021689"/>
                </a:cubicBezTo>
                <a:cubicBezTo>
                  <a:pt x="4770064" y="2024599"/>
                  <a:pt x="4767153" y="2028965"/>
                  <a:pt x="4764243" y="2031876"/>
                </a:cubicBezTo>
                <a:cubicBezTo>
                  <a:pt x="4679841" y="2122098"/>
                  <a:pt x="4646374" y="2161386"/>
                  <a:pt x="4513953" y="2081351"/>
                </a:cubicBezTo>
                <a:cubicBezTo>
                  <a:pt x="4412092" y="2020233"/>
                  <a:pt x="4304407" y="1967848"/>
                  <a:pt x="4204001" y="1906731"/>
                </a:cubicBezTo>
                <a:cubicBezTo>
                  <a:pt x="4121055" y="1857256"/>
                  <a:pt x="4057028" y="1886357"/>
                  <a:pt x="3991545" y="1937290"/>
                </a:cubicBezTo>
                <a:cubicBezTo>
                  <a:pt x="3926062" y="1986766"/>
                  <a:pt x="3899868" y="2046428"/>
                  <a:pt x="3923151" y="2129371"/>
                </a:cubicBezTo>
                <a:cubicBezTo>
                  <a:pt x="3959530" y="2257429"/>
                  <a:pt x="3991545" y="2386937"/>
                  <a:pt x="4023557" y="2516450"/>
                </a:cubicBezTo>
                <a:cubicBezTo>
                  <a:pt x="4041023" y="2586296"/>
                  <a:pt x="4026471" y="2624132"/>
                  <a:pt x="3966806" y="2661966"/>
                </a:cubicBezTo>
                <a:cubicBezTo>
                  <a:pt x="3934793" y="2682339"/>
                  <a:pt x="3901323" y="2701257"/>
                  <a:pt x="3864944" y="2714351"/>
                </a:cubicBezTo>
                <a:cubicBezTo>
                  <a:pt x="3800917" y="2737635"/>
                  <a:pt x="3754352" y="2725993"/>
                  <a:pt x="3712150" y="2672152"/>
                </a:cubicBezTo>
                <a:cubicBezTo>
                  <a:pt x="3632115" y="2571747"/>
                  <a:pt x="3552082" y="2469882"/>
                  <a:pt x="3472047" y="2368022"/>
                </a:cubicBezTo>
                <a:cubicBezTo>
                  <a:pt x="3394922" y="2271978"/>
                  <a:pt x="3255228" y="2258885"/>
                  <a:pt x="3162095" y="2341827"/>
                </a:cubicBezTo>
                <a:cubicBezTo>
                  <a:pt x="3137356" y="2363656"/>
                  <a:pt x="3125717" y="2391302"/>
                  <a:pt x="3121349" y="2423317"/>
                </a:cubicBezTo>
                <a:cubicBezTo>
                  <a:pt x="3102433" y="2557194"/>
                  <a:pt x="3080605" y="2689615"/>
                  <a:pt x="3066055" y="2823491"/>
                </a:cubicBezTo>
                <a:cubicBezTo>
                  <a:pt x="3057321" y="2893340"/>
                  <a:pt x="3029674" y="2942815"/>
                  <a:pt x="2961281" y="2964644"/>
                </a:cubicBezTo>
                <a:cubicBezTo>
                  <a:pt x="2903074" y="2964644"/>
                  <a:pt x="2843412" y="2964644"/>
                  <a:pt x="2785205" y="2964644"/>
                </a:cubicBezTo>
                <a:cubicBezTo>
                  <a:pt x="2744458" y="2939905"/>
                  <a:pt x="2721178" y="2903524"/>
                  <a:pt x="2708081" y="2856959"/>
                </a:cubicBezTo>
                <a:cubicBezTo>
                  <a:pt x="2673158" y="2728903"/>
                  <a:pt x="2633866" y="2600848"/>
                  <a:pt x="2598940" y="2471338"/>
                </a:cubicBezTo>
                <a:cubicBezTo>
                  <a:pt x="2580025" y="2402944"/>
                  <a:pt x="2537826" y="2366566"/>
                  <a:pt x="2469433" y="2357835"/>
                </a:cubicBezTo>
                <a:cubicBezTo>
                  <a:pt x="2443238" y="2354924"/>
                  <a:pt x="2417044" y="2350559"/>
                  <a:pt x="2390853" y="2349104"/>
                </a:cubicBezTo>
                <a:cubicBezTo>
                  <a:pt x="2329736" y="2344737"/>
                  <a:pt x="2287537" y="2372387"/>
                  <a:pt x="2256977" y="2423317"/>
                </a:cubicBezTo>
                <a:cubicBezTo>
                  <a:pt x="2245334" y="2442236"/>
                  <a:pt x="2235148" y="2461151"/>
                  <a:pt x="2223509" y="2480069"/>
                </a:cubicBezTo>
                <a:cubicBezTo>
                  <a:pt x="2162389" y="2583385"/>
                  <a:pt x="2102727" y="2688160"/>
                  <a:pt x="2040157" y="2790021"/>
                </a:cubicBezTo>
                <a:cubicBezTo>
                  <a:pt x="2006687" y="2846772"/>
                  <a:pt x="1965940" y="2861325"/>
                  <a:pt x="1901915" y="2846772"/>
                </a:cubicBezTo>
                <a:cubicBezTo>
                  <a:pt x="1862624" y="2838041"/>
                  <a:pt x="1826246" y="2824947"/>
                  <a:pt x="1789864" y="2808939"/>
                </a:cubicBezTo>
                <a:cubicBezTo>
                  <a:pt x="1725837" y="2778379"/>
                  <a:pt x="1705466" y="2739091"/>
                  <a:pt x="1714198" y="2667786"/>
                </a:cubicBezTo>
                <a:cubicBezTo>
                  <a:pt x="1730202" y="2535366"/>
                  <a:pt x="1743300" y="2402945"/>
                  <a:pt x="1762215" y="2270524"/>
                </a:cubicBezTo>
                <a:cubicBezTo>
                  <a:pt x="1775312" y="2177394"/>
                  <a:pt x="1725837" y="2126463"/>
                  <a:pt x="1653078" y="2085716"/>
                </a:cubicBezTo>
                <a:cubicBezTo>
                  <a:pt x="1581777" y="2046428"/>
                  <a:pt x="1517749" y="2040607"/>
                  <a:pt x="1450811" y="2095903"/>
                </a:cubicBezTo>
                <a:cubicBezTo>
                  <a:pt x="1357678" y="2170117"/>
                  <a:pt x="1260181" y="2238511"/>
                  <a:pt x="1167051" y="2311270"/>
                </a:cubicBezTo>
                <a:cubicBezTo>
                  <a:pt x="1072466" y="2385485"/>
                  <a:pt x="1031719" y="2401489"/>
                  <a:pt x="915305" y="2296718"/>
                </a:cubicBezTo>
                <a:cubicBezTo>
                  <a:pt x="908030" y="2289441"/>
                  <a:pt x="900753" y="2282166"/>
                  <a:pt x="893477" y="2274889"/>
                </a:cubicBezTo>
                <a:cubicBezTo>
                  <a:pt x="836726" y="2216682"/>
                  <a:pt x="830905" y="2171573"/>
                  <a:pt x="871651" y="2100269"/>
                </a:cubicBezTo>
                <a:cubicBezTo>
                  <a:pt x="934224" y="1988221"/>
                  <a:pt x="998249" y="1874715"/>
                  <a:pt x="1060824" y="1762668"/>
                </a:cubicBezTo>
                <a:cubicBezTo>
                  <a:pt x="1078284" y="1730655"/>
                  <a:pt x="1097202" y="1698640"/>
                  <a:pt x="1092836" y="1659351"/>
                </a:cubicBezTo>
                <a:cubicBezTo>
                  <a:pt x="1082650" y="1541483"/>
                  <a:pt x="951684" y="1448351"/>
                  <a:pt x="838181" y="1477455"/>
                </a:cubicBezTo>
                <a:cubicBezTo>
                  <a:pt x="707215" y="1510923"/>
                  <a:pt x="576249" y="1544393"/>
                  <a:pt x="446738" y="1579316"/>
                </a:cubicBezTo>
                <a:cubicBezTo>
                  <a:pt x="394353" y="1593869"/>
                  <a:pt x="355064" y="1577861"/>
                  <a:pt x="321594" y="1537117"/>
                </a:cubicBezTo>
                <a:cubicBezTo>
                  <a:pt x="293947" y="1503647"/>
                  <a:pt x="276484" y="1465813"/>
                  <a:pt x="259021" y="1426522"/>
                </a:cubicBezTo>
                <a:cubicBezTo>
                  <a:pt x="229919" y="1358129"/>
                  <a:pt x="243016" y="1308653"/>
                  <a:pt x="301223" y="1263544"/>
                </a:cubicBezTo>
                <a:cubicBezTo>
                  <a:pt x="397263" y="1186419"/>
                  <a:pt x="494759" y="1110749"/>
                  <a:pt x="590801" y="1033627"/>
                </a:cubicBezTo>
                <a:cubicBezTo>
                  <a:pt x="692663" y="955047"/>
                  <a:pt x="701394" y="921577"/>
                  <a:pt x="667926" y="799342"/>
                </a:cubicBezTo>
                <a:cubicBezTo>
                  <a:pt x="644642" y="719310"/>
                  <a:pt x="596623" y="677108"/>
                  <a:pt x="512221" y="668376"/>
                </a:cubicBezTo>
                <a:cubicBezTo>
                  <a:pt x="389987" y="655280"/>
                  <a:pt x="269208" y="631999"/>
                  <a:pt x="146973" y="618901"/>
                </a:cubicBezTo>
                <a:cubicBezTo>
                  <a:pt x="77125" y="611625"/>
                  <a:pt x="27650" y="583978"/>
                  <a:pt x="2910" y="517040"/>
                </a:cubicBezTo>
                <a:cubicBezTo>
                  <a:pt x="0" y="454468"/>
                  <a:pt x="0" y="396258"/>
                  <a:pt x="0" y="336599"/>
                </a:cubicBezTo>
                <a:cubicBezTo>
                  <a:pt x="23284" y="292942"/>
                  <a:pt x="59662" y="271116"/>
                  <a:pt x="106230" y="259472"/>
                </a:cubicBezTo>
                <a:cubicBezTo>
                  <a:pt x="231374" y="226004"/>
                  <a:pt x="353609" y="188171"/>
                  <a:pt x="478754" y="154700"/>
                </a:cubicBezTo>
                <a:cubicBezTo>
                  <a:pt x="554421" y="134330"/>
                  <a:pt x="599533" y="92128"/>
                  <a:pt x="606809" y="12092"/>
                </a:cubicBezTo>
                <a:close/>
              </a:path>
            </a:pathLst>
          </a:custGeom>
          <a:solidFill>
            <a:schemeClr val="accent2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1FF71-3F1B-4CB4-8242-FBB7B35AFA66}"/>
              </a:ext>
            </a:extLst>
          </p:cNvPr>
          <p:cNvSpPr txBox="1"/>
          <p:nvPr/>
        </p:nvSpPr>
        <p:spPr>
          <a:xfrm>
            <a:off x="3983392" y="2661067"/>
            <a:ext cx="4438231" cy="646270"/>
          </a:xfrm>
          <a:custGeom>
            <a:avLst/>
            <a:gdLst>
              <a:gd name="connsiteX0" fmla="*/ 1217399 w 4438231"/>
              <a:gd name="connsiteY0" fmla="*/ 148169 h 646270"/>
              <a:gd name="connsiteX1" fmla="*/ 1217399 w 4438231"/>
              <a:gd name="connsiteY1" fmla="*/ 496301 h 646270"/>
              <a:gd name="connsiteX2" fmla="*/ 1253957 w 4438231"/>
              <a:gd name="connsiteY2" fmla="*/ 496301 h 646270"/>
              <a:gd name="connsiteX3" fmla="*/ 1395216 w 4438231"/>
              <a:gd name="connsiteY3" fmla="*/ 433537 h 646270"/>
              <a:gd name="connsiteX4" fmla="*/ 1430872 w 4438231"/>
              <a:gd name="connsiteY4" fmla="*/ 322009 h 646270"/>
              <a:gd name="connsiteX5" fmla="*/ 1395216 w 4438231"/>
              <a:gd name="connsiteY5" fmla="*/ 210933 h 646270"/>
              <a:gd name="connsiteX6" fmla="*/ 1253957 w 4438231"/>
              <a:gd name="connsiteY6" fmla="*/ 148169 h 646270"/>
              <a:gd name="connsiteX7" fmla="*/ 3484816 w 4438231"/>
              <a:gd name="connsiteY7" fmla="*/ 136461 h 646270"/>
              <a:gd name="connsiteX8" fmla="*/ 3484816 w 4438231"/>
              <a:gd name="connsiteY8" fmla="*/ 289583 h 646270"/>
              <a:gd name="connsiteX9" fmla="*/ 3514647 w 4438231"/>
              <a:gd name="connsiteY9" fmla="*/ 289583 h 646270"/>
              <a:gd name="connsiteX10" fmla="*/ 3587415 w 4438231"/>
              <a:gd name="connsiteY10" fmla="*/ 268481 h 646270"/>
              <a:gd name="connsiteX11" fmla="*/ 3611369 w 4438231"/>
              <a:gd name="connsiteY11" fmla="*/ 212797 h 646270"/>
              <a:gd name="connsiteX12" fmla="*/ 3587415 w 4438231"/>
              <a:gd name="connsiteY12" fmla="*/ 157564 h 646270"/>
              <a:gd name="connsiteX13" fmla="*/ 3514647 w 4438231"/>
              <a:gd name="connsiteY13" fmla="*/ 136461 h 646270"/>
              <a:gd name="connsiteX14" fmla="*/ 3825741 w 4438231"/>
              <a:gd name="connsiteY14" fmla="*/ 14864 h 646270"/>
              <a:gd name="connsiteX15" fmla="*/ 4016693 w 4438231"/>
              <a:gd name="connsiteY15" fmla="*/ 14864 h 646270"/>
              <a:gd name="connsiteX16" fmla="*/ 4132887 w 4438231"/>
              <a:gd name="connsiteY16" fmla="*/ 182398 h 646270"/>
              <a:gd name="connsiteX17" fmla="*/ 4244577 w 4438231"/>
              <a:gd name="connsiteY17" fmla="*/ 14864 h 646270"/>
              <a:gd name="connsiteX18" fmla="*/ 4438231 w 4438231"/>
              <a:gd name="connsiteY18" fmla="*/ 14864 h 646270"/>
              <a:gd name="connsiteX19" fmla="*/ 4208098 w 4438231"/>
              <a:gd name="connsiteY19" fmla="*/ 334171 h 646270"/>
              <a:gd name="connsiteX20" fmla="*/ 4208098 w 4438231"/>
              <a:gd name="connsiteY20" fmla="*/ 629607 h 646270"/>
              <a:gd name="connsiteX21" fmla="*/ 4048218 w 4438231"/>
              <a:gd name="connsiteY21" fmla="*/ 629607 h 646270"/>
              <a:gd name="connsiteX22" fmla="*/ 4048218 w 4438231"/>
              <a:gd name="connsiteY22" fmla="*/ 334171 h 646270"/>
              <a:gd name="connsiteX23" fmla="*/ 3324939 w 4438231"/>
              <a:gd name="connsiteY23" fmla="*/ 14864 h 646270"/>
              <a:gd name="connsiteX24" fmla="*/ 3573538 w 4438231"/>
              <a:gd name="connsiteY24" fmla="*/ 14864 h 646270"/>
              <a:gd name="connsiteX25" fmla="*/ 3734768 w 4438231"/>
              <a:gd name="connsiteY25" fmla="*/ 80165 h 646270"/>
              <a:gd name="connsiteX26" fmla="*/ 3777103 w 4438231"/>
              <a:gd name="connsiteY26" fmla="*/ 204014 h 646270"/>
              <a:gd name="connsiteX27" fmla="*/ 3728463 w 4438231"/>
              <a:gd name="connsiteY27" fmla="*/ 334171 h 646270"/>
              <a:gd name="connsiteX28" fmla="*/ 3642893 w 4438231"/>
              <a:gd name="connsiteY28" fmla="*/ 377405 h 646270"/>
              <a:gd name="connsiteX29" fmla="*/ 3836099 w 4438231"/>
              <a:gd name="connsiteY29" fmla="*/ 629607 h 646270"/>
              <a:gd name="connsiteX30" fmla="*/ 3637490 w 4438231"/>
              <a:gd name="connsiteY30" fmla="*/ 629607 h 646270"/>
              <a:gd name="connsiteX31" fmla="*/ 3484816 w 4438231"/>
              <a:gd name="connsiteY31" fmla="*/ 393618 h 646270"/>
              <a:gd name="connsiteX32" fmla="*/ 3484816 w 4438231"/>
              <a:gd name="connsiteY32" fmla="*/ 629607 h 646270"/>
              <a:gd name="connsiteX33" fmla="*/ 3324939 w 4438231"/>
              <a:gd name="connsiteY33" fmla="*/ 629607 h 646270"/>
              <a:gd name="connsiteX34" fmla="*/ 2831294 w 4438231"/>
              <a:gd name="connsiteY34" fmla="*/ 14864 h 646270"/>
              <a:gd name="connsiteX35" fmla="*/ 3253732 w 4438231"/>
              <a:gd name="connsiteY35" fmla="*/ 14864 h 646270"/>
              <a:gd name="connsiteX36" fmla="*/ 3253732 w 4438231"/>
              <a:gd name="connsiteY36" fmla="*/ 148169 h 646270"/>
              <a:gd name="connsiteX37" fmla="*/ 3121325 w 4438231"/>
              <a:gd name="connsiteY37" fmla="*/ 148169 h 646270"/>
              <a:gd name="connsiteX38" fmla="*/ 3121325 w 4438231"/>
              <a:gd name="connsiteY38" fmla="*/ 629607 h 646270"/>
              <a:gd name="connsiteX39" fmla="*/ 2961448 w 4438231"/>
              <a:gd name="connsiteY39" fmla="*/ 629607 h 646270"/>
              <a:gd name="connsiteX40" fmla="*/ 2961448 w 4438231"/>
              <a:gd name="connsiteY40" fmla="*/ 148169 h 646270"/>
              <a:gd name="connsiteX41" fmla="*/ 2831294 w 4438231"/>
              <a:gd name="connsiteY41" fmla="*/ 148169 h 646270"/>
              <a:gd name="connsiteX42" fmla="*/ 1698036 w 4438231"/>
              <a:gd name="connsiteY42" fmla="*/ 14864 h 646270"/>
              <a:gd name="connsiteX43" fmla="*/ 1857913 w 4438231"/>
              <a:gd name="connsiteY43" fmla="*/ 14864 h 646270"/>
              <a:gd name="connsiteX44" fmla="*/ 1857913 w 4438231"/>
              <a:gd name="connsiteY44" fmla="*/ 347379 h 646270"/>
              <a:gd name="connsiteX45" fmla="*/ 1859265 w 4438231"/>
              <a:gd name="connsiteY45" fmla="*/ 407220 h 646270"/>
              <a:gd name="connsiteX46" fmla="*/ 1916460 w 4438231"/>
              <a:gd name="connsiteY46" fmla="*/ 494505 h 646270"/>
              <a:gd name="connsiteX47" fmla="*/ 1964197 w 4438231"/>
              <a:gd name="connsiteY47" fmla="*/ 504857 h 646270"/>
              <a:gd name="connsiteX48" fmla="*/ 2052468 w 4438231"/>
              <a:gd name="connsiteY48" fmla="*/ 463910 h 646270"/>
              <a:gd name="connsiteX49" fmla="*/ 2074537 w 4438231"/>
              <a:gd name="connsiteY49" fmla="*/ 347379 h 646270"/>
              <a:gd name="connsiteX50" fmla="*/ 2074537 w 4438231"/>
              <a:gd name="connsiteY50" fmla="*/ 14864 h 646270"/>
              <a:gd name="connsiteX51" fmla="*/ 2234415 w 4438231"/>
              <a:gd name="connsiteY51" fmla="*/ 14864 h 646270"/>
              <a:gd name="connsiteX52" fmla="*/ 2234415 w 4438231"/>
              <a:gd name="connsiteY52" fmla="*/ 369298 h 646270"/>
              <a:gd name="connsiteX53" fmla="*/ 2225409 w 4438231"/>
              <a:gd name="connsiteY53" fmla="*/ 463874 h 646270"/>
              <a:gd name="connsiteX54" fmla="*/ 2158754 w 4438231"/>
              <a:gd name="connsiteY54" fmla="*/ 574664 h 646270"/>
              <a:gd name="connsiteX55" fmla="*/ 1958795 w 4438231"/>
              <a:gd name="connsiteY55" fmla="*/ 645369 h 646270"/>
              <a:gd name="connsiteX56" fmla="*/ 1759734 w 4438231"/>
              <a:gd name="connsiteY56" fmla="*/ 573312 h 646270"/>
              <a:gd name="connsiteX57" fmla="*/ 1707944 w 4438231"/>
              <a:gd name="connsiteY57" fmla="*/ 478286 h 646270"/>
              <a:gd name="connsiteX58" fmla="*/ 1698036 w 4438231"/>
              <a:gd name="connsiteY58" fmla="*/ 369298 h 646270"/>
              <a:gd name="connsiteX59" fmla="*/ 1057522 w 4438231"/>
              <a:gd name="connsiteY59" fmla="*/ 14864 h 646270"/>
              <a:gd name="connsiteX60" fmla="*/ 1293511 w 4438231"/>
              <a:gd name="connsiteY60" fmla="*/ 14864 h 646270"/>
              <a:gd name="connsiteX61" fmla="*/ 1453840 w 4438231"/>
              <a:gd name="connsiteY61" fmla="*/ 63050 h 646270"/>
              <a:gd name="connsiteX62" fmla="*/ 1565079 w 4438231"/>
              <a:gd name="connsiteY62" fmla="*/ 188252 h 646270"/>
              <a:gd name="connsiteX63" fmla="*/ 1596604 w 4438231"/>
              <a:gd name="connsiteY63" fmla="*/ 322009 h 646270"/>
              <a:gd name="connsiteX64" fmla="*/ 1538732 w 4438231"/>
              <a:gd name="connsiteY64" fmla="*/ 499678 h 646270"/>
              <a:gd name="connsiteX65" fmla="*/ 1390789 w 4438231"/>
              <a:gd name="connsiteY65" fmla="*/ 612944 h 646270"/>
              <a:gd name="connsiteX66" fmla="*/ 1293511 w 4438231"/>
              <a:gd name="connsiteY66" fmla="*/ 629607 h 646270"/>
              <a:gd name="connsiteX67" fmla="*/ 1057522 w 4438231"/>
              <a:gd name="connsiteY67" fmla="*/ 629607 h 646270"/>
              <a:gd name="connsiteX68" fmla="*/ 294637 w 4438231"/>
              <a:gd name="connsiteY68" fmla="*/ 13238 h 646270"/>
              <a:gd name="connsiteX69" fmla="*/ 454515 w 4438231"/>
              <a:gd name="connsiteY69" fmla="*/ 13238 h 646270"/>
              <a:gd name="connsiteX70" fmla="*/ 748600 w 4438231"/>
              <a:gd name="connsiteY70" fmla="*/ 389290 h 646270"/>
              <a:gd name="connsiteX71" fmla="*/ 748600 w 4438231"/>
              <a:gd name="connsiteY71" fmla="*/ 13238 h 646270"/>
              <a:gd name="connsiteX72" fmla="*/ 908479 w 4438231"/>
              <a:gd name="connsiteY72" fmla="*/ 13238 h 646270"/>
              <a:gd name="connsiteX73" fmla="*/ 908479 w 4438231"/>
              <a:gd name="connsiteY73" fmla="*/ 627982 h 646270"/>
              <a:gd name="connsiteX74" fmla="*/ 748600 w 4438231"/>
              <a:gd name="connsiteY74" fmla="*/ 627982 h 646270"/>
              <a:gd name="connsiteX75" fmla="*/ 454515 w 4438231"/>
              <a:gd name="connsiteY75" fmla="*/ 251478 h 646270"/>
              <a:gd name="connsiteX76" fmla="*/ 454515 w 4438231"/>
              <a:gd name="connsiteY76" fmla="*/ 627982 h 646270"/>
              <a:gd name="connsiteX77" fmla="*/ 294637 w 4438231"/>
              <a:gd name="connsiteY77" fmla="*/ 627982 h 646270"/>
              <a:gd name="connsiteX78" fmla="*/ 0 w 4438231"/>
              <a:gd name="connsiteY78" fmla="*/ 13238 h 646270"/>
              <a:gd name="connsiteX79" fmla="*/ 159879 w 4438231"/>
              <a:gd name="connsiteY79" fmla="*/ 13238 h 646270"/>
              <a:gd name="connsiteX80" fmla="*/ 159879 w 4438231"/>
              <a:gd name="connsiteY80" fmla="*/ 627982 h 646270"/>
              <a:gd name="connsiteX81" fmla="*/ 0 w 4438231"/>
              <a:gd name="connsiteY81" fmla="*/ 627982 h 646270"/>
              <a:gd name="connsiteX82" fmla="*/ 2570434 w 4438231"/>
              <a:gd name="connsiteY82" fmla="*/ 0 h 646270"/>
              <a:gd name="connsiteX83" fmla="*/ 2765440 w 4438231"/>
              <a:gd name="connsiteY83" fmla="*/ 49991 h 646270"/>
              <a:gd name="connsiteX84" fmla="*/ 2701489 w 4438231"/>
              <a:gd name="connsiteY84" fmla="*/ 174291 h 646270"/>
              <a:gd name="connsiteX85" fmla="*/ 2595830 w 4438231"/>
              <a:gd name="connsiteY85" fmla="*/ 133309 h 646270"/>
              <a:gd name="connsiteX86" fmla="*/ 2549773 w 4438231"/>
              <a:gd name="connsiteY86" fmla="*/ 146417 h 646270"/>
              <a:gd name="connsiteX87" fmla="*/ 2526751 w 4438231"/>
              <a:gd name="connsiteY87" fmla="*/ 186197 h 646270"/>
              <a:gd name="connsiteX88" fmla="*/ 2556973 w 4438231"/>
              <a:gd name="connsiteY88" fmla="*/ 228228 h 646270"/>
              <a:gd name="connsiteX89" fmla="*/ 2638178 w 4438231"/>
              <a:gd name="connsiteY89" fmla="*/ 256255 h 646270"/>
              <a:gd name="connsiteX90" fmla="*/ 2759080 w 4438231"/>
              <a:gd name="connsiteY90" fmla="*/ 326598 h 646270"/>
              <a:gd name="connsiteX91" fmla="*/ 2790212 w 4438231"/>
              <a:gd name="connsiteY91" fmla="*/ 426239 h 646270"/>
              <a:gd name="connsiteX92" fmla="*/ 2653300 w 4438231"/>
              <a:gd name="connsiteY92" fmla="*/ 629586 h 646270"/>
              <a:gd name="connsiteX93" fmla="*/ 2550619 w 4438231"/>
              <a:gd name="connsiteY93" fmla="*/ 646270 h 646270"/>
              <a:gd name="connsiteX94" fmla="*/ 2336697 w 4438231"/>
              <a:gd name="connsiteY94" fmla="*/ 576465 h 646270"/>
              <a:gd name="connsiteX95" fmla="*/ 2405151 w 4438231"/>
              <a:gd name="connsiteY95" fmla="*/ 447660 h 646270"/>
              <a:gd name="connsiteX96" fmla="*/ 2546403 w 4438231"/>
              <a:gd name="connsiteY96" fmla="*/ 512964 h 646270"/>
              <a:gd name="connsiteX97" fmla="*/ 2599209 w 4438231"/>
              <a:gd name="connsiteY97" fmla="*/ 498404 h 646270"/>
              <a:gd name="connsiteX98" fmla="*/ 2624478 w 4438231"/>
              <a:gd name="connsiteY98" fmla="*/ 452004 h 646270"/>
              <a:gd name="connsiteX99" fmla="*/ 2596506 w 4438231"/>
              <a:gd name="connsiteY99" fmla="*/ 406508 h 646270"/>
              <a:gd name="connsiteX100" fmla="*/ 2526580 w 4438231"/>
              <a:gd name="connsiteY100" fmla="*/ 378754 h 646270"/>
              <a:gd name="connsiteX101" fmla="*/ 2451694 w 4438231"/>
              <a:gd name="connsiteY101" fmla="*/ 354465 h 646270"/>
              <a:gd name="connsiteX102" fmla="*/ 2410191 w 4438231"/>
              <a:gd name="connsiteY102" fmla="*/ 330171 h 646270"/>
              <a:gd name="connsiteX103" fmla="*/ 2361016 w 4438231"/>
              <a:gd name="connsiteY103" fmla="*/ 207821 h 646270"/>
              <a:gd name="connsiteX104" fmla="*/ 2411907 w 4438231"/>
              <a:gd name="connsiteY104" fmla="*/ 66127 h 646270"/>
              <a:gd name="connsiteX105" fmla="*/ 2570434 w 4438231"/>
              <a:gd name="connsiteY105" fmla="*/ 0 h 64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4438231" h="646270">
                <a:moveTo>
                  <a:pt x="1217399" y="148169"/>
                </a:moveTo>
                <a:lnTo>
                  <a:pt x="1217399" y="496301"/>
                </a:lnTo>
                <a:lnTo>
                  <a:pt x="1253957" y="496301"/>
                </a:lnTo>
                <a:cubicBezTo>
                  <a:pt x="1316838" y="496301"/>
                  <a:pt x="1363925" y="475380"/>
                  <a:pt x="1395216" y="433537"/>
                </a:cubicBezTo>
                <a:cubicBezTo>
                  <a:pt x="1418986" y="401628"/>
                  <a:pt x="1430872" y="364452"/>
                  <a:pt x="1430872" y="322009"/>
                </a:cubicBezTo>
                <a:cubicBezTo>
                  <a:pt x="1430872" y="279568"/>
                  <a:pt x="1418986" y="242542"/>
                  <a:pt x="1395216" y="210933"/>
                </a:cubicBezTo>
                <a:cubicBezTo>
                  <a:pt x="1363625" y="169091"/>
                  <a:pt x="1316538" y="148169"/>
                  <a:pt x="1253957" y="148169"/>
                </a:cubicBezTo>
                <a:close/>
                <a:moveTo>
                  <a:pt x="3484816" y="136461"/>
                </a:moveTo>
                <a:lnTo>
                  <a:pt x="3484816" y="289583"/>
                </a:lnTo>
                <a:lnTo>
                  <a:pt x="3514647" y="289583"/>
                </a:lnTo>
                <a:cubicBezTo>
                  <a:pt x="3548395" y="289583"/>
                  <a:pt x="3572651" y="282550"/>
                  <a:pt x="3587415" y="268481"/>
                </a:cubicBezTo>
                <a:cubicBezTo>
                  <a:pt x="3603385" y="253209"/>
                  <a:pt x="3611369" y="234650"/>
                  <a:pt x="3611369" y="212797"/>
                </a:cubicBezTo>
                <a:cubicBezTo>
                  <a:pt x="3611369" y="190945"/>
                  <a:pt x="3603385" y="172534"/>
                  <a:pt x="3587415" y="157564"/>
                </a:cubicBezTo>
                <a:cubicBezTo>
                  <a:pt x="3572347" y="143495"/>
                  <a:pt x="3548091" y="136461"/>
                  <a:pt x="3514647" y="136461"/>
                </a:cubicBezTo>
                <a:close/>
                <a:moveTo>
                  <a:pt x="3825741" y="14864"/>
                </a:moveTo>
                <a:lnTo>
                  <a:pt x="4016693" y="14864"/>
                </a:lnTo>
                <a:lnTo>
                  <a:pt x="4132887" y="182398"/>
                </a:lnTo>
                <a:lnTo>
                  <a:pt x="4244577" y="14864"/>
                </a:lnTo>
                <a:lnTo>
                  <a:pt x="4438231" y="14864"/>
                </a:lnTo>
                <a:lnTo>
                  <a:pt x="4208098" y="334171"/>
                </a:lnTo>
                <a:lnTo>
                  <a:pt x="4208098" y="629607"/>
                </a:lnTo>
                <a:lnTo>
                  <a:pt x="4048218" y="629607"/>
                </a:lnTo>
                <a:lnTo>
                  <a:pt x="4048218" y="334171"/>
                </a:lnTo>
                <a:close/>
                <a:moveTo>
                  <a:pt x="3324939" y="14864"/>
                </a:moveTo>
                <a:lnTo>
                  <a:pt x="3573538" y="14864"/>
                </a:lnTo>
                <a:cubicBezTo>
                  <a:pt x="3646198" y="14864"/>
                  <a:pt x="3699939" y="36630"/>
                  <a:pt x="3734768" y="80165"/>
                </a:cubicBezTo>
                <a:cubicBezTo>
                  <a:pt x="3762990" y="115293"/>
                  <a:pt x="3777103" y="156577"/>
                  <a:pt x="3777103" y="204014"/>
                </a:cubicBezTo>
                <a:cubicBezTo>
                  <a:pt x="3777103" y="258358"/>
                  <a:pt x="3760890" y="301744"/>
                  <a:pt x="3728463" y="334171"/>
                </a:cubicBezTo>
                <a:cubicBezTo>
                  <a:pt x="3707747" y="354886"/>
                  <a:pt x="3679224" y="369298"/>
                  <a:pt x="3642893" y="377405"/>
                </a:cubicBezTo>
                <a:lnTo>
                  <a:pt x="3836099" y="629607"/>
                </a:lnTo>
                <a:lnTo>
                  <a:pt x="3637490" y="629607"/>
                </a:lnTo>
                <a:lnTo>
                  <a:pt x="3484816" y="393618"/>
                </a:lnTo>
                <a:lnTo>
                  <a:pt x="3484816" y="629607"/>
                </a:lnTo>
                <a:lnTo>
                  <a:pt x="3324939" y="629607"/>
                </a:lnTo>
                <a:close/>
                <a:moveTo>
                  <a:pt x="2831294" y="14864"/>
                </a:moveTo>
                <a:lnTo>
                  <a:pt x="3253732" y="14864"/>
                </a:lnTo>
                <a:lnTo>
                  <a:pt x="3253732" y="148169"/>
                </a:lnTo>
                <a:lnTo>
                  <a:pt x="3121325" y="148169"/>
                </a:lnTo>
                <a:lnTo>
                  <a:pt x="3121325" y="629607"/>
                </a:lnTo>
                <a:lnTo>
                  <a:pt x="2961448" y="629607"/>
                </a:lnTo>
                <a:lnTo>
                  <a:pt x="2961448" y="148169"/>
                </a:lnTo>
                <a:lnTo>
                  <a:pt x="2831294" y="148169"/>
                </a:lnTo>
                <a:close/>
                <a:moveTo>
                  <a:pt x="1698036" y="14864"/>
                </a:moveTo>
                <a:lnTo>
                  <a:pt x="1857913" y="14864"/>
                </a:lnTo>
                <a:lnTo>
                  <a:pt x="1857913" y="347379"/>
                </a:lnTo>
                <a:cubicBezTo>
                  <a:pt x="1857913" y="374071"/>
                  <a:pt x="1858364" y="394018"/>
                  <a:pt x="1859265" y="407220"/>
                </a:cubicBezTo>
                <a:cubicBezTo>
                  <a:pt x="1862267" y="448915"/>
                  <a:pt x="1881332" y="478011"/>
                  <a:pt x="1916460" y="494505"/>
                </a:cubicBezTo>
                <a:cubicBezTo>
                  <a:pt x="1930871" y="501406"/>
                  <a:pt x="1946784" y="504857"/>
                  <a:pt x="1964197" y="504857"/>
                </a:cubicBezTo>
                <a:cubicBezTo>
                  <a:pt x="2003230" y="504857"/>
                  <a:pt x="2032653" y="491207"/>
                  <a:pt x="2052468" y="463910"/>
                </a:cubicBezTo>
                <a:cubicBezTo>
                  <a:pt x="2067181" y="443812"/>
                  <a:pt x="2074537" y="404967"/>
                  <a:pt x="2074537" y="347379"/>
                </a:cubicBezTo>
                <a:lnTo>
                  <a:pt x="2074537" y="14864"/>
                </a:lnTo>
                <a:lnTo>
                  <a:pt x="2234415" y="14864"/>
                </a:lnTo>
                <a:lnTo>
                  <a:pt x="2234415" y="369298"/>
                </a:lnTo>
                <a:cubicBezTo>
                  <a:pt x="2234415" y="406228"/>
                  <a:pt x="2231413" y="437752"/>
                  <a:pt x="2225409" y="463874"/>
                </a:cubicBezTo>
                <a:cubicBezTo>
                  <a:pt x="2216101" y="504406"/>
                  <a:pt x="2193883" y="541337"/>
                  <a:pt x="2158754" y="574664"/>
                </a:cubicBezTo>
                <a:cubicBezTo>
                  <a:pt x="2108914" y="621801"/>
                  <a:pt x="2042261" y="645369"/>
                  <a:pt x="1958795" y="645369"/>
                </a:cubicBezTo>
                <a:cubicBezTo>
                  <a:pt x="1873826" y="645369"/>
                  <a:pt x="1807473" y="621350"/>
                  <a:pt x="1759734" y="573312"/>
                </a:cubicBezTo>
                <a:cubicBezTo>
                  <a:pt x="1734515" y="548091"/>
                  <a:pt x="1717250" y="516416"/>
                  <a:pt x="1707944" y="478286"/>
                </a:cubicBezTo>
                <a:cubicBezTo>
                  <a:pt x="1701338" y="451264"/>
                  <a:pt x="1698036" y="414934"/>
                  <a:pt x="1698036" y="369298"/>
                </a:cubicBezTo>
                <a:close/>
                <a:moveTo>
                  <a:pt x="1057522" y="14864"/>
                </a:moveTo>
                <a:lnTo>
                  <a:pt x="1293511" y="14864"/>
                </a:lnTo>
                <a:cubicBezTo>
                  <a:pt x="1351157" y="14864"/>
                  <a:pt x="1404601" y="30924"/>
                  <a:pt x="1453840" y="63050"/>
                </a:cubicBezTo>
                <a:cubicBezTo>
                  <a:pt x="1502179" y="94276"/>
                  <a:pt x="1539258" y="136011"/>
                  <a:pt x="1565079" y="188252"/>
                </a:cubicBezTo>
                <a:cubicBezTo>
                  <a:pt x="1586097" y="231486"/>
                  <a:pt x="1596604" y="276072"/>
                  <a:pt x="1596604" y="322009"/>
                </a:cubicBezTo>
                <a:cubicBezTo>
                  <a:pt x="1596604" y="385961"/>
                  <a:pt x="1577313" y="445185"/>
                  <a:pt x="1538732" y="499678"/>
                </a:cubicBezTo>
                <a:cubicBezTo>
                  <a:pt x="1500153" y="554171"/>
                  <a:pt x="1450836" y="591926"/>
                  <a:pt x="1390789" y="612944"/>
                </a:cubicBezTo>
                <a:cubicBezTo>
                  <a:pt x="1358964" y="624052"/>
                  <a:pt x="1326538" y="629607"/>
                  <a:pt x="1293511" y="629607"/>
                </a:cubicBezTo>
                <a:lnTo>
                  <a:pt x="1057522" y="629607"/>
                </a:lnTo>
                <a:close/>
                <a:moveTo>
                  <a:pt x="294637" y="13238"/>
                </a:moveTo>
                <a:lnTo>
                  <a:pt x="454515" y="13238"/>
                </a:lnTo>
                <a:lnTo>
                  <a:pt x="748600" y="389290"/>
                </a:lnTo>
                <a:lnTo>
                  <a:pt x="748600" y="13238"/>
                </a:lnTo>
                <a:lnTo>
                  <a:pt x="908479" y="13238"/>
                </a:lnTo>
                <a:lnTo>
                  <a:pt x="908479" y="627982"/>
                </a:lnTo>
                <a:lnTo>
                  <a:pt x="748600" y="627982"/>
                </a:lnTo>
                <a:lnTo>
                  <a:pt x="454515" y="251478"/>
                </a:lnTo>
                <a:lnTo>
                  <a:pt x="454515" y="627982"/>
                </a:lnTo>
                <a:lnTo>
                  <a:pt x="294637" y="627982"/>
                </a:lnTo>
                <a:close/>
                <a:moveTo>
                  <a:pt x="0" y="13238"/>
                </a:moveTo>
                <a:lnTo>
                  <a:pt x="159879" y="13238"/>
                </a:lnTo>
                <a:lnTo>
                  <a:pt x="159879" y="627982"/>
                </a:lnTo>
                <a:lnTo>
                  <a:pt x="0" y="627982"/>
                </a:lnTo>
                <a:close/>
                <a:moveTo>
                  <a:pt x="2570434" y="0"/>
                </a:moveTo>
                <a:cubicBezTo>
                  <a:pt x="2636788" y="0"/>
                  <a:pt x="2701790" y="16663"/>
                  <a:pt x="2765440" y="49991"/>
                </a:cubicBezTo>
                <a:lnTo>
                  <a:pt x="2701489" y="174291"/>
                </a:lnTo>
                <a:cubicBezTo>
                  <a:pt x="2666572" y="146968"/>
                  <a:pt x="2631352" y="133309"/>
                  <a:pt x="2595830" y="133309"/>
                </a:cubicBezTo>
                <a:cubicBezTo>
                  <a:pt x="2578675" y="133309"/>
                  <a:pt x="2563322" y="137678"/>
                  <a:pt x="2549773" y="146417"/>
                </a:cubicBezTo>
                <a:cubicBezTo>
                  <a:pt x="2534424" y="156363"/>
                  <a:pt x="2526751" y="169624"/>
                  <a:pt x="2526751" y="186197"/>
                </a:cubicBezTo>
                <a:cubicBezTo>
                  <a:pt x="2526751" y="202467"/>
                  <a:pt x="2536823" y="216477"/>
                  <a:pt x="2556973" y="228228"/>
                </a:cubicBezTo>
                <a:cubicBezTo>
                  <a:pt x="2565998" y="233657"/>
                  <a:pt x="2593069" y="242999"/>
                  <a:pt x="2638178" y="256255"/>
                </a:cubicBezTo>
                <a:cubicBezTo>
                  <a:pt x="2694723" y="272790"/>
                  <a:pt x="2735022" y="296237"/>
                  <a:pt x="2759080" y="326598"/>
                </a:cubicBezTo>
                <a:cubicBezTo>
                  <a:pt x="2779834" y="352448"/>
                  <a:pt x="2790212" y="385661"/>
                  <a:pt x="2790212" y="426239"/>
                </a:cubicBezTo>
                <a:cubicBezTo>
                  <a:pt x="2790212" y="530241"/>
                  <a:pt x="2744575" y="598023"/>
                  <a:pt x="2653300" y="629586"/>
                </a:cubicBezTo>
                <a:cubicBezTo>
                  <a:pt x="2621475" y="640709"/>
                  <a:pt x="2587247" y="646270"/>
                  <a:pt x="2550619" y="646270"/>
                </a:cubicBezTo>
                <a:cubicBezTo>
                  <a:pt x="2473756" y="646270"/>
                  <a:pt x="2402450" y="623003"/>
                  <a:pt x="2336697" y="576465"/>
                </a:cubicBezTo>
                <a:lnTo>
                  <a:pt x="2405151" y="447660"/>
                </a:lnTo>
                <a:cubicBezTo>
                  <a:pt x="2453288" y="491195"/>
                  <a:pt x="2500372" y="512964"/>
                  <a:pt x="2546403" y="512964"/>
                </a:cubicBezTo>
                <a:cubicBezTo>
                  <a:pt x="2567163" y="512964"/>
                  <a:pt x="2584764" y="508110"/>
                  <a:pt x="2599209" y="498404"/>
                </a:cubicBezTo>
                <a:cubicBezTo>
                  <a:pt x="2616055" y="487487"/>
                  <a:pt x="2624478" y="472021"/>
                  <a:pt x="2624478" y="452004"/>
                </a:cubicBezTo>
                <a:cubicBezTo>
                  <a:pt x="2624478" y="433804"/>
                  <a:pt x="2615154" y="418641"/>
                  <a:pt x="2596506" y="406508"/>
                </a:cubicBezTo>
                <a:cubicBezTo>
                  <a:pt x="2582672" y="397408"/>
                  <a:pt x="2559363" y="388157"/>
                  <a:pt x="2526580" y="378754"/>
                </a:cubicBezTo>
                <a:cubicBezTo>
                  <a:pt x="2486883" y="367060"/>
                  <a:pt x="2461921" y="358963"/>
                  <a:pt x="2451694" y="354465"/>
                </a:cubicBezTo>
                <a:cubicBezTo>
                  <a:pt x="2435452" y="347569"/>
                  <a:pt x="2421619" y="339470"/>
                  <a:pt x="2410191" y="330171"/>
                </a:cubicBezTo>
                <a:cubicBezTo>
                  <a:pt x="2377407" y="303183"/>
                  <a:pt x="2361016" y="262400"/>
                  <a:pt x="2361016" y="207821"/>
                </a:cubicBezTo>
                <a:cubicBezTo>
                  <a:pt x="2361016" y="150842"/>
                  <a:pt x="2377981" y="103609"/>
                  <a:pt x="2411907" y="66127"/>
                </a:cubicBezTo>
                <a:cubicBezTo>
                  <a:pt x="2451539" y="22042"/>
                  <a:pt x="2504382" y="0"/>
                  <a:pt x="25704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ADFDEE-9EAC-466F-AF6B-857D4A4D3FF0}"/>
              </a:ext>
            </a:extLst>
          </p:cNvPr>
          <p:cNvGrpSpPr/>
          <p:nvPr/>
        </p:nvGrpSpPr>
        <p:grpSpPr>
          <a:xfrm>
            <a:off x="3983392" y="1281303"/>
            <a:ext cx="4425067" cy="1355914"/>
            <a:chOff x="3983392" y="1386078"/>
            <a:chExt cx="4425067" cy="135591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FD2A6C-6237-4CD6-B2A3-C05CF0D9A10C}"/>
                </a:ext>
              </a:extLst>
            </p:cNvPr>
            <p:cNvSpPr/>
            <p:nvPr/>
          </p:nvSpPr>
          <p:spPr>
            <a:xfrm>
              <a:off x="7429500" y="1781175"/>
              <a:ext cx="978959" cy="960817"/>
            </a:xfrm>
            <a:custGeom>
              <a:avLst/>
              <a:gdLst>
                <a:gd name="connsiteX0" fmla="*/ 885118 w 885149"/>
                <a:gd name="connsiteY0" fmla="*/ 999263 h 999573"/>
                <a:gd name="connsiteX1" fmla="*/ 885120 w 885149"/>
                <a:gd name="connsiteY1" fmla="*/ 999263 h 999573"/>
                <a:gd name="connsiteX2" fmla="*/ 885120 w 885149"/>
                <a:gd name="connsiteY2" fmla="*/ 999573 h 999573"/>
                <a:gd name="connsiteX3" fmla="*/ 421711 w 885149"/>
                <a:gd name="connsiteY3" fmla="*/ 433 h 999573"/>
                <a:gd name="connsiteX4" fmla="*/ 496514 w 885149"/>
                <a:gd name="connsiteY4" fmla="*/ 72132 h 999573"/>
                <a:gd name="connsiteX5" fmla="*/ 496514 w 885149"/>
                <a:gd name="connsiteY5" fmla="*/ 358001 h 999573"/>
                <a:gd name="connsiteX6" fmla="*/ 496514 w 885149"/>
                <a:gd name="connsiteY6" fmla="*/ 366692 h 999573"/>
                <a:gd name="connsiteX7" fmla="*/ 501791 w 885149"/>
                <a:gd name="connsiteY7" fmla="*/ 370417 h 999573"/>
                <a:gd name="connsiteX8" fmla="*/ 606392 w 885149"/>
                <a:gd name="connsiteY8" fmla="*/ 361415 h 999573"/>
                <a:gd name="connsiteX9" fmla="*/ 831113 w 885149"/>
                <a:gd name="connsiteY9" fmla="*/ 522507 h 999573"/>
                <a:gd name="connsiteX10" fmla="*/ 845080 w 885149"/>
                <a:gd name="connsiteY10" fmla="*/ 560995 h 999573"/>
                <a:gd name="connsiteX11" fmla="*/ 850357 w 885149"/>
                <a:gd name="connsiteY11" fmla="*/ 563167 h 999573"/>
                <a:gd name="connsiteX12" fmla="*/ 865876 w 885149"/>
                <a:gd name="connsiteY12" fmla="*/ 582101 h 999573"/>
                <a:gd name="connsiteX13" fmla="*/ 866186 w 885149"/>
                <a:gd name="connsiteY13" fmla="*/ 648213 h 999573"/>
                <a:gd name="connsiteX14" fmla="*/ 879533 w 885149"/>
                <a:gd name="connsiteY14" fmla="*/ 648524 h 999573"/>
                <a:gd name="connsiteX15" fmla="*/ 885120 w 885149"/>
                <a:gd name="connsiteY15" fmla="*/ 654111 h 999573"/>
                <a:gd name="connsiteX16" fmla="*/ 885120 w 885149"/>
                <a:gd name="connsiteY16" fmla="*/ 657836 h 999573"/>
                <a:gd name="connsiteX17" fmla="*/ 885120 w 885149"/>
                <a:gd name="connsiteY17" fmla="*/ 949290 h 999573"/>
                <a:gd name="connsiteX18" fmla="*/ 884810 w 885149"/>
                <a:gd name="connsiteY18" fmla="*/ 953946 h 999573"/>
                <a:gd name="connsiteX19" fmla="*/ 885118 w 885149"/>
                <a:gd name="connsiteY19" fmla="*/ 999263 h 999573"/>
                <a:gd name="connsiteX20" fmla="*/ 0 w 885149"/>
                <a:gd name="connsiteY20" fmla="*/ 999263 h 999573"/>
                <a:gd name="connsiteX21" fmla="*/ 0 w 885149"/>
                <a:gd name="connsiteY21" fmla="*/ 378487 h 999573"/>
                <a:gd name="connsiteX22" fmla="*/ 154778 w 885149"/>
                <a:gd name="connsiteY22" fmla="*/ 378487 h 999573"/>
                <a:gd name="connsiteX23" fmla="*/ 162848 w 885149"/>
                <a:gd name="connsiteY23" fmla="*/ 369175 h 999573"/>
                <a:gd name="connsiteX24" fmla="*/ 162848 w 885149"/>
                <a:gd name="connsiteY24" fmla="*/ 186045 h 999573"/>
                <a:gd name="connsiteX25" fmla="*/ 162848 w 885149"/>
                <a:gd name="connsiteY25" fmla="*/ 78340 h 999573"/>
                <a:gd name="connsiteX26" fmla="*/ 164400 w 885149"/>
                <a:gd name="connsiteY26" fmla="*/ 67166 h 999573"/>
                <a:gd name="connsiteX27" fmla="*/ 164710 w 885149"/>
                <a:gd name="connsiteY27" fmla="*/ 80513 h 999573"/>
                <a:gd name="connsiteX28" fmla="*/ 164710 w 885149"/>
                <a:gd name="connsiteY28" fmla="*/ 366382 h 999573"/>
                <a:gd name="connsiteX29" fmla="*/ 164400 w 885149"/>
                <a:gd name="connsiteY29" fmla="*/ 379728 h 999573"/>
                <a:gd name="connsiteX30" fmla="*/ 165641 w 885149"/>
                <a:gd name="connsiteY30" fmla="*/ 379728 h 999573"/>
                <a:gd name="connsiteX31" fmla="*/ 165331 w 885149"/>
                <a:gd name="connsiteY31" fmla="*/ 379418 h 999573"/>
                <a:gd name="connsiteX32" fmla="*/ 165331 w 885149"/>
                <a:gd name="connsiteY32" fmla="*/ 72753 h 999573"/>
                <a:gd name="connsiteX33" fmla="*/ 165952 w 885149"/>
                <a:gd name="connsiteY33" fmla="*/ 67166 h 999573"/>
                <a:gd name="connsiteX34" fmla="*/ 242307 w 885149"/>
                <a:gd name="connsiteY34" fmla="*/ 743 h 999573"/>
                <a:gd name="connsiteX35" fmla="*/ 317110 w 885149"/>
                <a:gd name="connsiteY35" fmla="*/ 72443 h 999573"/>
                <a:gd name="connsiteX36" fmla="*/ 317110 w 885149"/>
                <a:gd name="connsiteY36" fmla="*/ 305856 h 999573"/>
                <a:gd name="connsiteX37" fmla="*/ 317110 w 885149"/>
                <a:gd name="connsiteY37" fmla="*/ 523127 h 999573"/>
                <a:gd name="connsiteX38" fmla="*/ 320214 w 885149"/>
                <a:gd name="connsiteY38" fmla="*/ 533991 h 999573"/>
                <a:gd name="connsiteX39" fmla="*/ 340079 w 885149"/>
                <a:gd name="connsiteY39" fmla="*/ 493951 h 999573"/>
                <a:gd name="connsiteX40" fmla="*/ 345045 w 885149"/>
                <a:gd name="connsiteY40" fmla="*/ 475948 h 999573"/>
                <a:gd name="connsiteX41" fmla="*/ 345045 w 885149"/>
                <a:gd name="connsiteY41" fmla="*/ 154695 h 999573"/>
                <a:gd name="connsiteX42" fmla="*/ 345045 w 885149"/>
                <a:gd name="connsiteY42" fmla="*/ 75547 h 999573"/>
                <a:gd name="connsiteX43" fmla="*/ 408364 w 885149"/>
                <a:gd name="connsiteY43" fmla="*/ 743 h 999573"/>
                <a:gd name="connsiteX44" fmla="*/ 421711 w 885149"/>
                <a:gd name="connsiteY44" fmla="*/ 433 h 9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885149" h="999573">
                  <a:moveTo>
                    <a:pt x="885118" y="999263"/>
                  </a:moveTo>
                  <a:lnTo>
                    <a:pt x="885120" y="999263"/>
                  </a:lnTo>
                  <a:lnTo>
                    <a:pt x="885120" y="999573"/>
                  </a:lnTo>
                  <a:close/>
                  <a:moveTo>
                    <a:pt x="421711" y="433"/>
                  </a:moveTo>
                  <a:cubicBezTo>
                    <a:pt x="462372" y="-1430"/>
                    <a:pt x="496514" y="35507"/>
                    <a:pt x="496514" y="72132"/>
                  </a:cubicBezTo>
                  <a:cubicBezTo>
                    <a:pt x="496204" y="167421"/>
                    <a:pt x="496514" y="262712"/>
                    <a:pt x="496514" y="358001"/>
                  </a:cubicBezTo>
                  <a:cubicBezTo>
                    <a:pt x="496514" y="361105"/>
                    <a:pt x="496514" y="363898"/>
                    <a:pt x="496514" y="366692"/>
                  </a:cubicBezTo>
                  <a:cubicBezTo>
                    <a:pt x="496514" y="370106"/>
                    <a:pt x="499308" y="370417"/>
                    <a:pt x="501791" y="370417"/>
                  </a:cubicBezTo>
                  <a:cubicBezTo>
                    <a:pt x="535934" y="359863"/>
                    <a:pt x="571318" y="357070"/>
                    <a:pt x="606392" y="361415"/>
                  </a:cubicBezTo>
                  <a:cubicBezTo>
                    <a:pt x="710062" y="374452"/>
                    <a:pt x="785176" y="428459"/>
                    <a:pt x="831113" y="522507"/>
                  </a:cubicBezTo>
                  <a:cubicBezTo>
                    <a:pt x="837010" y="534922"/>
                    <a:pt x="842287" y="547648"/>
                    <a:pt x="845080" y="560995"/>
                  </a:cubicBezTo>
                  <a:cubicBezTo>
                    <a:pt x="846943" y="561926"/>
                    <a:pt x="848495" y="562857"/>
                    <a:pt x="850357" y="563167"/>
                  </a:cubicBezTo>
                  <a:cubicBezTo>
                    <a:pt x="861531" y="565650"/>
                    <a:pt x="865876" y="570617"/>
                    <a:pt x="865876" y="582101"/>
                  </a:cubicBezTo>
                  <a:cubicBezTo>
                    <a:pt x="866186" y="604138"/>
                    <a:pt x="866186" y="626176"/>
                    <a:pt x="866186" y="648213"/>
                  </a:cubicBezTo>
                  <a:cubicBezTo>
                    <a:pt x="870532" y="648524"/>
                    <a:pt x="875188" y="648524"/>
                    <a:pt x="879533" y="648524"/>
                  </a:cubicBezTo>
                  <a:cubicBezTo>
                    <a:pt x="883258" y="648524"/>
                    <a:pt x="885430" y="650076"/>
                    <a:pt x="885120" y="654111"/>
                  </a:cubicBezTo>
                  <a:cubicBezTo>
                    <a:pt x="885120" y="655352"/>
                    <a:pt x="885120" y="656594"/>
                    <a:pt x="885120" y="657836"/>
                  </a:cubicBezTo>
                  <a:cubicBezTo>
                    <a:pt x="885120" y="754987"/>
                    <a:pt x="885120" y="852138"/>
                    <a:pt x="885120" y="949290"/>
                  </a:cubicBezTo>
                  <a:cubicBezTo>
                    <a:pt x="885120" y="950842"/>
                    <a:pt x="884810" y="952394"/>
                    <a:pt x="884810" y="953946"/>
                  </a:cubicBezTo>
                  <a:lnTo>
                    <a:pt x="885118" y="999263"/>
                  </a:lnTo>
                  <a:lnTo>
                    <a:pt x="0" y="999263"/>
                  </a:lnTo>
                  <a:lnTo>
                    <a:pt x="0" y="378487"/>
                  </a:lnTo>
                  <a:lnTo>
                    <a:pt x="154778" y="378487"/>
                  </a:lnTo>
                  <a:cubicBezTo>
                    <a:pt x="162848" y="378487"/>
                    <a:pt x="162848" y="378176"/>
                    <a:pt x="162848" y="369175"/>
                  </a:cubicBezTo>
                  <a:cubicBezTo>
                    <a:pt x="162848" y="308029"/>
                    <a:pt x="162848" y="247193"/>
                    <a:pt x="162848" y="186045"/>
                  </a:cubicBezTo>
                  <a:cubicBezTo>
                    <a:pt x="162848" y="150040"/>
                    <a:pt x="162848" y="114345"/>
                    <a:pt x="162848" y="78340"/>
                  </a:cubicBezTo>
                  <a:cubicBezTo>
                    <a:pt x="162848" y="74615"/>
                    <a:pt x="161606" y="70580"/>
                    <a:pt x="164400" y="67166"/>
                  </a:cubicBezTo>
                  <a:cubicBezTo>
                    <a:pt x="164710" y="71511"/>
                    <a:pt x="164710" y="76167"/>
                    <a:pt x="164710" y="80513"/>
                  </a:cubicBezTo>
                  <a:cubicBezTo>
                    <a:pt x="164710" y="175802"/>
                    <a:pt x="164710" y="271093"/>
                    <a:pt x="164710" y="366382"/>
                  </a:cubicBezTo>
                  <a:cubicBezTo>
                    <a:pt x="164710" y="370727"/>
                    <a:pt x="164400" y="375383"/>
                    <a:pt x="164400" y="379728"/>
                  </a:cubicBezTo>
                  <a:cubicBezTo>
                    <a:pt x="164710" y="379728"/>
                    <a:pt x="165331" y="379728"/>
                    <a:pt x="165641" y="379728"/>
                  </a:cubicBezTo>
                  <a:cubicBezTo>
                    <a:pt x="165641" y="379728"/>
                    <a:pt x="165331" y="379418"/>
                    <a:pt x="165331" y="379418"/>
                  </a:cubicBezTo>
                  <a:cubicBezTo>
                    <a:pt x="165331" y="277300"/>
                    <a:pt x="165331" y="174871"/>
                    <a:pt x="165331" y="72753"/>
                  </a:cubicBezTo>
                  <a:cubicBezTo>
                    <a:pt x="165331" y="70891"/>
                    <a:pt x="165020" y="69028"/>
                    <a:pt x="165952" y="67166"/>
                  </a:cubicBezTo>
                  <a:cubicBezTo>
                    <a:pt x="170918" y="22470"/>
                    <a:pt x="212199" y="-2361"/>
                    <a:pt x="242307" y="743"/>
                  </a:cubicBezTo>
                  <a:cubicBezTo>
                    <a:pt x="281416" y="-1740"/>
                    <a:pt x="317421" y="34886"/>
                    <a:pt x="317110" y="72443"/>
                  </a:cubicBezTo>
                  <a:cubicBezTo>
                    <a:pt x="316800" y="150040"/>
                    <a:pt x="317110" y="227949"/>
                    <a:pt x="317110" y="305856"/>
                  </a:cubicBezTo>
                  <a:cubicBezTo>
                    <a:pt x="317110" y="378176"/>
                    <a:pt x="317110" y="450807"/>
                    <a:pt x="317110" y="523127"/>
                  </a:cubicBezTo>
                  <a:cubicBezTo>
                    <a:pt x="317110" y="526852"/>
                    <a:pt x="314938" y="531508"/>
                    <a:pt x="320214" y="533991"/>
                  </a:cubicBezTo>
                  <a:cubicBezTo>
                    <a:pt x="325180" y="519713"/>
                    <a:pt x="332319" y="506677"/>
                    <a:pt x="340079" y="493951"/>
                  </a:cubicBezTo>
                  <a:cubicBezTo>
                    <a:pt x="343804" y="488053"/>
                    <a:pt x="345045" y="482466"/>
                    <a:pt x="345045" y="475948"/>
                  </a:cubicBezTo>
                  <a:cubicBezTo>
                    <a:pt x="345045" y="368865"/>
                    <a:pt x="345045" y="261781"/>
                    <a:pt x="345045" y="154695"/>
                  </a:cubicBezTo>
                  <a:cubicBezTo>
                    <a:pt x="345045" y="128312"/>
                    <a:pt x="345666" y="101929"/>
                    <a:pt x="345045" y="75547"/>
                  </a:cubicBezTo>
                  <a:cubicBezTo>
                    <a:pt x="344114" y="43266"/>
                    <a:pt x="367393" y="8503"/>
                    <a:pt x="408364" y="743"/>
                  </a:cubicBezTo>
                  <a:cubicBezTo>
                    <a:pt x="412710" y="-188"/>
                    <a:pt x="417366" y="-188"/>
                    <a:pt x="421711" y="433"/>
                  </a:cubicBezTo>
                  <a:close/>
                </a:path>
              </a:pathLst>
            </a:custGeom>
            <a:solidFill>
              <a:schemeClr val="accent2"/>
            </a:solidFill>
            <a:ln w="365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80209A-D825-4309-9B43-0CBEB828984A}"/>
                </a:ext>
              </a:extLst>
            </p:cNvPr>
            <p:cNvSpPr/>
            <p:nvPr/>
          </p:nvSpPr>
          <p:spPr>
            <a:xfrm>
              <a:off x="3983392" y="1627126"/>
              <a:ext cx="2234528" cy="1111017"/>
            </a:xfrm>
            <a:custGeom>
              <a:avLst/>
              <a:gdLst>
                <a:gd name="connsiteX0" fmla="*/ 1359605 w 4190656"/>
                <a:gd name="connsiteY0" fmla="*/ 2009520 h 2083613"/>
                <a:gd name="connsiteX1" fmla="*/ 1359605 w 4190656"/>
                <a:gd name="connsiteY1" fmla="*/ 2049344 h 2083613"/>
                <a:gd name="connsiteX2" fmla="*/ 1942246 w 4190656"/>
                <a:gd name="connsiteY2" fmla="*/ 2049344 h 2083613"/>
                <a:gd name="connsiteX3" fmla="*/ 1942246 w 4190656"/>
                <a:gd name="connsiteY3" fmla="*/ 2009520 h 2083613"/>
                <a:gd name="connsiteX4" fmla="*/ 3736514 w 4190656"/>
                <a:gd name="connsiteY4" fmla="*/ 2004560 h 2083613"/>
                <a:gd name="connsiteX5" fmla="*/ 3736514 w 4190656"/>
                <a:gd name="connsiteY5" fmla="*/ 2044384 h 2083613"/>
                <a:gd name="connsiteX6" fmla="*/ 4087017 w 4190656"/>
                <a:gd name="connsiteY6" fmla="*/ 2044384 h 2083613"/>
                <a:gd name="connsiteX7" fmla="*/ 4087017 w 4190656"/>
                <a:gd name="connsiteY7" fmla="*/ 2004560 h 2083613"/>
                <a:gd name="connsiteX8" fmla="*/ 3320982 w 4190656"/>
                <a:gd name="connsiteY8" fmla="*/ 2004560 h 2083613"/>
                <a:gd name="connsiteX9" fmla="*/ 3320982 w 4190656"/>
                <a:gd name="connsiteY9" fmla="*/ 2044384 h 2083613"/>
                <a:gd name="connsiteX10" fmla="*/ 3671485 w 4190656"/>
                <a:gd name="connsiteY10" fmla="*/ 2044384 h 2083613"/>
                <a:gd name="connsiteX11" fmla="*/ 3671485 w 4190656"/>
                <a:gd name="connsiteY11" fmla="*/ 2004560 h 2083613"/>
                <a:gd name="connsiteX12" fmla="*/ 1359605 w 4190656"/>
                <a:gd name="connsiteY12" fmla="*/ 1948423 h 2083613"/>
                <a:gd name="connsiteX13" fmla="*/ 1359605 w 4190656"/>
                <a:gd name="connsiteY13" fmla="*/ 1988247 h 2083613"/>
                <a:gd name="connsiteX14" fmla="*/ 1942246 w 4190656"/>
                <a:gd name="connsiteY14" fmla="*/ 1988247 h 2083613"/>
                <a:gd name="connsiteX15" fmla="*/ 1942246 w 4190656"/>
                <a:gd name="connsiteY15" fmla="*/ 1948423 h 2083613"/>
                <a:gd name="connsiteX16" fmla="*/ 3736514 w 4190656"/>
                <a:gd name="connsiteY16" fmla="*/ 1943463 h 2083613"/>
                <a:gd name="connsiteX17" fmla="*/ 3736514 w 4190656"/>
                <a:gd name="connsiteY17" fmla="*/ 1983287 h 2083613"/>
                <a:gd name="connsiteX18" fmla="*/ 4087017 w 4190656"/>
                <a:gd name="connsiteY18" fmla="*/ 1983287 h 2083613"/>
                <a:gd name="connsiteX19" fmla="*/ 4087017 w 4190656"/>
                <a:gd name="connsiteY19" fmla="*/ 1943463 h 2083613"/>
                <a:gd name="connsiteX20" fmla="*/ 3320982 w 4190656"/>
                <a:gd name="connsiteY20" fmla="*/ 1943463 h 2083613"/>
                <a:gd name="connsiteX21" fmla="*/ 3320982 w 4190656"/>
                <a:gd name="connsiteY21" fmla="*/ 1983287 h 2083613"/>
                <a:gd name="connsiteX22" fmla="*/ 3671485 w 4190656"/>
                <a:gd name="connsiteY22" fmla="*/ 1983287 h 2083613"/>
                <a:gd name="connsiteX23" fmla="*/ 3671485 w 4190656"/>
                <a:gd name="connsiteY23" fmla="*/ 1943463 h 2083613"/>
                <a:gd name="connsiteX24" fmla="*/ 1359605 w 4190656"/>
                <a:gd name="connsiteY24" fmla="*/ 1887327 h 2083613"/>
                <a:gd name="connsiteX25" fmla="*/ 1359605 w 4190656"/>
                <a:gd name="connsiteY25" fmla="*/ 1927151 h 2083613"/>
                <a:gd name="connsiteX26" fmla="*/ 1942246 w 4190656"/>
                <a:gd name="connsiteY26" fmla="*/ 1927151 h 2083613"/>
                <a:gd name="connsiteX27" fmla="*/ 1942246 w 4190656"/>
                <a:gd name="connsiteY27" fmla="*/ 1887327 h 2083613"/>
                <a:gd name="connsiteX28" fmla="*/ 3736514 w 4190656"/>
                <a:gd name="connsiteY28" fmla="*/ 1882367 h 2083613"/>
                <a:gd name="connsiteX29" fmla="*/ 3736514 w 4190656"/>
                <a:gd name="connsiteY29" fmla="*/ 1922191 h 2083613"/>
                <a:gd name="connsiteX30" fmla="*/ 4087017 w 4190656"/>
                <a:gd name="connsiteY30" fmla="*/ 1922191 h 2083613"/>
                <a:gd name="connsiteX31" fmla="*/ 4087017 w 4190656"/>
                <a:gd name="connsiteY31" fmla="*/ 1882367 h 2083613"/>
                <a:gd name="connsiteX32" fmla="*/ 3320982 w 4190656"/>
                <a:gd name="connsiteY32" fmla="*/ 1882367 h 2083613"/>
                <a:gd name="connsiteX33" fmla="*/ 3320982 w 4190656"/>
                <a:gd name="connsiteY33" fmla="*/ 1922191 h 2083613"/>
                <a:gd name="connsiteX34" fmla="*/ 3671485 w 4190656"/>
                <a:gd name="connsiteY34" fmla="*/ 1922191 h 2083613"/>
                <a:gd name="connsiteX35" fmla="*/ 3671485 w 4190656"/>
                <a:gd name="connsiteY35" fmla="*/ 1882367 h 2083613"/>
                <a:gd name="connsiteX36" fmla="*/ 3051754 w 4190656"/>
                <a:gd name="connsiteY36" fmla="*/ 1873675 h 2083613"/>
                <a:gd name="connsiteX37" fmla="*/ 3051754 w 4190656"/>
                <a:gd name="connsiteY37" fmla="*/ 1939321 h 2083613"/>
                <a:gd name="connsiteX38" fmla="*/ 3149850 w 4190656"/>
                <a:gd name="connsiteY38" fmla="*/ 1939321 h 2083613"/>
                <a:gd name="connsiteX39" fmla="*/ 3149850 w 4190656"/>
                <a:gd name="connsiteY39" fmla="*/ 1873675 h 2083613"/>
                <a:gd name="connsiteX40" fmla="*/ 2868153 w 4190656"/>
                <a:gd name="connsiteY40" fmla="*/ 1873675 h 2083613"/>
                <a:gd name="connsiteX41" fmla="*/ 2868153 w 4190656"/>
                <a:gd name="connsiteY41" fmla="*/ 1939321 h 2083613"/>
                <a:gd name="connsiteX42" fmla="*/ 2966249 w 4190656"/>
                <a:gd name="connsiteY42" fmla="*/ 1939321 h 2083613"/>
                <a:gd name="connsiteX43" fmla="*/ 2966249 w 4190656"/>
                <a:gd name="connsiteY43" fmla="*/ 1873675 h 2083613"/>
                <a:gd name="connsiteX44" fmla="*/ 2684553 w 4190656"/>
                <a:gd name="connsiteY44" fmla="*/ 1873675 h 2083613"/>
                <a:gd name="connsiteX45" fmla="*/ 2684553 w 4190656"/>
                <a:gd name="connsiteY45" fmla="*/ 1939321 h 2083613"/>
                <a:gd name="connsiteX46" fmla="*/ 2782649 w 4190656"/>
                <a:gd name="connsiteY46" fmla="*/ 1939321 h 2083613"/>
                <a:gd name="connsiteX47" fmla="*/ 2782649 w 4190656"/>
                <a:gd name="connsiteY47" fmla="*/ 1873675 h 2083613"/>
                <a:gd name="connsiteX48" fmla="*/ 1359605 w 4190656"/>
                <a:gd name="connsiteY48" fmla="*/ 1826230 h 2083613"/>
                <a:gd name="connsiteX49" fmla="*/ 1359605 w 4190656"/>
                <a:gd name="connsiteY49" fmla="*/ 1866054 h 2083613"/>
                <a:gd name="connsiteX50" fmla="*/ 1942246 w 4190656"/>
                <a:gd name="connsiteY50" fmla="*/ 1866054 h 2083613"/>
                <a:gd name="connsiteX51" fmla="*/ 1942246 w 4190656"/>
                <a:gd name="connsiteY51" fmla="*/ 1826230 h 2083613"/>
                <a:gd name="connsiteX52" fmla="*/ 3736514 w 4190656"/>
                <a:gd name="connsiteY52" fmla="*/ 1821270 h 2083613"/>
                <a:gd name="connsiteX53" fmla="*/ 3736514 w 4190656"/>
                <a:gd name="connsiteY53" fmla="*/ 1861094 h 2083613"/>
                <a:gd name="connsiteX54" fmla="*/ 4087017 w 4190656"/>
                <a:gd name="connsiteY54" fmla="*/ 1861094 h 2083613"/>
                <a:gd name="connsiteX55" fmla="*/ 4087017 w 4190656"/>
                <a:gd name="connsiteY55" fmla="*/ 1821270 h 2083613"/>
                <a:gd name="connsiteX56" fmla="*/ 3320982 w 4190656"/>
                <a:gd name="connsiteY56" fmla="*/ 1821270 h 2083613"/>
                <a:gd name="connsiteX57" fmla="*/ 3320982 w 4190656"/>
                <a:gd name="connsiteY57" fmla="*/ 1861094 h 2083613"/>
                <a:gd name="connsiteX58" fmla="*/ 3671485 w 4190656"/>
                <a:gd name="connsiteY58" fmla="*/ 1861094 h 2083613"/>
                <a:gd name="connsiteX59" fmla="*/ 3671485 w 4190656"/>
                <a:gd name="connsiteY59" fmla="*/ 1821270 h 2083613"/>
                <a:gd name="connsiteX60" fmla="*/ 3051754 w 4190656"/>
                <a:gd name="connsiteY60" fmla="*/ 1737466 h 2083613"/>
                <a:gd name="connsiteX61" fmla="*/ 3051754 w 4190656"/>
                <a:gd name="connsiteY61" fmla="*/ 1803112 h 2083613"/>
                <a:gd name="connsiteX62" fmla="*/ 3149850 w 4190656"/>
                <a:gd name="connsiteY62" fmla="*/ 1803112 h 2083613"/>
                <a:gd name="connsiteX63" fmla="*/ 3149850 w 4190656"/>
                <a:gd name="connsiteY63" fmla="*/ 1737466 h 2083613"/>
                <a:gd name="connsiteX64" fmla="*/ 2868153 w 4190656"/>
                <a:gd name="connsiteY64" fmla="*/ 1737466 h 2083613"/>
                <a:gd name="connsiteX65" fmla="*/ 2868153 w 4190656"/>
                <a:gd name="connsiteY65" fmla="*/ 1803112 h 2083613"/>
                <a:gd name="connsiteX66" fmla="*/ 2966249 w 4190656"/>
                <a:gd name="connsiteY66" fmla="*/ 1803112 h 2083613"/>
                <a:gd name="connsiteX67" fmla="*/ 2966249 w 4190656"/>
                <a:gd name="connsiteY67" fmla="*/ 1737466 h 2083613"/>
                <a:gd name="connsiteX68" fmla="*/ 2684553 w 4190656"/>
                <a:gd name="connsiteY68" fmla="*/ 1737466 h 2083613"/>
                <a:gd name="connsiteX69" fmla="*/ 2684553 w 4190656"/>
                <a:gd name="connsiteY69" fmla="*/ 1803112 h 2083613"/>
                <a:gd name="connsiteX70" fmla="*/ 2782649 w 4190656"/>
                <a:gd name="connsiteY70" fmla="*/ 1803112 h 2083613"/>
                <a:gd name="connsiteX71" fmla="*/ 2782649 w 4190656"/>
                <a:gd name="connsiteY71" fmla="*/ 1737466 h 2083613"/>
                <a:gd name="connsiteX72" fmla="*/ 3051754 w 4190656"/>
                <a:gd name="connsiteY72" fmla="*/ 1601257 h 2083613"/>
                <a:gd name="connsiteX73" fmla="*/ 3051754 w 4190656"/>
                <a:gd name="connsiteY73" fmla="*/ 1666903 h 2083613"/>
                <a:gd name="connsiteX74" fmla="*/ 3149850 w 4190656"/>
                <a:gd name="connsiteY74" fmla="*/ 1666903 h 2083613"/>
                <a:gd name="connsiteX75" fmla="*/ 3149850 w 4190656"/>
                <a:gd name="connsiteY75" fmla="*/ 1601257 h 2083613"/>
                <a:gd name="connsiteX76" fmla="*/ 2868153 w 4190656"/>
                <a:gd name="connsiteY76" fmla="*/ 1601257 h 2083613"/>
                <a:gd name="connsiteX77" fmla="*/ 2868153 w 4190656"/>
                <a:gd name="connsiteY77" fmla="*/ 1666903 h 2083613"/>
                <a:gd name="connsiteX78" fmla="*/ 2966249 w 4190656"/>
                <a:gd name="connsiteY78" fmla="*/ 1666903 h 2083613"/>
                <a:gd name="connsiteX79" fmla="*/ 2966249 w 4190656"/>
                <a:gd name="connsiteY79" fmla="*/ 1601257 h 2083613"/>
                <a:gd name="connsiteX80" fmla="*/ 2684553 w 4190656"/>
                <a:gd name="connsiteY80" fmla="*/ 1601257 h 2083613"/>
                <a:gd name="connsiteX81" fmla="*/ 2684553 w 4190656"/>
                <a:gd name="connsiteY81" fmla="*/ 1666903 h 2083613"/>
                <a:gd name="connsiteX82" fmla="*/ 2782649 w 4190656"/>
                <a:gd name="connsiteY82" fmla="*/ 1666903 h 2083613"/>
                <a:gd name="connsiteX83" fmla="*/ 2782649 w 4190656"/>
                <a:gd name="connsiteY83" fmla="*/ 1601257 h 2083613"/>
                <a:gd name="connsiteX84" fmla="*/ 1003047 w 4190656"/>
                <a:gd name="connsiteY84" fmla="*/ 1464531 h 2083613"/>
                <a:gd name="connsiteX85" fmla="*/ 1003047 w 4190656"/>
                <a:gd name="connsiteY85" fmla="*/ 2082216 h 2083613"/>
                <a:gd name="connsiteX86" fmla="*/ 1259865 w 4190656"/>
                <a:gd name="connsiteY86" fmla="*/ 2082216 h 2083613"/>
                <a:gd name="connsiteX87" fmla="*/ 1259865 w 4190656"/>
                <a:gd name="connsiteY87" fmla="*/ 1464531 h 2083613"/>
                <a:gd name="connsiteX88" fmla="*/ 640721 w 4190656"/>
                <a:gd name="connsiteY88" fmla="*/ 1461809 h 2083613"/>
                <a:gd name="connsiteX89" fmla="*/ 640721 w 4190656"/>
                <a:gd name="connsiteY89" fmla="*/ 2079494 h 2083613"/>
                <a:gd name="connsiteX90" fmla="*/ 860983 w 4190656"/>
                <a:gd name="connsiteY90" fmla="*/ 2079494 h 2083613"/>
                <a:gd name="connsiteX91" fmla="*/ 860983 w 4190656"/>
                <a:gd name="connsiteY91" fmla="*/ 1461809 h 2083613"/>
                <a:gd name="connsiteX92" fmla="*/ 3977387 w 4190656"/>
                <a:gd name="connsiteY92" fmla="*/ 1437108 h 2083613"/>
                <a:gd name="connsiteX93" fmla="*/ 3977387 w 4190656"/>
                <a:gd name="connsiteY93" fmla="*/ 1502754 h 2083613"/>
                <a:gd name="connsiteX94" fmla="*/ 4075483 w 4190656"/>
                <a:gd name="connsiteY94" fmla="*/ 1502754 h 2083613"/>
                <a:gd name="connsiteX95" fmla="*/ 4075483 w 4190656"/>
                <a:gd name="connsiteY95" fmla="*/ 1437108 h 2083613"/>
                <a:gd name="connsiteX96" fmla="*/ 3793786 w 4190656"/>
                <a:gd name="connsiteY96" fmla="*/ 1437108 h 2083613"/>
                <a:gd name="connsiteX97" fmla="*/ 3793786 w 4190656"/>
                <a:gd name="connsiteY97" fmla="*/ 1502754 h 2083613"/>
                <a:gd name="connsiteX98" fmla="*/ 3891882 w 4190656"/>
                <a:gd name="connsiteY98" fmla="*/ 1502754 h 2083613"/>
                <a:gd name="connsiteX99" fmla="*/ 3891882 w 4190656"/>
                <a:gd name="connsiteY99" fmla="*/ 1437108 h 2083613"/>
                <a:gd name="connsiteX100" fmla="*/ 3610186 w 4190656"/>
                <a:gd name="connsiteY100" fmla="*/ 1437108 h 2083613"/>
                <a:gd name="connsiteX101" fmla="*/ 3610186 w 4190656"/>
                <a:gd name="connsiteY101" fmla="*/ 1502754 h 2083613"/>
                <a:gd name="connsiteX102" fmla="*/ 3708282 w 4190656"/>
                <a:gd name="connsiteY102" fmla="*/ 1502754 h 2083613"/>
                <a:gd name="connsiteX103" fmla="*/ 3708282 w 4190656"/>
                <a:gd name="connsiteY103" fmla="*/ 1437108 h 2083613"/>
                <a:gd name="connsiteX104" fmla="*/ 3413613 w 4190656"/>
                <a:gd name="connsiteY104" fmla="*/ 1437108 h 2083613"/>
                <a:gd name="connsiteX105" fmla="*/ 3413613 w 4190656"/>
                <a:gd name="connsiteY105" fmla="*/ 1502754 h 2083613"/>
                <a:gd name="connsiteX106" fmla="*/ 3511709 w 4190656"/>
                <a:gd name="connsiteY106" fmla="*/ 1502754 h 2083613"/>
                <a:gd name="connsiteX107" fmla="*/ 3511709 w 4190656"/>
                <a:gd name="connsiteY107" fmla="*/ 1437108 h 2083613"/>
                <a:gd name="connsiteX108" fmla="*/ 3230013 w 4190656"/>
                <a:gd name="connsiteY108" fmla="*/ 1437108 h 2083613"/>
                <a:gd name="connsiteX109" fmla="*/ 3230013 w 4190656"/>
                <a:gd name="connsiteY109" fmla="*/ 1502754 h 2083613"/>
                <a:gd name="connsiteX110" fmla="*/ 3328109 w 4190656"/>
                <a:gd name="connsiteY110" fmla="*/ 1502754 h 2083613"/>
                <a:gd name="connsiteX111" fmla="*/ 3328109 w 4190656"/>
                <a:gd name="connsiteY111" fmla="*/ 1437108 h 2083613"/>
                <a:gd name="connsiteX112" fmla="*/ 3051754 w 4190656"/>
                <a:gd name="connsiteY112" fmla="*/ 1437108 h 2083613"/>
                <a:gd name="connsiteX113" fmla="*/ 3051754 w 4190656"/>
                <a:gd name="connsiteY113" fmla="*/ 1502754 h 2083613"/>
                <a:gd name="connsiteX114" fmla="*/ 3149850 w 4190656"/>
                <a:gd name="connsiteY114" fmla="*/ 1502754 h 2083613"/>
                <a:gd name="connsiteX115" fmla="*/ 3149850 w 4190656"/>
                <a:gd name="connsiteY115" fmla="*/ 1437108 h 2083613"/>
                <a:gd name="connsiteX116" fmla="*/ 2868153 w 4190656"/>
                <a:gd name="connsiteY116" fmla="*/ 1437108 h 2083613"/>
                <a:gd name="connsiteX117" fmla="*/ 2868153 w 4190656"/>
                <a:gd name="connsiteY117" fmla="*/ 1502754 h 2083613"/>
                <a:gd name="connsiteX118" fmla="*/ 2966249 w 4190656"/>
                <a:gd name="connsiteY118" fmla="*/ 1502754 h 2083613"/>
                <a:gd name="connsiteX119" fmla="*/ 2966249 w 4190656"/>
                <a:gd name="connsiteY119" fmla="*/ 1437108 h 2083613"/>
                <a:gd name="connsiteX120" fmla="*/ 2684553 w 4190656"/>
                <a:gd name="connsiteY120" fmla="*/ 1437108 h 2083613"/>
                <a:gd name="connsiteX121" fmla="*/ 2684553 w 4190656"/>
                <a:gd name="connsiteY121" fmla="*/ 1502754 h 2083613"/>
                <a:gd name="connsiteX122" fmla="*/ 2782649 w 4190656"/>
                <a:gd name="connsiteY122" fmla="*/ 1502754 h 2083613"/>
                <a:gd name="connsiteX123" fmla="*/ 2782649 w 4190656"/>
                <a:gd name="connsiteY123" fmla="*/ 1437108 h 2083613"/>
                <a:gd name="connsiteX124" fmla="*/ 1818380 w 4190656"/>
                <a:gd name="connsiteY124" fmla="*/ 1377680 h 2083613"/>
                <a:gd name="connsiteX125" fmla="*/ 1818380 w 4190656"/>
                <a:gd name="connsiteY125" fmla="*/ 1450750 h 2083613"/>
                <a:gd name="connsiteX126" fmla="*/ 1916476 w 4190656"/>
                <a:gd name="connsiteY126" fmla="*/ 1450750 h 2083613"/>
                <a:gd name="connsiteX127" fmla="*/ 1916476 w 4190656"/>
                <a:gd name="connsiteY127" fmla="*/ 1377680 h 2083613"/>
                <a:gd name="connsiteX128" fmla="*/ 1634779 w 4190656"/>
                <a:gd name="connsiteY128" fmla="*/ 1377680 h 2083613"/>
                <a:gd name="connsiteX129" fmla="*/ 1634779 w 4190656"/>
                <a:gd name="connsiteY129" fmla="*/ 1450750 h 2083613"/>
                <a:gd name="connsiteX130" fmla="*/ 1732875 w 4190656"/>
                <a:gd name="connsiteY130" fmla="*/ 1450750 h 2083613"/>
                <a:gd name="connsiteX131" fmla="*/ 1732875 w 4190656"/>
                <a:gd name="connsiteY131" fmla="*/ 1377680 h 2083613"/>
                <a:gd name="connsiteX132" fmla="*/ 1451179 w 4190656"/>
                <a:gd name="connsiteY132" fmla="*/ 1377680 h 2083613"/>
                <a:gd name="connsiteX133" fmla="*/ 1451179 w 4190656"/>
                <a:gd name="connsiteY133" fmla="*/ 1450750 h 2083613"/>
                <a:gd name="connsiteX134" fmla="*/ 1549275 w 4190656"/>
                <a:gd name="connsiteY134" fmla="*/ 1450750 h 2083613"/>
                <a:gd name="connsiteX135" fmla="*/ 1549275 w 4190656"/>
                <a:gd name="connsiteY135" fmla="*/ 1377680 h 2083613"/>
                <a:gd name="connsiteX136" fmla="*/ 1818380 w 4190656"/>
                <a:gd name="connsiteY136" fmla="*/ 1226067 h 2083613"/>
                <a:gd name="connsiteX137" fmla="*/ 1818380 w 4190656"/>
                <a:gd name="connsiteY137" fmla="*/ 1299137 h 2083613"/>
                <a:gd name="connsiteX138" fmla="*/ 1916476 w 4190656"/>
                <a:gd name="connsiteY138" fmla="*/ 1299137 h 2083613"/>
                <a:gd name="connsiteX139" fmla="*/ 1916476 w 4190656"/>
                <a:gd name="connsiteY139" fmla="*/ 1226067 h 2083613"/>
                <a:gd name="connsiteX140" fmla="*/ 1634779 w 4190656"/>
                <a:gd name="connsiteY140" fmla="*/ 1226067 h 2083613"/>
                <a:gd name="connsiteX141" fmla="*/ 1634779 w 4190656"/>
                <a:gd name="connsiteY141" fmla="*/ 1299137 h 2083613"/>
                <a:gd name="connsiteX142" fmla="*/ 1732875 w 4190656"/>
                <a:gd name="connsiteY142" fmla="*/ 1299137 h 2083613"/>
                <a:gd name="connsiteX143" fmla="*/ 1732875 w 4190656"/>
                <a:gd name="connsiteY143" fmla="*/ 1226067 h 2083613"/>
                <a:gd name="connsiteX144" fmla="*/ 1451179 w 4190656"/>
                <a:gd name="connsiteY144" fmla="*/ 1226067 h 2083613"/>
                <a:gd name="connsiteX145" fmla="*/ 1451179 w 4190656"/>
                <a:gd name="connsiteY145" fmla="*/ 1299137 h 2083613"/>
                <a:gd name="connsiteX146" fmla="*/ 1549275 w 4190656"/>
                <a:gd name="connsiteY146" fmla="*/ 1299137 h 2083613"/>
                <a:gd name="connsiteX147" fmla="*/ 1549275 w 4190656"/>
                <a:gd name="connsiteY147" fmla="*/ 1226067 h 2083613"/>
                <a:gd name="connsiteX148" fmla="*/ 403424 w 4190656"/>
                <a:gd name="connsiteY148" fmla="*/ 1142989 h 2083613"/>
                <a:gd name="connsiteX149" fmla="*/ 348620 w 4190656"/>
                <a:gd name="connsiteY149" fmla="*/ 1197793 h 2083613"/>
                <a:gd name="connsiteX150" fmla="*/ 348620 w 4190656"/>
                <a:gd name="connsiteY150" fmla="*/ 2081959 h 2083613"/>
                <a:gd name="connsiteX151" fmla="*/ 458227 w 4190656"/>
                <a:gd name="connsiteY151" fmla="*/ 2081959 h 2083613"/>
                <a:gd name="connsiteX152" fmla="*/ 458228 w 4190656"/>
                <a:gd name="connsiteY152" fmla="*/ 1197793 h 2083613"/>
                <a:gd name="connsiteX153" fmla="*/ 403424 w 4190656"/>
                <a:gd name="connsiteY153" fmla="*/ 1142989 h 2083613"/>
                <a:gd name="connsiteX154" fmla="*/ 169200 w 4190656"/>
                <a:gd name="connsiteY154" fmla="*/ 1139285 h 2083613"/>
                <a:gd name="connsiteX155" fmla="*/ 114396 w 4190656"/>
                <a:gd name="connsiteY155" fmla="*/ 1194089 h 2083613"/>
                <a:gd name="connsiteX156" fmla="*/ 114396 w 4190656"/>
                <a:gd name="connsiteY156" fmla="*/ 2078255 h 2083613"/>
                <a:gd name="connsiteX157" fmla="*/ 224003 w 4190656"/>
                <a:gd name="connsiteY157" fmla="*/ 2078255 h 2083613"/>
                <a:gd name="connsiteX158" fmla="*/ 224004 w 4190656"/>
                <a:gd name="connsiteY158" fmla="*/ 1194089 h 2083613"/>
                <a:gd name="connsiteX159" fmla="*/ 169200 w 4190656"/>
                <a:gd name="connsiteY159" fmla="*/ 1139285 h 2083613"/>
                <a:gd name="connsiteX160" fmla="*/ 1818380 w 4190656"/>
                <a:gd name="connsiteY160" fmla="*/ 1074453 h 2083613"/>
                <a:gd name="connsiteX161" fmla="*/ 1818380 w 4190656"/>
                <a:gd name="connsiteY161" fmla="*/ 1147523 h 2083613"/>
                <a:gd name="connsiteX162" fmla="*/ 1916476 w 4190656"/>
                <a:gd name="connsiteY162" fmla="*/ 1147523 h 2083613"/>
                <a:gd name="connsiteX163" fmla="*/ 1916476 w 4190656"/>
                <a:gd name="connsiteY163" fmla="*/ 1074453 h 2083613"/>
                <a:gd name="connsiteX164" fmla="*/ 1634779 w 4190656"/>
                <a:gd name="connsiteY164" fmla="*/ 1074453 h 2083613"/>
                <a:gd name="connsiteX165" fmla="*/ 1634779 w 4190656"/>
                <a:gd name="connsiteY165" fmla="*/ 1147523 h 2083613"/>
                <a:gd name="connsiteX166" fmla="*/ 1732875 w 4190656"/>
                <a:gd name="connsiteY166" fmla="*/ 1147523 h 2083613"/>
                <a:gd name="connsiteX167" fmla="*/ 1732875 w 4190656"/>
                <a:gd name="connsiteY167" fmla="*/ 1074453 h 2083613"/>
                <a:gd name="connsiteX168" fmla="*/ 1451179 w 4190656"/>
                <a:gd name="connsiteY168" fmla="*/ 1074453 h 2083613"/>
                <a:gd name="connsiteX169" fmla="*/ 1451179 w 4190656"/>
                <a:gd name="connsiteY169" fmla="*/ 1147523 h 2083613"/>
                <a:gd name="connsiteX170" fmla="*/ 1549275 w 4190656"/>
                <a:gd name="connsiteY170" fmla="*/ 1147523 h 2083613"/>
                <a:gd name="connsiteX171" fmla="*/ 1549275 w 4190656"/>
                <a:gd name="connsiteY171" fmla="*/ 1074453 h 2083613"/>
                <a:gd name="connsiteX172" fmla="*/ 1254606 w 4190656"/>
                <a:gd name="connsiteY172" fmla="*/ 1074453 h 2083613"/>
                <a:gd name="connsiteX173" fmla="*/ 1254606 w 4190656"/>
                <a:gd name="connsiteY173" fmla="*/ 1147523 h 2083613"/>
                <a:gd name="connsiteX174" fmla="*/ 1352702 w 4190656"/>
                <a:gd name="connsiteY174" fmla="*/ 1147523 h 2083613"/>
                <a:gd name="connsiteX175" fmla="*/ 1352702 w 4190656"/>
                <a:gd name="connsiteY175" fmla="*/ 1074453 h 2083613"/>
                <a:gd name="connsiteX176" fmla="*/ 1071005 w 4190656"/>
                <a:gd name="connsiteY176" fmla="*/ 1074453 h 2083613"/>
                <a:gd name="connsiteX177" fmla="*/ 1071005 w 4190656"/>
                <a:gd name="connsiteY177" fmla="*/ 1147523 h 2083613"/>
                <a:gd name="connsiteX178" fmla="*/ 1169101 w 4190656"/>
                <a:gd name="connsiteY178" fmla="*/ 1147523 h 2083613"/>
                <a:gd name="connsiteX179" fmla="*/ 1169101 w 4190656"/>
                <a:gd name="connsiteY179" fmla="*/ 1074453 h 2083613"/>
                <a:gd name="connsiteX180" fmla="*/ 887405 w 4190656"/>
                <a:gd name="connsiteY180" fmla="*/ 1074453 h 2083613"/>
                <a:gd name="connsiteX181" fmla="*/ 887405 w 4190656"/>
                <a:gd name="connsiteY181" fmla="*/ 1147523 h 2083613"/>
                <a:gd name="connsiteX182" fmla="*/ 985501 w 4190656"/>
                <a:gd name="connsiteY182" fmla="*/ 1147523 h 2083613"/>
                <a:gd name="connsiteX183" fmla="*/ 985501 w 4190656"/>
                <a:gd name="connsiteY183" fmla="*/ 1074453 h 2083613"/>
                <a:gd name="connsiteX184" fmla="*/ 726849 w 4190656"/>
                <a:gd name="connsiteY184" fmla="*/ 1074453 h 2083613"/>
                <a:gd name="connsiteX185" fmla="*/ 726849 w 4190656"/>
                <a:gd name="connsiteY185" fmla="*/ 1147523 h 2083613"/>
                <a:gd name="connsiteX186" fmla="*/ 824945 w 4190656"/>
                <a:gd name="connsiteY186" fmla="*/ 1147523 h 2083613"/>
                <a:gd name="connsiteX187" fmla="*/ 824945 w 4190656"/>
                <a:gd name="connsiteY187" fmla="*/ 1074453 h 2083613"/>
                <a:gd name="connsiteX188" fmla="*/ 543248 w 4190656"/>
                <a:gd name="connsiteY188" fmla="*/ 1074453 h 2083613"/>
                <a:gd name="connsiteX189" fmla="*/ 543248 w 4190656"/>
                <a:gd name="connsiteY189" fmla="*/ 1147523 h 2083613"/>
                <a:gd name="connsiteX190" fmla="*/ 641344 w 4190656"/>
                <a:gd name="connsiteY190" fmla="*/ 1147523 h 2083613"/>
                <a:gd name="connsiteX191" fmla="*/ 641344 w 4190656"/>
                <a:gd name="connsiteY191" fmla="*/ 1074453 h 2083613"/>
                <a:gd name="connsiteX192" fmla="*/ 3065554 w 4190656"/>
                <a:gd name="connsiteY192" fmla="*/ 331011 h 2083613"/>
                <a:gd name="connsiteX193" fmla="*/ 3065554 w 4190656"/>
                <a:gd name="connsiteY193" fmla="*/ 465308 h 2083613"/>
                <a:gd name="connsiteX194" fmla="*/ 3086674 w 4190656"/>
                <a:gd name="connsiteY194" fmla="*/ 468502 h 2083613"/>
                <a:gd name="connsiteX195" fmla="*/ 3190451 w 4190656"/>
                <a:gd name="connsiteY195" fmla="*/ 562591 h 2083613"/>
                <a:gd name="connsiteX196" fmla="*/ 3200815 w 4190656"/>
                <a:gd name="connsiteY196" fmla="*/ 613926 h 2083613"/>
                <a:gd name="connsiteX197" fmla="*/ 3203518 w 4190656"/>
                <a:gd name="connsiteY197" fmla="*/ 613926 h 2083613"/>
                <a:gd name="connsiteX198" fmla="*/ 3203518 w 4190656"/>
                <a:gd name="connsiteY198" fmla="*/ 627317 h 2083613"/>
                <a:gd name="connsiteX199" fmla="*/ 3203519 w 4190656"/>
                <a:gd name="connsiteY199" fmla="*/ 627321 h 2083613"/>
                <a:gd name="connsiteX200" fmla="*/ 3203518 w 4190656"/>
                <a:gd name="connsiteY200" fmla="*/ 1063497 h 2083613"/>
                <a:gd name="connsiteX201" fmla="*/ 3310645 w 4190656"/>
                <a:gd name="connsiteY201" fmla="*/ 1063497 h 2083613"/>
                <a:gd name="connsiteX202" fmla="*/ 3310645 w 4190656"/>
                <a:gd name="connsiteY202" fmla="*/ 627216 h 2083613"/>
                <a:gd name="connsiteX203" fmla="*/ 3412211 w 4190656"/>
                <a:gd name="connsiteY203" fmla="*/ 473988 h 2083613"/>
                <a:gd name="connsiteX204" fmla="*/ 3465439 w 4190656"/>
                <a:gd name="connsiteY204" fmla="*/ 463242 h 2083613"/>
                <a:gd name="connsiteX205" fmla="*/ 3465439 w 4190656"/>
                <a:gd name="connsiteY205" fmla="*/ 331011 h 2083613"/>
                <a:gd name="connsiteX206" fmla="*/ 2812855 w 4190656"/>
                <a:gd name="connsiteY206" fmla="*/ 331011 h 2083613"/>
                <a:gd name="connsiteX207" fmla="*/ 2812855 w 4190656"/>
                <a:gd name="connsiteY207" fmla="*/ 1063497 h 2083613"/>
                <a:gd name="connsiteX208" fmla="*/ 2870927 w 4190656"/>
                <a:gd name="connsiteY208" fmla="*/ 1063497 h 2083613"/>
                <a:gd name="connsiteX209" fmla="*/ 2870927 w 4190656"/>
                <a:gd name="connsiteY209" fmla="*/ 627321 h 2083613"/>
                <a:gd name="connsiteX210" fmla="*/ 2972493 w 4190656"/>
                <a:gd name="connsiteY210" fmla="*/ 474094 h 2083613"/>
                <a:gd name="connsiteX211" fmla="*/ 3023955 w 4190656"/>
                <a:gd name="connsiteY211" fmla="*/ 463704 h 2083613"/>
                <a:gd name="connsiteX212" fmla="*/ 3023955 w 4190656"/>
                <a:gd name="connsiteY212" fmla="*/ 331011 h 2083613"/>
                <a:gd name="connsiteX213" fmla="*/ 2711332 w 4190656"/>
                <a:gd name="connsiteY213" fmla="*/ 0 h 2083613"/>
                <a:gd name="connsiteX214" fmla="*/ 2812855 w 4190656"/>
                <a:gd name="connsiteY214" fmla="*/ 0 h 2083613"/>
                <a:gd name="connsiteX215" fmla="*/ 2812855 w 4190656"/>
                <a:gd name="connsiteY215" fmla="*/ 1 h 2083613"/>
                <a:gd name="connsiteX216" fmla="*/ 2812855 w 4190656"/>
                <a:gd name="connsiteY216" fmla="*/ 150699 h 2083613"/>
                <a:gd name="connsiteX217" fmla="*/ 2812855 w 4190656"/>
                <a:gd name="connsiteY217" fmla="*/ 150703 h 2083613"/>
                <a:gd name="connsiteX218" fmla="*/ 2812855 w 4190656"/>
                <a:gd name="connsiteY218" fmla="*/ 185573 h 2083613"/>
                <a:gd name="connsiteX219" fmla="*/ 2812855 w 4190656"/>
                <a:gd name="connsiteY219" fmla="*/ 268612 h 2083613"/>
                <a:gd name="connsiteX220" fmla="*/ 3465439 w 4190656"/>
                <a:gd name="connsiteY220" fmla="*/ 268612 h 2083613"/>
                <a:gd name="connsiteX221" fmla="*/ 3465439 w 4190656"/>
                <a:gd name="connsiteY221" fmla="*/ 268180 h 2083613"/>
                <a:gd name="connsiteX222" fmla="*/ 3507038 w 4190656"/>
                <a:gd name="connsiteY222" fmla="*/ 268180 h 2083613"/>
                <a:gd name="connsiteX223" fmla="*/ 3507038 w 4190656"/>
                <a:gd name="connsiteY223" fmla="*/ 466997 h 2083613"/>
                <a:gd name="connsiteX224" fmla="*/ 3541671 w 4190656"/>
                <a:gd name="connsiteY224" fmla="*/ 473988 h 2083613"/>
                <a:gd name="connsiteX225" fmla="*/ 3635761 w 4190656"/>
                <a:gd name="connsiteY225" fmla="*/ 577765 h 2083613"/>
                <a:gd name="connsiteX226" fmla="*/ 3641212 w 4190656"/>
                <a:gd name="connsiteY226" fmla="*/ 613821 h 2083613"/>
                <a:gd name="connsiteX227" fmla="*/ 3643236 w 4190656"/>
                <a:gd name="connsiteY227" fmla="*/ 613821 h 2083613"/>
                <a:gd name="connsiteX228" fmla="*/ 3643236 w 4190656"/>
                <a:gd name="connsiteY228" fmla="*/ 627210 h 2083613"/>
                <a:gd name="connsiteX229" fmla="*/ 3643237 w 4190656"/>
                <a:gd name="connsiteY229" fmla="*/ 627216 h 2083613"/>
                <a:gd name="connsiteX230" fmla="*/ 3643236 w 4190656"/>
                <a:gd name="connsiteY230" fmla="*/ 1063497 h 2083613"/>
                <a:gd name="connsiteX231" fmla="*/ 4190656 w 4190656"/>
                <a:gd name="connsiteY231" fmla="*/ 1063497 h 2083613"/>
                <a:gd name="connsiteX232" fmla="*/ 4190656 w 4190656"/>
                <a:gd name="connsiteY232" fmla="*/ 1184656 h 2083613"/>
                <a:gd name="connsiteX233" fmla="*/ 4190656 w 4190656"/>
                <a:gd name="connsiteY233" fmla="*/ 1530190 h 2083613"/>
                <a:gd name="connsiteX234" fmla="*/ 4190656 w 4190656"/>
                <a:gd name="connsiteY234" fmla="*/ 2078653 h 2083613"/>
                <a:gd name="connsiteX235" fmla="*/ 4190656 w 4190656"/>
                <a:gd name="connsiteY235" fmla="*/ 2082019 h 2083613"/>
                <a:gd name="connsiteX236" fmla="*/ 2526770 w 4190656"/>
                <a:gd name="connsiteY236" fmla="*/ 2082019 h 2083613"/>
                <a:gd name="connsiteX237" fmla="*/ 2526681 w 4190656"/>
                <a:gd name="connsiteY237" fmla="*/ 2082019 h 2083613"/>
                <a:gd name="connsiteX238" fmla="*/ 2449297 w 4190656"/>
                <a:gd name="connsiteY238" fmla="*/ 2082019 h 2083613"/>
                <a:gd name="connsiteX239" fmla="*/ 2449297 w 4190656"/>
                <a:gd name="connsiteY239" fmla="*/ 1864776 h 2083613"/>
                <a:gd name="connsiteX240" fmla="*/ 2354647 w 4190656"/>
                <a:gd name="connsiteY240" fmla="*/ 1864776 h 2083613"/>
                <a:gd name="connsiteX241" fmla="*/ 2354647 w 4190656"/>
                <a:gd name="connsiteY241" fmla="*/ 2082019 h 2083613"/>
                <a:gd name="connsiteX242" fmla="*/ 2277173 w 4190656"/>
                <a:gd name="connsiteY242" fmla="*/ 2082019 h 2083613"/>
                <a:gd name="connsiteX243" fmla="*/ 2277173 w 4190656"/>
                <a:gd name="connsiteY243" fmla="*/ 2082018 h 2083613"/>
                <a:gd name="connsiteX244" fmla="*/ 2190902 w 4190656"/>
                <a:gd name="connsiteY244" fmla="*/ 2082018 h 2083613"/>
                <a:gd name="connsiteX245" fmla="*/ 2190902 w 4190656"/>
                <a:gd name="connsiteY245" fmla="*/ 1864776 h 2083613"/>
                <a:gd name="connsiteX246" fmla="*/ 2096252 w 4190656"/>
                <a:gd name="connsiteY246" fmla="*/ 1864776 h 2083613"/>
                <a:gd name="connsiteX247" fmla="*/ 2096252 w 4190656"/>
                <a:gd name="connsiteY247" fmla="*/ 2082018 h 2083613"/>
                <a:gd name="connsiteX248" fmla="*/ 2028518 w 4190656"/>
                <a:gd name="connsiteY248" fmla="*/ 2082018 h 2083613"/>
                <a:gd name="connsiteX249" fmla="*/ 2028518 w 4190656"/>
                <a:gd name="connsiteY249" fmla="*/ 2083613 h 2083613"/>
                <a:gd name="connsiteX250" fmla="*/ 0 w 4190656"/>
                <a:gd name="connsiteY250" fmla="*/ 2083613 h 2083613"/>
                <a:gd name="connsiteX251" fmla="*/ 0 w 4190656"/>
                <a:gd name="connsiteY251" fmla="*/ 954650 h 2083613"/>
                <a:gd name="connsiteX252" fmla="*/ 525663 w 4190656"/>
                <a:gd name="connsiteY252" fmla="*/ 643073 h 2083613"/>
                <a:gd name="connsiteX253" fmla="*/ 525663 w 4190656"/>
                <a:gd name="connsiteY253" fmla="*/ 940002 h 2083613"/>
                <a:gd name="connsiteX254" fmla="*/ 1026614 w 4190656"/>
                <a:gd name="connsiteY254" fmla="*/ 643073 h 2083613"/>
                <a:gd name="connsiteX255" fmla="*/ 1026614 w 4190656"/>
                <a:gd name="connsiteY255" fmla="*/ 940003 h 2083613"/>
                <a:gd name="connsiteX256" fmla="*/ 1527566 w 4190656"/>
                <a:gd name="connsiteY256" fmla="*/ 643073 h 2083613"/>
                <a:gd name="connsiteX257" fmla="*/ 1527566 w 4190656"/>
                <a:gd name="connsiteY257" fmla="*/ 940003 h 2083613"/>
                <a:gd name="connsiteX258" fmla="*/ 2028518 w 4190656"/>
                <a:gd name="connsiteY258" fmla="*/ 643073 h 2083613"/>
                <a:gd name="connsiteX259" fmla="*/ 2028518 w 4190656"/>
                <a:gd name="connsiteY259" fmla="*/ 954650 h 2083613"/>
                <a:gd name="connsiteX260" fmla="*/ 2028518 w 4190656"/>
                <a:gd name="connsiteY260" fmla="*/ 957207 h 2083613"/>
                <a:gd name="connsiteX261" fmla="*/ 2119418 w 4190656"/>
                <a:gd name="connsiteY261" fmla="*/ 957207 h 2083613"/>
                <a:gd name="connsiteX262" fmla="*/ 2119418 w 4190656"/>
                <a:gd name="connsiteY262" fmla="*/ 351653 h 2083613"/>
                <a:gd name="connsiteX263" fmla="*/ 2119417 w 4190656"/>
                <a:gd name="connsiteY263" fmla="*/ 351653 h 2083613"/>
                <a:gd name="connsiteX264" fmla="*/ 2119417 w 4190656"/>
                <a:gd name="connsiteY264" fmla="*/ 185571 h 2083613"/>
                <a:gd name="connsiteX265" fmla="*/ 2265014 w 4190656"/>
                <a:gd name="connsiteY265" fmla="*/ 185571 h 2083613"/>
                <a:gd name="connsiteX266" fmla="*/ 2410612 w 4190656"/>
                <a:gd name="connsiteY266" fmla="*/ 185571 h 2083613"/>
                <a:gd name="connsiteX267" fmla="*/ 2410613 w 4190656"/>
                <a:gd name="connsiteY267" fmla="*/ 185571 h 2083613"/>
                <a:gd name="connsiteX268" fmla="*/ 2410613 w 4190656"/>
                <a:gd name="connsiteY268" fmla="*/ 337527 h 2083613"/>
                <a:gd name="connsiteX269" fmla="*/ 2410614 w 4190656"/>
                <a:gd name="connsiteY269" fmla="*/ 337527 h 2083613"/>
                <a:gd name="connsiteX270" fmla="*/ 2410614 w 4190656"/>
                <a:gd name="connsiteY270" fmla="*/ 337530 h 2083613"/>
                <a:gd name="connsiteX271" fmla="*/ 2410614 w 4190656"/>
                <a:gd name="connsiteY271" fmla="*/ 955499 h 2083613"/>
                <a:gd name="connsiteX272" fmla="*/ 2526770 w 4190656"/>
                <a:gd name="connsiteY272" fmla="*/ 955499 h 2083613"/>
                <a:gd name="connsiteX273" fmla="*/ 2526770 w 4190656"/>
                <a:gd name="connsiteY273" fmla="*/ 956944 h 2083613"/>
                <a:gd name="connsiteX274" fmla="*/ 2526770 w 4190656"/>
                <a:gd name="connsiteY274" fmla="*/ 1063497 h 2083613"/>
                <a:gd name="connsiteX275" fmla="*/ 2619542 w 4190656"/>
                <a:gd name="connsiteY275" fmla="*/ 1063497 h 2083613"/>
                <a:gd name="connsiteX276" fmla="*/ 2619542 w 4190656"/>
                <a:gd name="connsiteY276" fmla="*/ 185573 h 2083613"/>
                <a:gd name="connsiteX277" fmla="*/ 2619542 w 4190656"/>
                <a:gd name="connsiteY277" fmla="*/ 150703 h 2083613"/>
                <a:gd name="connsiteX278" fmla="*/ 2619542 w 4190656"/>
                <a:gd name="connsiteY278" fmla="*/ 1 h 2083613"/>
                <a:gd name="connsiteX279" fmla="*/ 2711332 w 4190656"/>
                <a:gd name="connsiteY279" fmla="*/ 1 h 208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190656" h="2083613">
                  <a:moveTo>
                    <a:pt x="1359605" y="2009520"/>
                  </a:moveTo>
                  <a:lnTo>
                    <a:pt x="1359605" y="2049344"/>
                  </a:lnTo>
                  <a:lnTo>
                    <a:pt x="1942246" y="2049344"/>
                  </a:lnTo>
                  <a:lnTo>
                    <a:pt x="1942246" y="2009520"/>
                  </a:lnTo>
                  <a:close/>
                  <a:moveTo>
                    <a:pt x="3736514" y="2004560"/>
                  </a:moveTo>
                  <a:lnTo>
                    <a:pt x="3736514" y="2044384"/>
                  </a:lnTo>
                  <a:lnTo>
                    <a:pt x="4087017" y="2044384"/>
                  </a:lnTo>
                  <a:lnTo>
                    <a:pt x="4087017" y="2004560"/>
                  </a:lnTo>
                  <a:close/>
                  <a:moveTo>
                    <a:pt x="3320982" y="2004560"/>
                  </a:moveTo>
                  <a:lnTo>
                    <a:pt x="3320982" y="2044384"/>
                  </a:lnTo>
                  <a:lnTo>
                    <a:pt x="3671485" y="2044384"/>
                  </a:lnTo>
                  <a:lnTo>
                    <a:pt x="3671485" y="2004560"/>
                  </a:lnTo>
                  <a:close/>
                  <a:moveTo>
                    <a:pt x="1359605" y="1948423"/>
                  </a:moveTo>
                  <a:lnTo>
                    <a:pt x="1359605" y="1988247"/>
                  </a:lnTo>
                  <a:lnTo>
                    <a:pt x="1942246" y="1988247"/>
                  </a:lnTo>
                  <a:lnTo>
                    <a:pt x="1942246" y="1948423"/>
                  </a:lnTo>
                  <a:close/>
                  <a:moveTo>
                    <a:pt x="3736514" y="1943463"/>
                  </a:moveTo>
                  <a:lnTo>
                    <a:pt x="3736514" y="1983287"/>
                  </a:lnTo>
                  <a:lnTo>
                    <a:pt x="4087017" y="1983287"/>
                  </a:lnTo>
                  <a:lnTo>
                    <a:pt x="4087017" y="1943463"/>
                  </a:lnTo>
                  <a:close/>
                  <a:moveTo>
                    <a:pt x="3320982" y="1943463"/>
                  </a:moveTo>
                  <a:lnTo>
                    <a:pt x="3320982" y="1983287"/>
                  </a:lnTo>
                  <a:lnTo>
                    <a:pt x="3671485" y="1983287"/>
                  </a:lnTo>
                  <a:lnTo>
                    <a:pt x="3671485" y="1943463"/>
                  </a:lnTo>
                  <a:close/>
                  <a:moveTo>
                    <a:pt x="1359605" y="1887327"/>
                  </a:moveTo>
                  <a:lnTo>
                    <a:pt x="1359605" y="1927151"/>
                  </a:lnTo>
                  <a:lnTo>
                    <a:pt x="1942246" y="1927151"/>
                  </a:lnTo>
                  <a:lnTo>
                    <a:pt x="1942246" y="1887327"/>
                  </a:lnTo>
                  <a:close/>
                  <a:moveTo>
                    <a:pt x="3736514" y="1882367"/>
                  </a:moveTo>
                  <a:lnTo>
                    <a:pt x="3736514" y="1922191"/>
                  </a:lnTo>
                  <a:lnTo>
                    <a:pt x="4087017" y="1922191"/>
                  </a:lnTo>
                  <a:lnTo>
                    <a:pt x="4087017" y="1882367"/>
                  </a:lnTo>
                  <a:close/>
                  <a:moveTo>
                    <a:pt x="3320982" y="1882367"/>
                  </a:moveTo>
                  <a:lnTo>
                    <a:pt x="3320982" y="1922191"/>
                  </a:lnTo>
                  <a:lnTo>
                    <a:pt x="3671485" y="1922191"/>
                  </a:lnTo>
                  <a:lnTo>
                    <a:pt x="3671485" y="1882367"/>
                  </a:lnTo>
                  <a:close/>
                  <a:moveTo>
                    <a:pt x="3051754" y="1873675"/>
                  </a:moveTo>
                  <a:lnTo>
                    <a:pt x="3051754" y="1939321"/>
                  </a:lnTo>
                  <a:lnTo>
                    <a:pt x="3149850" y="1939321"/>
                  </a:lnTo>
                  <a:lnTo>
                    <a:pt x="3149850" y="1873675"/>
                  </a:lnTo>
                  <a:close/>
                  <a:moveTo>
                    <a:pt x="2868153" y="1873675"/>
                  </a:moveTo>
                  <a:lnTo>
                    <a:pt x="2868153" y="1939321"/>
                  </a:lnTo>
                  <a:lnTo>
                    <a:pt x="2966249" y="1939321"/>
                  </a:lnTo>
                  <a:lnTo>
                    <a:pt x="2966249" y="1873675"/>
                  </a:lnTo>
                  <a:close/>
                  <a:moveTo>
                    <a:pt x="2684553" y="1873675"/>
                  </a:moveTo>
                  <a:lnTo>
                    <a:pt x="2684553" y="1939321"/>
                  </a:lnTo>
                  <a:lnTo>
                    <a:pt x="2782649" y="1939321"/>
                  </a:lnTo>
                  <a:lnTo>
                    <a:pt x="2782649" y="1873675"/>
                  </a:lnTo>
                  <a:close/>
                  <a:moveTo>
                    <a:pt x="1359605" y="1826230"/>
                  </a:moveTo>
                  <a:lnTo>
                    <a:pt x="1359605" y="1866054"/>
                  </a:lnTo>
                  <a:lnTo>
                    <a:pt x="1942246" y="1866054"/>
                  </a:lnTo>
                  <a:lnTo>
                    <a:pt x="1942246" y="1826230"/>
                  </a:lnTo>
                  <a:close/>
                  <a:moveTo>
                    <a:pt x="3736514" y="1821270"/>
                  </a:moveTo>
                  <a:lnTo>
                    <a:pt x="3736514" y="1861094"/>
                  </a:lnTo>
                  <a:lnTo>
                    <a:pt x="4087017" y="1861094"/>
                  </a:lnTo>
                  <a:lnTo>
                    <a:pt x="4087017" y="1821270"/>
                  </a:lnTo>
                  <a:close/>
                  <a:moveTo>
                    <a:pt x="3320982" y="1821270"/>
                  </a:moveTo>
                  <a:lnTo>
                    <a:pt x="3320982" y="1861094"/>
                  </a:lnTo>
                  <a:lnTo>
                    <a:pt x="3671485" y="1861094"/>
                  </a:lnTo>
                  <a:lnTo>
                    <a:pt x="3671485" y="1821270"/>
                  </a:lnTo>
                  <a:close/>
                  <a:moveTo>
                    <a:pt x="3051754" y="1737466"/>
                  </a:moveTo>
                  <a:lnTo>
                    <a:pt x="3051754" y="1803112"/>
                  </a:lnTo>
                  <a:lnTo>
                    <a:pt x="3149850" y="1803112"/>
                  </a:lnTo>
                  <a:lnTo>
                    <a:pt x="3149850" y="1737466"/>
                  </a:lnTo>
                  <a:close/>
                  <a:moveTo>
                    <a:pt x="2868153" y="1737466"/>
                  </a:moveTo>
                  <a:lnTo>
                    <a:pt x="2868153" y="1803112"/>
                  </a:lnTo>
                  <a:lnTo>
                    <a:pt x="2966249" y="1803112"/>
                  </a:lnTo>
                  <a:lnTo>
                    <a:pt x="2966249" y="1737466"/>
                  </a:lnTo>
                  <a:close/>
                  <a:moveTo>
                    <a:pt x="2684553" y="1737466"/>
                  </a:moveTo>
                  <a:lnTo>
                    <a:pt x="2684553" y="1803112"/>
                  </a:lnTo>
                  <a:lnTo>
                    <a:pt x="2782649" y="1803112"/>
                  </a:lnTo>
                  <a:lnTo>
                    <a:pt x="2782649" y="1737466"/>
                  </a:lnTo>
                  <a:close/>
                  <a:moveTo>
                    <a:pt x="3051754" y="1601257"/>
                  </a:moveTo>
                  <a:lnTo>
                    <a:pt x="3051754" y="1666903"/>
                  </a:lnTo>
                  <a:lnTo>
                    <a:pt x="3149850" y="1666903"/>
                  </a:lnTo>
                  <a:lnTo>
                    <a:pt x="3149850" y="1601257"/>
                  </a:lnTo>
                  <a:close/>
                  <a:moveTo>
                    <a:pt x="2868153" y="1601257"/>
                  </a:moveTo>
                  <a:lnTo>
                    <a:pt x="2868153" y="1666903"/>
                  </a:lnTo>
                  <a:lnTo>
                    <a:pt x="2966249" y="1666903"/>
                  </a:lnTo>
                  <a:lnTo>
                    <a:pt x="2966249" y="1601257"/>
                  </a:lnTo>
                  <a:close/>
                  <a:moveTo>
                    <a:pt x="2684553" y="1601257"/>
                  </a:moveTo>
                  <a:lnTo>
                    <a:pt x="2684553" y="1666903"/>
                  </a:lnTo>
                  <a:lnTo>
                    <a:pt x="2782649" y="1666903"/>
                  </a:lnTo>
                  <a:lnTo>
                    <a:pt x="2782649" y="1601257"/>
                  </a:lnTo>
                  <a:close/>
                  <a:moveTo>
                    <a:pt x="1003047" y="1464531"/>
                  </a:moveTo>
                  <a:lnTo>
                    <a:pt x="1003047" y="2082216"/>
                  </a:lnTo>
                  <a:lnTo>
                    <a:pt x="1259865" y="2082216"/>
                  </a:lnTo>
                  <a:lnTo>
                    <a:pt x="1259865" y="1464531"/>
                  </a:lnTo>
                  <a:close/>
                  <a:moveTo>
                    <a:pt x="640721" y="1461809"/>
                  </a:moveTo>
                  <a:lnTo>
                    <a:pt x="640721" y="2079494"/>
                  </a:lnTo>
                  <a:lnTo>
                    <a:pt x="860983" y="2079494"/>
                  </a:lnTo>
                  <a:lnTo>
                    <a:pt x="860983" y="1461809"/>
                  </a:lnTo>
                  <a:close/>
                  <a:moveTo>
                    <a:pt x="3977387" y="1437108"/>
                  </a:moveTo>
                  <a:lnTo>
                    <a:pt x="3977387" y="1502754"/>
                  </a:lnTo>
                  <a:lnTo>
                    <a:pt x="4075483" y="1502754"/>
                  </a:lnTo>
                  <a:lnTo>
                    <a:pt x="4075483" y="1437108"/>
                  </a:lnTo>
                  <a:close/>
                  <a:moveTo>
                    <a:pt x="3793786" y="1437108"/>
                  </a:moveTo>
                  <a:lnTo>
                    <a:pt x="3793786" y="1502754"/>
                  </a:lnTo>
                  <a:lnTo>
                    <a:pt x="3891882" y="1502754"/>
                  </a:lnTo>
                  <a:lnTo>
                    <a:pt x="3891882" y="1437108"/>
                  </a:lnTo>
                  <a:close/>
                  <a:moveTo>
                    <a:pt x="3610186" y="1437108"/>
                  </a:moveTo>
                  <a:lnTo>
                    <a:pt x="3610186" y="1502754"/>
                  </a:lnTo>
                  <a:lnTo>
                    <a:pt x="3708282" y="1502754"/>
                  </a:lnTo>
                  <a:lnTo>
                    <a:pt x="3708282" y="1437108"/>
                  </a:lnTo>
                  <a:close/>
                  <a:moveTo>
                    <a:pt x="3413613" y="1437108"/>
                  </a:moveTo>
                  <a:lnTo>
                    <a:pt x="3413613" y="1502754"/>
                  </a:lnTo>
                  <a:lnTo>
                    <a:pt x="3511709" y="1502754"/>
                  </a:lnTo>
                  <a:lnTo>
                    <a:pt x="3511709" y="1437108"/>
                  </a:lnTo>
                  <a:close/>
                  <a:moveTo>
                    <a:pt x="3230013" y="1437108"/>
                  </a:moveTo>
                  <a:lnTo>
                    <a:pt x="3230013" y="1502754"/>
                  </a:lnTo>
                  <a:lnTo>
                    <a:pt x="3328109" y="1502754"/>
                  </a:lnTo>
                  <a:lnTo>
                    <a:pt x="3328109" y="1437108"/>
                  </a:lnTo>
                  <a:close/>
                  <a:moveTo>
                    <a:pt x="3051754" y="1437108"/>
                  </a:moveTo>
                  <a:lnTo>
                    <a:pt x="3051754" y="1502754"/>
                  </a:lnTo>
                  <a:lnTo>
                    <a:pt x="3149850" y="1502754"/>
                  </a:lnTo>
                  <a:lnTo>
                    <a:pt x="3149850" y="1437108"/>
                  </a:lnTo>
                  <a:close/>
                  <a:moveTo>
                    <a:pt x="2868153" y="1437108"/>
                  </a:moveTo>
                  <a:lnTo>
                    <a:pt x="2868153" y="1502754"/>
                  </a:lnTo>
                  <a:lnTo>
                    <a:pt x="2966249" y="1502754"/>
                  </a:lnTo>
                  <a:lnTo>
                    <a:pt x="2966249" y="1437108"/>
                  </a:lnTo>
                  <a:close/>
                  <a:moveTo>
                    <a:pt x="2684553" y="1437108"/>
                  </a:moveTo>
                  <a:lnTo>
                    <a:pt x="2684553" y="1502754"/>
                  </a:lnTo>
                  <a:lnTo>
                    <a:pt x="2782649" y="1502754"/>
                  </a:lnTo>
                  <a:lnTo>
                    <a:pt x="2782649" y="1437108"/>
                  </a:lnTo>
                  <a:close/>
                  <a:moveTo>
                    <a:pt x="1818380" y="1377680"/>
                  </a:moveTo>
                  <a:lnTo>
                    <a:pt x="1818380" y="1450750"/>
                  </a:lnTo>
                  <a:lnTo>
                    <a:pt x="1916476" y="1450750"/>
                  </a:lnTo>
                  <a:lnTo>
                    <a:pt x="1916476" y="1377680"/>
                  </a:lnTo>
                  <a:close/>
                  <a:moveTo>
                    <a:pt x="1634779" y="1377680"/>
                  </a:moveTo>
                  <a:lnTo>
                    <a:pt x="1634779" y="1450750"/>
                  </a:lnTo>
                  <a:lnTo>
                    <a:pt x="1732875" y="1450750"/>
                  </a:lnTo>
                  <a:lnTo>
                    <a:pt x="1732875" y="1377680"/>
                  </a:lnTo>
                  <a:close/>
                  <a:moveTo>
                    <a:pt x="1451179" y="1377680"/>
                  </a:moveTo>
                  <a:lnTo>
                    <a:pt x="1451179" y="1450750"/>
                  </a:lnTo>
                  <a:lnTo>
                    <a:pt x="1549275" y="1450750"/>
                  </a:lnTo>
                  <a:lnTo>
                    <a:pt x="1549275" y="1377680"/>
                  </a:lnTo>
                  <a:close/>
                  <a:moveTo>
                    <a:pt x="1818380" y="1226067"/>
                  </a:moveTo>
                  <a:lnTo>
                    <a:pt x="1818380" y="1299137"/>
                  </a:lnTo>
                  <a:lnTo>
                    <a:pt x="1916476" y="1299137"/>
                  </a:lnTo>
                  <a:lnTo>
                    <a:pt x="1916476" y="1226067"/>
                  </a:lnTo>
                  <a:close/>
                  <a:moveTo>
                    <a:pt x="1634779" y="1226067"/>
                  </a:moveTo>
                  <a:lnTo>
                    <a:pt x="1634779" y="1299137"/>
                  </a:lnTo>
                  <a:lnTo>
                    <a:pt x="1732875" y="1299137"/>
                  </a:lnTo>
                  <a:lnTo>
                    <a:pt x="1732875" y="1226067"/>
                  </a:lnTo>
                  <a:close/>
                  <a:moveTo>
                    <a:pt x="1451179" y="1226067"/>
                  </a:moveTo>
                  <a:lnTo>
                    <a:pt x="1451179" y="1299137"/>
                  </a:lnTo>
                  <a:lnTo>
                    <a:pt x="1549275" y="1299137"/>
                  </a:lnTo>
                  <a:lnTo>
                    <a:pt x="1549275" y="1226067"/>
                  </a:lnTo>
                  <a:close/>
                  <a:moveTo>
                    <a:pt x="403424" y="1142989"/>
                  </a:moveTo>
                  <a:cubicBezTo>
                    <a:pt x="373157" y="1142989"/>
                    <a:pt x="348620" y="1167526"/>
                    <a:pt x="348620" y="1197793"/>
                  </a:cubicBezTo>
                  <a:lnTo>
                    <a:pt x="348620" y="2081959"/>
                  </a:lnTo>
                  <a:lnTo>
                    <a:pt x="458227" y="2081959"/>
                  </a:lnTo>
                  <a:cubicBezTo>
                    <a:pt x="458227" y="1787237"/>
                    <a:pt x="458228" y="1492515"/>
                    <a:pt x="458228" y="1197793"/>
                  </a:cubicBezTo>
                  <a:cubicBezTo>
                    <a:pt x="458228" y="1167526"/>
                    <a:pt x="433691" y="1142989"/>
                    <a:pt x="403424" y="1142989"/>
                  </a:cubicBezTo>
                  <a:close/>
                  <a:moveTo>
                    <a:pt x="169200" y="1139285"/>
                  </a:moveTo>
                  <a:cubicBezTo>
                    <a:pt x="138933" y="1139285"/>
                    <a:pt x="114396" y="1163822"/>
                    <a:pt x="114396" y="1194089"/>
                  </a:cubicBezTo>
                  <a:lnTo>
                    <a:pt x="114396" y="2078255"/>
                  </a:lnTo>
                  <a:lnTo>
                    <a:pt x="224003" y="2078255"/>
                  </a:lnTo>
                  <a:cubicBezTo>
                    <a:pt x="224003" y="1783533"/>
                    <a:pt x="224004" y="1488811"/>
                    <a:pt x="224004" y="1194089"/>
                  </a:cubicBezTo>
                  <a:cubicBezTo>
                    <a:pt x="224004" y="1163822"/>
                    <a:pt x="199467" y="1139285"/>
                    <a:pt x="169200" y="1139285"/>
                  </a:cubicBezTo>
                  <a:close/>
                  <a:moveTo>
                    <a:pt x="1818380" y="1074453"/>
                  </a:moveTo>
                  <a:lnTo>
                    <a:pt x="1818380" y="1147523"/>
                  </a:lnTo>
                  <a:lnTo>
                    <a:pt x="1916476" y="1147523"/>
                  </a:lnTo>
                  <a:lnTo>
                    <a:pt x="1916476" y="1074453"/>
                  </a:lnTo>
                  <a:close/>
                  <a:moveTo>
                    <a:pt x="1634779" y="1074453"/>
                  </a:moveTo>
                  <a:lnTo>
                    <a:pt x="1634779" y="1147523"/>
                  </a:lnTo>
                  <a:lnTo>
                    <a:pt x="1732875" y="1147523"/>
                  </a:lnTo>
                  <a:lnTo>
                    <a:pt x="1732875" y="1074453"/>
                  </a:lnTo>
                  <a:close/>
                  <a:moveTo>
                    <a:pt x="1451179" y="1074453"/>
                  </a:moveTo>
                  <a:lnTo>
                    <a:pt x="1451179" y="1147523"/>
                  </a:lnTo>
                  <a:lnTo>
                    <a:pt x="1549275" y="1147523"/>
                  </a:lnTo>
                  <a:lnTo>
                    <a:pt x="1549275" y="1074453"/>
                  </a:lnTo>
                  <a:close/>
                  <a:moveTo>
                    <a:pt x="1254606" y="1074453"/>
                  </a:moveTo>
                  <a:lnTo>
                    <a:pt x="1254606" y="1147523"/>
                  </a:lnTo>
                  <a:lnTo>
                    <a:pt x="1352702" y="1147523"/>
                  </a:lnTo>
                  <a:lnTo>
                    <a:pt x="1352702" y="1074453"/>
                  </a:lnTo>
                  <a:close/>
                  <a:moveTo>
                    <a:pt x="1071005" y="1074453"/>
                  </a:moveTo>
                  <a:lnTo>
                    <a:pt x="1071005" y="1147523"/>
                  </a:lnTo>
                  <a:lnTo>
                    <a:pt x="1169101" y="1147523"/>
                  </a:lnTo>
                  <a:lnTo>
                    <a:pt x="1169101" y="1074453"/>
                  </a:lnTo>
                  <a:close/>
                  <a:moveTo>
                    <a:pt x="887405" y="1074453"/>
                  </a:moveTo>
                  <a:lnTo>
                    <a:pt x="887405" y="1147523"/>
                  </a:lnTo>
                  <a:lnTo>
                    <a:pt x="985501" y="1147523"/>
                  </a:lnTo>
                  <a:lnTo>
                    <a:pt x="985501" y="1074453"/>
                  </a:lnTo>
                  <a:close/>
                  <a:moveTo>
                    <a:pt x="726849" y="1074453"/>
                  </a:moveTo>
                  <a:lnTo>
                    <a:pt x="726849" y="1147523"/>
                  </a:lnTo>
                  <a:lnTo>
                    <a:pt x="824945" y="1147523"/>
                  </a:lnTo>
                  <a:lnTo>
                    <a:pt x="824945" y="1074453"/>
                  </a:lnTo>
                  <a:close/>
                  <a:moveTo>
                    <a:pt x="543248" y="1074453"/>
                  </a:moveTo>
                  <a:lnTo>
                    <a:pt x="543248" y="1147523"/>
                  </a:lnTo>
                  <a:lnTo>
                    <a:pt x="641344" y="1147523"/>
                  </a:lnTo>
                  <a:lnTo>
                    <a:pt x="641344" y="1074453"/>
                  </a:lnTo>
                  <a:close/>
                  <a:moveTo>
                    <a:pt x="3065554" y="331011"/>
                  </a:moveTo>
                  <a:lnTo>
                    <a:pt x="3065554" y="465308"/>
                  </a:lnTo>
                  <a:lnTo>
                    <a:pt x="3086674" y="468502"/>
                  </a:lnTo>
                  <a:cubicBezTo>
                    <a:pt x="3133539" y="483078"/>
                    <a:pt x="3171517" y="517827"/>
                    <a:pt x="3190451" y="562591"/>
                  </a:cubicBezTo>
                  <a:lnTo>
                    <a:pt x="3200815" y="613926"/>
                  </a:lnTo>
                  <a:lnTo>
                    <a:pt x="3203518" y="613926"/>
                  </a:lnTo>
                  <a:lnTo>
                    <a:pt x="3203518" y="627317"/>
                  </a:lnTo>
                  <a:lnTo>
                    <a:pt x="3203519" y="627321"/>
                  </a:lnTo>
                  <a:lnTo>
                    <a:pt x="3203518" y="1063497"/>
                  </a:lnTo>
                  <a:lnTo>
                    <a:pt x="3310645" y="1063497"/>
                  </a:lnTo>
                  <a:lnTo>
                    <a:pt x="3310645" y="627216"/>
                  </a:lnTo>
                  <a:cubicBezTo>
                    <a:pt x="3310645" y="558334"/>
                    <a:pt x="3352525" y="499233"/>
                    <a:pt x="3412211" y="473988"/>
                  </a:cubicBezTo>
                  <a:lnTo>
                    <a:pt x="3465439" y="463242"/>
                  </a:lnTo>
                  <a:lnTo>
                    <a:pt x="3465439" y="331011"/>
                  </a:lnTo>
                  <a:close/>
                  <a:moveTo>
                    <a:pt x="2812855" y="331011"/>
                  </a:moveTo>
                  <a:lnTo>
                    <a:pt x="2812855" y="1063497"/>
                  </a:lnTo>
                  <a:lnTo>
                    <a:pt x="2870927" y="1063497"/>
                  </a:lnTo>
                  <a:lnTo>
                    <a:pt x="2870927" y="627321"/>
                  </a:lnTo>
                  <a:cubicBezTo>
                    <a:pt x="2870927" y="558439"/>
                    <a:pt x="2912807" y="499339"/>
                    <a:pt x="2972493" y="474094"/>
                  </a:cubicBezTo>
                  <a:lnTo>
                    <a:pt x="3023955" y="463704"/>
                  </a:lnTo>
                  <a:lnTo>
                    <a:pt x="3023955" y="331011"/>
                  </a:lnTo>
                  <a:close/>
                  <a:moveTo>
                    <a:pt x="2711332" y="0"/>
                  </a:moveTo>
                  <a:lnTo>
                    <a:pt x="2812855" y="0"/>
                  </a:lnTo>
                  <a:lnTo>
                    <a:pt x="2812855" y="1"/>
                  </a:lnTo>
                  <a:lnTo>
                    <a:pt x="2812855" y="150699"/>
                  </a:lnTo>
                  <a:lnTo>
                    <a:pt x="2812855" y="150703"/>
                  </a:lnTo>
                  <a:lnTo>
                    <a:pt x="2812855" y="185573"/>
                  </a:lnTo>
                  <a:lnTo>
                    <a:pt x="2812855" y="268612"/>
                  </a:lnTo>
                  <a:lnTo>
                    <a:pt x="3465439" y="268612"/>
                  </a:lnTo>
                  <a:lnTo>
                    <a:pt x="3465439" y="268180"/>
                  </a:lnTo>
                  <a:lnTo>
                    <a:pt x="3507038" y="268180"/>
                  </a:lnTo>
                  <a:lnTo>
                    <a:pt x="3507038" y="466997"/>
                  </a:lnTo>
                  <a:lnTo>
                    <a:pt x="3541671" y="473988"/>
                  </a:lnTo>
                  <a:cubicBezTo>
                    <a:pt x="3586436" y="492922"/>
                    <a:pt x="3621184" y="530900"/>
                    <a:pt x="3635761" y="577765"/>
                  </a:cubicBezTo>
                  <a:lnTo>
                    <a:pt x="3641212" y="613821"/>
                  </a:lnTo>
                  <a:lnTo>
                    <a:pt x="3643236" y="613821"/>
                  </a:lnTo>
                  <a:lnTo>
                    <a:pt x="3643236" y="627210"/>
                  </a:lnTo>
                  <a:lnTo>
                    <a:pt x="3643237" y="627216"/>
                  </a:lnTo>
                  <a:lnTo>
                    <a:pt x="3643236" y="1063497"/>
                  </a:lnTo>
                  <a:lnTo>
                    <a:pt x="4190656" y="1063497"/>
                  </a:lnTo>
                  <a:lnTo>
                    <a:pt x="4190656" y="1184656"/>
                  </a:lnTo>
                  <a:lnTo>
                    <a:pt x="4190656" y="1530190"/>
                  </a:lnTo>
                  <a:lnTo>
                    <a:pt x="4190656" y="2078653"/>
                  </a:lnTo>
                  <a:lnTo>
                    <a:pt x="4190656" y="2082019"/>
                  </a:lnTo>
                  <a:lnTo>
                    <a:pt x="2526770" y="2082019"/>
                  </a:lnTo>
                  <a:lnTo>
                    <a:pt x="2526681" y="2082019"/>
                  </a:lnTo>
                  <a:lnTo>
                    <a:pt x="2449297" y="2082019"/>
                  </a:lnTo>
                  <a:lnTo>
                    <a:pt x="2449297" y="1864776"/>
                  </a:lnTo>
                  <a:lnTo>
                    <a:pt x="2354647" y="1864776"/>
                  </a:lnTo>
                  <a:lnTo>
                    <a:pt x="2354647" y="2082019"/>
                  </a:lnTo>
                  <a:lnTo>
                    <a:pt x="2277173" y="2082019"/>
                  </a:lnTo>
                  <a:lnTo>
                    <a:pt x="2277173" y="2082018"/>
                  </a:lnTo>
                  <a:lnTo>
                    <a:pt x="2190902" y="2082018"/>
                  </a:lnTo>
                  <a:lnTo>
                    <a:pt x="2190902" y="1864776"/>
                  </a:lnTo>
                  <a:lnTo>
                    <a:pt x="2096252" y="1864776"/>
                  </a:lnTo>
                  <a:lnTo>
                    <a:pt x="2096252" y="2082018"/>
                  </a:lnTo>
                  <a:lnTo>
                    <a:pt x="2028518" y="2082018"/>
                  </a:lnTo>
                  <a:lnTo>
                    <a:pt x="2028518" y="2083613"/>
                  </a:lnTo>
                  <a:lnTo>
                    <a:pt x="0" y="2083613"/>
                  </a:lnTo>
                  <a:lnTo>
                    <a:pt x="0" y="954650"/>
                  </a:lnTo>
                  <a:lnTo>
                    <a:pt x="525663" y="643073"/>
                  </a:lnTo>
                  <a:lnTo>
                    <a:pt x="525663" y="940002"/>
                  </a:lnTo>
                  <a:lnTo>
                    <a:pt x="1026614" y="643073"/>
                  </a:lnTo>
                  <a:lnTo>
                    <a:pt x="1026614" y="940003"/>
                  </a:lnTo>
                  <a:lnTo>
                    <a:pt x="1527566" y="643073"/>
                  </a:lnTo>
                  <a:lnTo>
                    <a:pt x="1527566" y="940003"/>
                  </a:lnTo>
                  <a:lnTo>
                    <a:pt x="2028518" y="643073"/>
                  </a:lnTo>
                  <a:lnTo>
                    <a:pt x="2028518" y="954650"/>
                  </a:lnTo>
                  <a:lnTo>
                    <a:pt x="2028518" y="957207"/>
                  </a:lnTo>
                  <a:lnTo>
                    <a:pt x="2119418" y="957207"/>
                  </a:lnTo>
                  <a:lnTo>
                    <a:pt x="2119418" y="351653"/>
                  </a:lnTo>
                  <a:lnTo>
                    <a:pt x="2119417" y="351653"/>
                  </a:lnTo>
                  <a:lnTo>
                    <a:pt x="2119417" y="185571"/>
                  </a:lnTo>
                  <a:lnTo>
                    <a:pt x="2265014" y="185571"/>
                  </a:lnTo>
                  <a:lnTo>
                    <a:pt x="2410612" y="185571"/>
                  </a:lnTo>
                  <a:lnTo>
                    <a:pt x="2410613" y="185571"/>
                  </a:lnTo>
                  <a:lnTo>
                    <a:pt x="2410613" y="337527"/>
                  </a:lnTo>
                  <a:lnTo>
                    <a:pt x="2410614" y="337527"/>
                  </a:lnTo>
                  <a:lnTo>
                    <a:pt x="2410614" y="337530"/>
                  </a:lnTo>
                  <a:lnTo>
                    <a:pt x="2410614" y="955499"/>
                  </a:lnTo>
                  <a:lnTo>
                    <a:pt x="2526770" y="955499"/>
                  </a:lnTo>
                  <a:lnTo>
                    <a:pt x="2526770" y="956944"/>
                  </a:lnTo>
                  <a:lnTo>
                    <a:pt x="2526770" y="1063497"/>
                  </a:lnTo>
                  <a:lnTo>
                    <a:pt x="2619542" y="1063497"/>
                  </a:lnTo>
                  <a:lnTo>
                    <a:pt x="2619542" y="185573"/>
                  </a:lnTo>
                  <a:lnTo>
                    <a:pt x="2619542" y="150703"/>
                  </a:lnTo>
                  <a:lnTo>
                    <a:pt x="2619542" y="1"/>
                  </a:lnTo>
                  <a:lnTo>
                    <a:pt x="2711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508B9D-F0E5-4EB4-B724-0EC8E0BE671A}"/>
                </a:ext>
              </a:extLst>
            </p:cNvPr>
            <p:cNvSpPr/>
            <p:nvPr/>
          </p:nvSpPr>
          <p:spPr>
            <a:xfrm>
              <a:off x="6202506" y="1386078"/>
              <a:ext cx="1303698" cy="1355913"/>
            </a:xfrm>
            <a:custGeom>
              <a:avLst/>
              <a:gdLst>
                <a:gd name="connsiteX0" fmla="*/ 91855 w 1303698"/>
                <a:gd name="connsiteY0" fmla="*/ 1312553 h 1355913"/>
                <a:gd name="connsiteX1" fmla="*/ 91855 w 1303698"/>
                <a:gd name="connsiteY1" fmla="*/ 1330841 h 1355913"/>
                <a:gd name="connsiteX2" fmla="*/ 274735 w 1303698"/>
                <a:gd name="connsiteY2" fmla="*/ 1330841 h 1355913"/>
                <a:gd name="connsiteX3" fmla="*/ 274735 w 1303698"/>
                <a:gd name="connsiteY3" fmla="*/ 1312553 h 1355913"/>
                <a:gd name="connsiteX4" fmla="*/ 91855 w 1303698"/>
                <a:gd name="connsiteY4" fmla="*/ 1284733 h 1355913"/>
                <a:gd name="connsiteX5" fmla="*/ 91855 w 1303698"/>
                <a:gd name="connsiteY5" fmla="*/ 1303021 h 1355913"/>
                <a:gd name="connsiteX6" fmla="*/ 274735 w 1303698"/>
                <a:gd name="connsiteY6" fmla="*/ 1303021 h 1355913"/>
                <a:gd name="connsiteX7" fmla="*/ 274735 w 1303698"/>
                <a:gd name="connsiteY7" fmla="*/ 1284733 h 1355913"/>
                <a:gd name="connsiteX8" fmla="*/ 91855 w 1303698"/>
                <a:gd name="connsiteY8" fmla="*/ 1256914 h 1355913"/>
                <a:gd name="connsiteX9" fmla="*/ 91855 w 1303698"/>
                <a:gd name="connsiteY9" fmla="*/ 1275202 h 1355913"/>
                <a:gd name="connsiteX10" fmla="*/ 274735 w 1303698"/>
                <a:gd name="connsiteY10" fmla="*/ 1275202 h 1355913"/>
                <a:gd name="connsiteX11" fmla="*/ 274735 w 1303698"/>
                <a:gd name="connsiteY11" fmla="*/ 1256914 h 1355913"/>
                <a:gd name="connsiteX12" fmla="*/ 91855 w 1303698"/>
                <a:gd name="connsiteY12" fmla="*/ 1229095 h 1355913"/>
                <a:gd name="connsiteX13" fmla="*/ 91855 w 1303698"/>
                <a:gd name="connsiteY13" fmla="*/ 1247383 h 1355913"/>
                <a:gd name="connsiteX14" fmla="*/ 274735 w 1303698"/>
                <a:gd name="connsiteY14" fmla="*/ 1247383 h 1355913"/>
                <a:gd name="connsiteX15" fmla="*/ 274735 w 1303698"/>
                <a:gd name="connsiteY15" fmla="*/ 1229095 h 1355913"/>
                <a:gd name="connsiteX16" fmla="*/ 550507 w 1303698"/>
                <a:gd name="connsiteY16" fmla="*/ 1139433 h 1355913"/>
                <a:gd name="connsiteX17" fmla="*/ 550507 w 1303698"/>
                <a:gd name="connsiteY17" fmla="*/ 1176009 h 1355913"/>
                <a:gd name="connsiteX18" fmla="*/ 596469 w 1303698"/>
                <a:gd name="connsiteY18" fmla="*/ 1176009 h 1355913"/>
                <a:gd name="connsiteX19" fmla="*/ 596469 w 1303698"/>
                <a:gd name="connsiteY19" fmla="*/ 1139433 h 1355913"/>
                <a:gd name="connsiteX20" fmla="*/ 474065 w 1303698"/>
                <a:gd name="connsiteY20" fmla="*/ 1139433 h 1355913"/>
                <a:gd name="connsiteX21" fmla="*/ 474065 w 1303698"/>
                <a:gd name="connsiteY21" fmla="*/ 1176009 h 1355913"/>
                <a:gd name="connsiteX22" fmla="*/ 520027 w 1303698"/>
                <a:gd name="connsiteY22" fmla="*/ 1176009 h 1355913"/>
                <a:gd name="connsiteX23" fmla="*/ 520027 w 1303698"/>
                <a:gd name="connsiteY23" fmla="*/ 1139433 h 1355913"/>
                <a:gd name="connsiteX24" fmla="*/ 397623 w 1303698"/>
                <a:gd name="connsiteY24" fmla="*/ 1139433 h 1355913"/>
                <a:gd name="connsiteX25" fmla="*/ 397623 w 1303698"/>
                <a:gd name="connsiteY25" fmla="*/ 1176009 h 1355913"/>
                <a:gd name="connsiteX26" fmla="*/ 443585 w 1303698"/>
                <a:gd name="connsiteY26" fmla="*/ 1176009 h 1355913"/>
                <a:gd name="connsiteX27" fmla="*/ 443585 w 1303698"/>
                <a:gd name="connsiteY27" fmla="*/ 1139433 h 1355913"/>
                <a:gd name="connsiteX28" fmla="*/ 321181 w 1303698"/>
                <a:gd name="connsiteY28" fmla="*/ 1139433 h 1355913"/>
                <a:gd name="connsiteX29" fmla="*/ 321181 w 1303698"/>
                <a:gd name="connsiteY29" fmla="*/ 1176009 h 1355913"/>
                <a:gd name="connsiteX30" fmla="*/ 367143 w 1303698"/>
                <a:gd name="connsiteY30" fmla="*/ 1176009 h 1355913"/>
                <a:gd name="connsiteX31" fmla="*/ 367143 w 1303698"/>
                <a:gd name="connsiteY31" fmla="*/ 1139433 h 1355913"/>
                <a:gd name="connsiteX32" fmla="*/ 244739 w 1303698"/>
                <a:gd name="connsiteY32" fmla="*/ 1139433 h 1355913"/>
                <a:gd name="connsiteX33" fmla="*/ 244739 w 1303698"/>
                <a:gd name="connsiteY33" fmla="*/ 1176009 h 1355913"/>
                <a:gd name="connsiteX34" fmla="*/ 290701 w 1303698"/>
                <a:gd name="connsiteY34" fmla="*/ 1176009 h 1355913"/>
                <a:gd name="connsiteX35" fmla="*/ 290701 w 1303698"/>
                <a:gd name="connsiteY35" fmla="*/ 1139433 h 1355913"/>
                <a:gd name="connsiteX36" fmla="*/ 168297 w 1303698"/>
                <a:gd name="connsiteY36" fmla="*/ 1139433 h 1355913"/>
                <a:gd name="connsiteX37" fmla="*/ 168297 w 1303698"/>
                <a:gd name="connsiteY37" fmla="*/ 1176009 h 1355913"/>
                <a:gd name="connsiteX38" fmla="*/ 214259 w 1303698"/>
                <a:gd name="connsiteY38" fmla="*/ 1176009 h 1355913"/>
                <a:gd name="connsiteX39" fmla="*/ 214259 w 1303698"/>
                <a:gd name="connsiteY39" fmla="*/ 1139433 h 1355913"/>
                <a:gd name="connsiteX40" fmla="*/ 91855 w 1303698"/>
                <a:gd name="connsiteY40" fmla="*/ 1139433 h 1355913"/>
                <a:gd name="connsiteX41" fmla="*/ 91855 w 1303698"/>
                <a:gd name="connsiteY41" fmla="*/ 1176009 h 1355913"/>
                <a:gd name="connsiteX42" fmla="*/ 137817 w 1303698"/>
                <a:gd name="connsiteY42" fmla="*/ 1176009 h 1355913"/>
                <a:gd name="connsiteX43" fmla="*/ 137817 w 1303698"/>
                <a:gd name="connsiteY43" fmla="*/ 1139433 h 1355913"/>
                <a:gd name="connsiteX44" fmla="*/ 550507 w 1303698"/>
                <a:gd name="connsiteY44" fmla="*/ 1066462 h 1355913"/>
                <a:gd name="connsiteX45" fmla="*/ 550507 w 1303698"/>
                <a:gd name="connsiteY45" fmla="*/ 1103038 h 1355913"/>
                <a:gd name="connsiteX46" fmla="*/ 596469 w 1303698"/>
                <a:gd name="connsiteY46" fmla="*/ 1103038 h 1355913"/>
                <a:gd name="connsiteX47" fmla="*/ 596469 w 1303698"/>
                <a:gd name="connsiteY47" fmla="*/ 1066462 h 1355913"/>
                <a:gd name="connsiteX48" fmla="*/ 474065 w 1303698"/>
                <a:gd name="connsiteY48" fmla="*/ 1066462 h 1355913"/>
                <a:gd name="connsiteX49" fmla="*/ 474065 w 1303698"/>
                <a:gd name="connsiteY49" fmla="*/ 1103038 h 1355913"/>
                <a:gd name="connsiteX50" fmla="*/ 520027 w 1303698"/>
                <a:gd name="connsiteY50" fmla="*/ 1103038 h 1355913"/>
                <a:gd name="connsiteX51" fmla="*/ 520027 w 1303698"/>
                <a:gd name="connsiteY51" fmla="*/ 1066462 h 1355913"/>
                <a:gd name="connsiteX52" fmla="*/ 397623 w 1303698"/>
                <a:gd name="connsiteY52" fmla="*/ 1066462 h 1355913"/>
                <a:gd name="connsiteX53" fmla="*/ 397623 w 1303698"/>
                <a:gd name="connsiteY53" fmla="*/ 1103038 h 1355913"/>
                <a:gd name="connsiteX54" fmla="*/ 443585 w 1303698"/>
                <a:gd name="connsiteY54" fmla="*/ 1103038 h 1355913"/>
                <a:gd name="connsiteX55" fmla="*/ 443585 w 1303698"/>
                <a:gd name="connsiteY55" fmla="*/ 1066462 h 1355913"/>
                <a:gd name="connsiteX56" fmla="*/ 321181 w 1303698"/>
                <a:gd name="connsiteY56" fmla="*/ 1066462 h 1355913"/>
                <a:gd name="connsiteX57" fmla="*/ 321181 w 1303698"/>
                <a:gd name="connsiteY57" fmla="*/ 1103038 h 1355913"/>
                <a:gd name="connsiteX58" fmla="*/ 367143 w 1303698"/>
                <a:gd name="connsiteY58" fmla="*/ 1103038 h 1355913"/>
                <a:gd name="connsiteX59" fmla="*/ 367143 w 1303698"/>
                <a:gd name="connsiteY59" fmla="*/ 1066462 h 1355913"/>
                <a:gd name="connsiteX60" fmla="*/ 244739 w 1303698"/>
                <a:gd name="connsiteY60" fmla="*/ 1066462 h 1355913"/>
                <a:gd name="connsiteX61" fmla="*/ 244739 w 1303698"/>
                <a:gd name="connsiteY61" fmla="*/ 1103038 h 1355913"/>
                <a:gd name="connsiteX62" fmla="*/ 290701 w 1303698"/>
                <a:gd name="connsiteY62" fmla="*/ 1103038 h 1355913"/>
                <a:gd name="connsiteX63" fmla="*/ 290701 w 1303698"/>
                <a:gd name="connsiteY63" fmla="*/ 1066462 h 1355913"/>
                <a:gd name="connsiteX64" fmla="*/ 168297 w 1303698"/>
                <a:gd name="connsiteY64" fmla="*/ 1066462 h 1355913"/>
                <a:gd name="connsiteX65" fmla="*/ 168297 w 1303698"/>
                <a:gd name="connsiteY65" fmla="*/ 1103038 h 1355913"/>
                <a:gd name="connsiteX66" fmla="*/ 214259 w 1303698"/>
                <a:gd name="connsiteY66" fmla="*/ 1103038 h 1355913"/>
                <a:gd name="connsiteX67" fmla="*/ 214259 w 1303698"/>
                <a:gd name="connsiteY67" fmla="*/ 1066462 h 1355913"/>
                <a:gd name="connsiteX68" fmla="*/ 91855 w 1303698"/>
                <a:gd name="connsiteY68" fmla="*/ 1066462 h 1355913"/>
                <a:gd name="connsiteX69" fmla="*/ 91855 w 1303698"/>
                <a:gd name="connsiteY69" fmla="*/ 1103038 h 1355913"/>
                <a:gd name="connsiteX70" fmla="*/ 137817 w 1303698"/>
                <a:gd name="connsiteY70" fmla="*/ 1103038 h 1355913"/>
                <a:gd name="connsiteX71" fmla="*/ 137817 w 1303698"/>
                <a:gd name="connsiteY71" fmla="*/ 1066462 h 1355913"/>
                <a:gd name="connsiteX72" fmla="*/ 406719 w 1303698"/>
                <a:gd name="connsiteY72" fmla="*/ 768369 h 1355913"/>
                <a:gd name="connsiteX73" fmla="*/ 392429 w 1303698"/>
                <a:gd name="connsiteY73" fmla="*/ 781560 h 1355913"/>
                <a:gd name="connsiteX74" fmla="*/ 391879 w 1303698"/>
                <a:gd name="connsiteY74" fmla="*/ 942049 h 1355913"/>
                <a:gd name="connsiteX75" fmla="*/ 405620 w 1303698"/>
                <a:gd name="connsiteY75" fmla="*/ 956339 h 1355913"/>
                <a:gd name="connsiteX76" fmla="*/ 419360 w 1303698"/>
                <a:gd name="connsiteY76" fmla="*/ 942049 h 1355913"/>
                <a:gd name="connsiteX77" fmla="*/ 419360 w 1303698"/>
                <a:gd name="connsiteY77" fmla="*/ 863453 h 1355913"/>
                <a:gd name="connsiteX78" fmla="*/ 419360 w 1303698"/>
                <a:gd name="connsiteY78" fmla="*/ 782110 h 1355913"/>
                <a:gd name="connsiteX79" fmla="*/ 406719 w 1303698"/>
                <a:gd name="connsiteY79" fmla="*/ 768369 h 1355913"/>
                <a:gd name="connsiteX80" fmla="*/ 555116 w 1303698"/>
                <a:gd name="connsiteY80" fmla="*/ 723300 h 1355913"/>
                <a:gd name="connsiteX81" fmla="*/ 544674 w 1303698"/>
                <a:gd name="connsiteY81" fmla="*/ 734842 h 1355913"/>
                <a:gd name="connsiteX82" fmla="*/ 545223 w 1303698"/>
                <a:gd name="connsiteY82" fmla="*/ 944797 h 1355913"/>
                <a:gd name="connsiteX83" fmla="*/ 556765 w 1303698"/>
                <a:gd name="connsiteY83" fmla="*/ 956339 h 1355913"/>
                <a:gd name="connsiteX84" fmla="*/ 600185 w 1303698"/>
                <a:gd name="connsiteY84" fmla="*/ 956339 h 1355913"/>
                <a:gd name="connsiteX85" fmla="*/ 615025 w 1303698"/>
                <a:gd name="connsiteY85" fmla="*/ 941499 h 1355913"/>
                <a:gd name="connsiteX86" fmla="*/ 615025 w 1303698"/>
                <a:gd name="connsiteY86" fmla="*/ 866751 h 1355913"/>
                <a:gd name="connsiteX87" fmla="*/ 621071 w 1303698"/>
                <a:gd name="connsiteY87" fmla="*/ 853010 h 1355913"/>
                <a:gd name="connsiteX88" fmla="*/ 637559 w 1303698"/>
                <a:gd name="connsiteY88" fmla="*/ 827728 h 1355913"/>
                <a:gd name="connsiteX89" fmla="*/ 625468 w 1303698"/>
                <a:gd name="connsiteY89" fmla="*/ 816735 h 1355913"/>
                <a:gd name="connsiteX90" fmla="*/ 585895 w 1303698"/>
                <a:gd name="connsiteY90" fmla="*/ 816735 h 1355913"/>
                <a:gd name="connsiteX91" fmla="*/ 567208 w 1303698"/>
                <a:gd name="connsiteY91" fmla="*/ 798598 h 1355913"/>
                <a:gd name="connsiteX92" fmla="*/ 567208 w 1303698"/>
                <a:gd name="connsiteY92" fmla="*/ 767819 h 1355913"/>
                <a:gd name="connsiteX93" fmla="*/ 566659 w 1303698"/>
                <a:gd name="connsiteY93" fmla="*/ 767819 h 1355913"/>
                <a:gd name="connsiteX94" fmla="*/ 566659 w 1303698"/>
                <a:gd name="connsiteY94" fmla="*/ 735392 h 1355913"/>
                <a:gd name="connsiteX95" fmla="*/ 555116 w 1303698"/>
                <a:gd name="connsiteY95" fmla="*/ 723300 h 1355913"/>
                <a:gd name="connsiteX96" fmla="*/ 509498 w 1303698"/>
                <a:gd name="connsiteY96" fmla="*/ 565559 h 1355913"/>
                <a:gd name="connsiteX97" fmla="*/ 495208 w 1303698"/>
                <a:gd name="connsiteY97" fmla="*/ 572704 h 1355913"/>
                <a:gd name="connsiteX98" fmla="*/ 502353 w 1303698"/>
                <a:gd name="connsiteY98" fmla="*/ 601284 h 1355913"/>
                <a:gd name="connsiteX99" fmla="*/ 545223 w 1303698"/>
                <a:gd name="connsiteY99" fmla="*/ 674384 h 1355913"/>
                <a:gd name="connsiteX100" fmla="*/ 571605 w 1303698"/>
                <a:gd name="connsiteY100" fmla="*/ 702964 h 1355913"/>
                <a:gd name="connsiteX101" fmla="*/ 578750 w 1303698"/>
                <a:gd name="connsiteY101" fmla="*/ 703514 h 1355913"/>
                <a:gd name="connsiteX102" fmla="*/ 588643 w 1303698"/>
                <a:gd name="connsiteY102" fmla="*/ 715056 h 1355913"/>
                <a:gd name="connsiteX103" fmla="*/ 588093 w 1303698"/>
                <a:gd name="connsiteY103" fmla="*/ 767270 h 1355913"/>
                <a:gd name="connsiteX104" fmla="*/ 613376 w 1303698"/>
                <a:gd name="connsiteY104" fmla="*/ 794751 h 1355913"/>
                <a:gd name="connsiteX105" fmla="*/ 617773 w 1303698"/>
                <a:gd name="connsiteY105" fmla="*/ 795300 h 1355913"/>
                <a:gd name="connsiteX106" fmla="*/ 637559 w 1303698"/>
                <a:gd name="connsiteY106" fmla="*/ 783758 h 1355913"/>
                <a:gd name="connsiteX107" fmla="*/ 620521 w 1303698"/>
                <a:gd name="connsiteY107" fmla="*/ 754629 h 1355913"/>
                <a:gd name="connsiteX108" fmla="*/ 597987 w 1303698"/>
                <a:gd name="connsiteY108" fmla="*/ 731545 h 1355913"/>
                <a:gd name="connsiteX109" fmla="*/ 597987 w 1303698"/>
                <a:gd name="connsiteY109" fmla="*/ 656796 h 1355913"/>
                <a:gd name="connsiteX110" fmla="*/ 597437 w 1303698"/>
                <a:gd name="connsiteY110" fmla="*/ 656796 h 1355913"/>
                <a:gd name="connsiteX111" fmla="*/ 597437 w 1303698"/>
                <a:gd name="connsiteY111" fmla="*/ 580949 h 1355913"/>
                <a:gd name="connsiteX112" fmla="*/ 582597 w 1303698"/>
                <a:gd name="connsiteY112" fmla="*/ 565559 h 1355913"/>
                <a:gd name="connsiteX113" fmla="*/ 509498 w 1303698"/>
                <a:gd name="connsiteY113" fmla="*/ 565559 h 1355913"/>
                <a:gd name="connsiteX114" fmla="*/ 1099240 w 1303698"/>
                <a:gd name="connsiteY114" fmla="*/ 0 h 1355913"/>
                <a:gd name="connsiteX115" fmla="*/ 1179484 w 1303698"/>
                <a:gd name="connsiteY115" fmla="*/ 0 h 1355913"/>
                <a:gd name="connsiteX116" fmla="*/ 1216309 w 1303698"/>
                <a:gd name="connsiteY116" fmla="*/ 756827 h 1355913"/>
                <a:gd name="connsiteX117" fmla="*/ 1303698 w 1303698"/>
                <a:gd name="connsiteY117" fmla="*/ 758476 h 1355913"/>
                <a:gd name="connsiteX118" fmla="*/ 1301500 w 1303698"/>
                <a:gd name="connsiteY118" fmla="*/ 1355913 h 1355913"/>
                <a:gd name="connsiteX119" fmla="*/ 0 w 1303698"/>
                <a:gd name="connsiteY119" fmla="*/ 1355913 h 1355913"/>
                <a:gd name="connsiteX120" fmla="*/ 2199 w 1303698"/>
                <a:gd name="connsiteY120" fmla="*/ 951942 h 1355913"/>
                <a:gd name="connsiteX121" fmla="*/ 149497 w 1303698"/>
                <a:gd name="connsiteY121" fmla="*/ 867850 h 1355913"/>
                <a:gd name="connsiteX122" fmla="*/ 190719 w 1303698"/>
                <a:gd name="connsiteY122" fmla="*/ 943698 h 1355913"/>
                <a:gd name="connsiteX123" fmla="*/ 325925 w 1303698"/>
                <a:gd name="connsiteY123" fmla="*/ 867300 h 1355913"/>
                <a:gd name="connsiteX124" fmla="*/ 364398 w 1303698"/>
                <a:gd name="connsiteY124" fmla="*/ 938751 h 1355913"/>
                <a:gd name="connsiteX125" fmla="*/ 366047 w 1303698"/>
                <a:gd name="connsiteY125" fmla="*/ 767270 h 1355913"/>
                <a:gd name="connsiteX126" fmla="*/ 391879 w 1303698"/>
                <a:gd name="connsiteY126" fmla="*/ 741987 h 1355913"/>
                <a:gd name="connsiteX127" fmla="*/ 419910 w 1303698"/>
                <a:gd name="connsiteY127" fmla="*/ 714506 h 1355913"/>
                <a:gd name="connsiteX128" fmla="*/ 419910 w 1303698"/>
                <a:gd name="connsiteY128" fmla="*/ 661193 h 1355913"/>
                <a:gd name="connsiteX129" fmla="*/ 454536 w 1303698"/>
                <a:gd name="connsiteY129" fmla="*/ 606231 h 1355913"/>
                <a:gd name="connsiteX130" fmla="*/ 467727 w 1303698"/>
                <a:gd name="connsiteY130" fmla="*/ 584796 h 1355913"/>
                <a:gd name="connsiteX131" fmla="*/ 467177 w 1303698"/>
                <a:gd name="connsiteY131" fmla="*/ 555116 h 1355913"/>
                <a:gd name="connsiteX132" fmla="*/ 482017 w 1303698"/>
                <a:gd name="connsiteY132" fmla="*/ 539178 h 1355913"/>
                <a:gd name="connsiteX133" fmla="*/ 607330 w 1303698"/>
                <a:gd name="connsiteY133" fmla="*/ 539178 h 1355913"/>
                <a:gd name="connsiteX134" fmla="*/ 624368 w 1303698"/>
                <a:gd name="connsiteY134" fmla="*/ 558414 h 1355913"/>
                <a:gd name="connsiteX135" fmla="*/ 624368 w 1303698"/>
                <a:gd name="connsiteY135" fmla="*/ 673834 h 1355913"/>
                <a:gd name="connsiteX136" fmla="*/ 626017 w 1303698"/>
                <a:gd name="connsiteY136" fmla="*/ 717254 h 1355913"/>
                <a:gd name="connsiteX137" fmla="*/ 632063 w 1303698"/>
                <a:gd name="connsiteY137" fmla="*/ 726598 h 1355913"/>
                <a:gd name="connsiteX138" fmla="*/ 637010 w 1303698"/>
                <a:gd name="connsiteY138" fmla="*/ 717804 h 1355913"/>
                <a:gd name="connsiteX139" fmla="*/ 637010 w 1303698"/>
                <a:gd name="connsiteY139" fmla="*/ 690873 h 1355913"/>
                <a:gd name="connsiteX140" fmla="*/ 653498 w 1303698"/>
                <a:gd name="connsiteY140" fmla="*/ 674384 h 1355913"/>
                <a:gd name="connsiteX141" fmla="*/ 671086 w 1303698"/>
                <a:gd name="connsiteY141" fmla="*/ 658445 h 1355913"/>
                <a:gd name="connsiteX142" fmla="*/ 695819 w 1303698"/>
                <a:gd name="connsiteY142" fmla="*/ 611727 h 1355913"/>
                <a:gd name="connsiteX143" fmla="*/ 715056 w 1303698"/>
                <a:gd name="connsiteY143" fmla="*/ 594140 h 1355913"/>
                <a:gd name="connsiteX144" fmla="*/ 753529 w 1303698"/>
                <a:gd name="connsiteY144" fmla="*/ 597987 h 1355913"/>
                <a:gd name="connsiteX145" fmla="*/ 762323 w 1303698"/>
                <a:gd name="connsiteY145" fmla="*/ 606231 h 1355913"/>
                <a:gd name="connsiteX146" fmla="*/ 795850 w 1303698"/>
                <a:gd name="connsiteY146" fmla="*/ 665590 h 1355913"/>
                <a:gd name="connsiteX147" fmla="*/ 795850 w 1303698"/>
                <a:gd name="connsiteY147" fmla="*/ 765071 h 1355913"/>
                <a:gd name="connsiteX148" fmla="*/ 862903 w 1303698"/>
                <a:gd name="connsiteY148" fmla="*/ 761773 h 1355913"/>
                <a:gd name="connsiteX149" fmla="*/ 898079 w 1303698"/>
                <a:gd name="connsiteY149" fmla="*/ 155543 h 1355913"/>
                <a:gd name="connsiteX150" fmla="*/ 979973 w 1303698"/>
                <a:gd name="connsiteY150" fmla="*/ 155543 h 1355913"/>
                <a:gd name="connsiteX151" fmla="*/ 1016797 w 1303698"/>
                <a:gd name="connsiteY151" fmla="*/ 759026 h 1355913"/>
                <a:gd name="connsiteX152" fmla="*/ 1063515 w 1303698"/>
                <a:gd name="connsiteY152" fmla="*/ 757376 h 135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303698" h="1355913">
                  <a:moveTo>
                    <a:pt x="91855" y="1312553"/>
                  </a:moveTo>
                  <a:lnTo>
                    <a:pt x="91855" y="1330841"/>
                  </a:lnTo>
                  <a:lnTo>
                    <a:pt x="274735" y="1330841"/>
                  </a:lnTo>
                  <a:lnTo>
                    <a:pt x="274735" y="1312553"/>
                  </a:lnTo>
                  <a:close/>
                  <a:moveTo>
                    <a:pt x="91855" y="1284733"/>
                  </a:moveTo>
                  <a:lnTo>
                    <a:pt x="91855" y="1303021"/>
                  </a:lnTo>
                  <a:lnTo>
                    <a:pt x="274735" y="1303021"/>
                  </a:lnTo>
                  <a:lnTo>
                    <a:pt x="274735" y="1284733"/>
                  </a:lnTo>
                  <a:close/>
                  <a:moveTo>
                    <a:pt x="91855" y="1256914"/>
                  </a:moveTo>
                  <a:lnTo>
                    <a:pt x="91855" y="1275202"/>
                  </a:lnTo>
                  <a:lnTo>
                    <a:pt x="274735" y="1275202"/>
                  </a:lnTo>
                  <a:lnTo>
                    <a:pt x="274735" y="1256914"/>
                  </a:lnTo>
                  <a:close/>
                  <a:moveTo>
                    <a:pt x="91855" y="1229095"/>
                  </a:moveTo>
                  <a:lnTo>
                    <a:pt x="91855" y="1247383"/>
                  </a:lnTo>
                  <a:lnTo>
                    <a:pt x="274735" y="1247383"/>
                  </a:lnTo>
                  <a:lnTo>
                    <a:pt x="274735" y="1229095"/>
                  </a:lnTo>
                  <a:close/>
                  <a:moveTo>
                    <a:pt x="550507" y="1139433"/>
                  </a:moveTo>
                  <a:lnTo>
                    <a:pt x="550507" y="1176009"/>
                  </a:lnTo>
                  <a:lnTo>
                    <a:pt x="596469" y="1176009"/>
                  </a:lnTo>
                  <a:lnTo>
                    <a:pt x="596469" y="1139433"/>
                  </a:lnTo>
                  <a:close/>
                  <a:moveTo>
                    <a:pt x="474065" y="1139433"/>
                  </a:moveTo>
                  <a:lnTo>
                    <a:pt x="474065" y="1176009"/>
                  </a:lnTo>
                  <a:lnTo>
                    <a:pt x="520027" y="1176009"/>
                  </a:lnTo>
                  <a:lnTo>
                    <a:pt x="520027" y="1139433"/>
                  </a:lnTo>
                  <a:close/>
                  <a:moveTo>
                    <a:pt x="397623" y="1139433"/>
                  </a:moveTo>
                  <a:lnTo>
                    <a:pt x="397623" y="1176009"/>
                  </a:lnTo>
                  <a:lnTo>
                    <a:pt x="443585" y="1176009"/>
                  </a:lnTo>
                  <a:lnTo>
                    <a:pt x="443585" y="1139433"/>
                  </a:lnTo>
                  <a:close/>
                  <a:moveTo>
                    <a:pt x="321181" y="1139433"/>
                  </a:moveTo>
                  <a:lnTo>
                    <a:pt x="321181" y="1176009"/>
                  </a:lnTo>
                  <a:lnTo>
                    <a:pt x="367143" y="1176009"/>
                  </a:lnTo>
                  <a:lnTo>
                    <a:pt x="367143" y="1139433"/>
                  </a:lnTo>
                  <a:close/>
                  <a:moveTo>
                    <a:pt x="244739" y="1139433"/>
                  </a:moveTo>
                  <a:lnTo>
                    <a:pt x="244739" y="1176009"/>
                  </a:lnTo>
                  <a:lnTo>
                    <a:pt x="290701" y="1176009"/>
                  </a:lnTo>
                  <a:lnTo>
                    <a:pt x="290701" y="1139433"/>
                  </a:lnTo>
                  <a:close/>
                  <a:moveTo>
                    <a:pt x="168297" y="1139433"/>
                  </a:moveTo>
                  <a:lnTo>
                    <a:pt x="168297" y="1176009"/>
                  </a:lnTo>
                  <a:lnTo>
                    <a:pt x="214259" y="1176009"/>
                  </a:lnTo>
                  <a:lnTo>
                    <a:pt x="214259" y="1139433"/>
                  </a:lnTo>
                  <a:close/>
                  <a:moveTo>
                    <a:pt x="91855" y="1139433"/>
                  </a:moveTo>
                  <a:lnTo>
                    <a:pt x="91855" y="1176009"/>
                  </a:lnTo>
                  <a:lnTo>
                    <a:pt x="137817" y="1176009"/>
                  </a:lnTo>
                  <a:lnTo>
                    <a:pt x="137817" y="1139433"/>
                  </a:lnTo>
                  <a:close/>
                  <a:moveTo>
                    <a:pt x="550507" y="1066462"/>
                  </a:moveTo>
                  <a:lnTo>
                    <a:pt x="550507" y="1103038"/>
                  </a:lnTo>
                  <a:lnTo>
                    <a:pt x="596469" y="1103038"/>
                  </a:lnTo>
                  <a:lnTo>
                    <a:pt x="596469" y="1066462"/>
                  </a:lnTo>
                  <a:close/>
                  <a:moveTo>
                    <a:pt x="474065" y="1066462"/>
                  </a:moveTo>
                  <a:lnTo>
                    <a:pt x="474065" y="1103038"/>
                  </a:lnTo>
                  <a:lnTo>
                    <a:pt x="520027" y="1103038"/>
                  </a:lnTo>
                  <a:lnTo>
                    <a:pt x="520027" y="1066462"/>
                  </a:lnTo>
                  <a:close/>
                  <a:moveTo>
                    <a:pt x="397623" y="1066462"/>
                  </a:moveTo>
                  <a:lnTo>
                    <a:pt x="397623" y="1103038"/>
                  </a:lnTo>
                  <a:lnTo>
                    <a:pt x="443585" y="1103038"/>
                  </a:lnTo>
                  <a:lnTo>
                    <a:pt x="443585" y="1066462"/>
                  </a:lnTo>
                  <a:close/>
                  <a:moveTo>
                    <a:pt x="321181" y="1066462"/>
                  </a:moveTo>
                  <a:lnTo>
                    <a:pt x="321181" y="1103038"/>
                  </a:lnTo>
                  <a:lnTo>
                    <a:pt x="367143" y="1103038"/>
                  </a:lnTo>
                  <a:lnTo>
                    <a:pt x="367143" y="1066462"/>
                  </a:lnTo>
                  <a:close/>
                  <a:moveTo>
                    <a:pt x="244739" y="1066462"/>
                  </a:moveTo>
                  <a:lnTo>
                    <a:pt x="244739" y="1103038"/>
                  </a:lnTo>
                  <a:lnTo>
                    <a:pt x="290701" y="1103038"/>
                  </a:lnTo>
                  <a:lnTo>
                    <a:pt x="290701" y="1066462"/>
                  </a:lnTo>
                  <a:close/>
                  <a:moveTo>
                    <a:pt x="168297" y="1066462"/>
                  </a:moveTo>
                  <a:lnTo>
                    <a:pt x="168297" y="1103038"/>
                  </a:lnTo>
                  <a:lnTo>
                    <a:pt x="214259" y="1103038"/>
                  </a:lnTo>
                  <a:lnTo>
                    <a:pt x="214259" y="1066462"/>
                  </a:lnTo>
                  <a:close/>
                  <a:moveTo>
                    <a:pt x="91855" y="1066462"/>
                  </a:moveTo>
                  <a:lnTo>
                    <a:pt x="91855" y="1103038"/>
                  </a:lnTo>
                  <a:lnTo>
                    <a:pt x="137817" y="1103038"/>
                  </a:lnTo>
                  <a:lnTo>
                    <a:pt x="137817" y="1066462"/>
                  </a:lnTo>
                  <a:close/>
                  <a:moveTo>
                    <a:pt x="406719" y="768369"/>
                  </a:moveTo>
                  <a:cubicBezTo>
                    <a:pt x="397376" y="768369"/>
                    <a:pt x="392429" y="770567"/>
                    <a:pt x="392429" y="781560"/>
                  </a:cubicBezTo>
                  <a:cubicBezTo>
                    <a:pt x="392979" y="834873"/>
                    <a:pt x="392979" y="888736"/>
                    <a:pt x="391879" y="942049"/>
                  </a:cubicBezTo>
                  <a:cubicBezTo>
                    <a:pt x="391879" y="951942"/>
                    <a:pt x="395177" y="956339"/>
                    <a:pt x="405620" y="956339"/>
                  </a:cubicBezTo>
                  <a:cubicBezTo>
                    <a:pt x="416063" y="956339"/>
                    <a:pt x="419360" y="952492"/>
                    <a:pt x="419360" y="942049"/>
                  </a:cubicBezTo>
                  <a:cubicBezTo>
                    <a:pt x="418811" y="915667"/>
                    <a:pt x="419360" y="889835"/>
                    <a:pt x="419360" y="863453"/>
                  </a:cubicBezTo>
                  <a:cubicBezTo>
                    <a:pt x="419360" y="836522"/>
                    <a:pt x="418811" y="809041"/>
                    <a:pt x="419360" y="782110"/>
                  </a:cubicBezTo>
                  <a:cubicBezTo>
                    <a:pt x="419360" y="772766"/>
                    <a:pt x="417162" y="768369"/>
                    <a:pt x="406719" y="768369"/>
                  </a:cubicBezTo>
                  <a:close/>
                  <a:moveTo>
                    <a:pt x="555116" y="723300"/>
                  </a:moveTo>
                  <a:cubicBezTo>
                    <a:pt x="546872" y="723300"/>
                    <a:pt x="544674" y="727697"/>
                    <a:pt x="544674" y="734842"/>
                  </a:cubicBezTo>
                  <a:cubicBezTo>
                    <a:pt x="544674" y="804644"/>
                    <a:pt x="544674" y="874446"/>
                    <a:pt x="545223" y="944797"/>
                  </a:cubicBezTo>
                  <a:cubicBezTo>
                    <a:pt x="544674" y="953041"/>
                    <a:pt x="548521" y="956339"/>
                    <a:pt x="556765" y="956339"/>
                  </a:cubicBezTo>
                  <a:cubicBezTo>
                    <a:pt x="571056" y="955789"/>
                    <a:pt x="585895" y="955789"/>
                    <a:pt x="600185" y="956339"/>
                  </a:cubicBezTo>
                  <a:cubicBezTo>
                    <a:pt x="611177" y="956889"/>
                    <a:pt x="615025" y="952492"/>
                    <a:pt x="615025" y="941499"/>
                  </a:cubicBezTo>
                  <a:cubicBezTo>
                    <a:pt x="614475" y="916217"/>
                    <a:pt x="615025" y="891484"/>
                    <a:pt x="615025" y="866751"/>
                  </a:cubicBezTo>
                  <a:cubicBezTo>
                    <a:pt x="615025" y="861255"/>
                    <a:pt x="613926" y="853010"/>
                    <a:pt x="621071" y="853010"/>
                  </a:cubicBezTo>
                  <a:cubicBezTo>
                    <a:pt x="640857" y="853010"/>
                    <a:pt x="637010" y="839270"/>
                    <a:pt x="637559" y="827728"/>
                  </a:cubicBezTo>
                  <a:cubicBezTo>
                    <a:pt x="637559" y="818934"/>
                    <a:pt x="633712" y="816735"/>
                    <a:pt x="625468" y="816735"/>
                  </a:cubicBezTo>
                  <a:cubicBezTo>
                    <a:pt x="612277" y="816735"/>
                    <a:pt x="599086" y="816186"/>
                    <a:pt x="585895" y="816735"/>
                  </a:cubicBezTo>
                  <a:cubicBezTo>
                    <a:pt x="572704" y="817285"/>
                    <a:pt x="567208" y="811239"/>
                    <a:pt x="567208" y="798598"/>
                  </a:cubicBezTo>
                  <a:cubicBezTo>
                    <a:pt x="567208" y="788705"/>
                    <a:pt x="567208" y="778262"/>
                    <a:pt x="567208" y="767819"/>
                  </a:cubicBezTo>
                  <a:cubicBezTo>
                    <a:pt x="566659" y="767819"/>
                    <a:pt x="566659" y="767819"/>
                    <a:pt x="566659" y="767819"/>
                  </a:cubicBezTo>
                  <a:cubicBezTo>
                    <a:pt x="566659" y="756827"/>
                    <a:pt x="566659" y="746384"/>
                    <a:pt x="566659" y="735392"/>
                  </a:cubicBezTo>
                  <a:cubicBezTo>
                    <a:pt x="566659" y="727148"/>
                    <a:pt x="563910" y="723300"/>
                    <a:pt x="555116" y="723300"/>
                  </a:cubicBezTo>
                  <a:close/>
                  <a:moveTo>
                    <a:pt x="509498" y="565559"/>
                  </a:moveTo>
                  <a:cubicBezTo>
                    <a:pt x="503452" y="565559"/>
                    <a:pt x="495208" y="563910"/>
                    <a:pt x="495208" y="572704"/>
                  </a:cubicBezTo>
                  <a:cubicBezTo>
                    <a:pt x="495208" y="582597"/>
                    <a:pt x="488063" y="595239"/>
                    <a:pt x="502353" y="601284"/>
                  </a:cubicBezTo>
                  <a:cubicBezTo>
                    <a:pt x="534781" y="615025"/>
                    <a:pt x="546322" y="640857"/>
                    <a:pt x="545223" y="674384"/>
                  </a:cubicBezTo>
                  <a:cubicBezTo>
                    <a:pt x="544674" y="705712"/>
                    <a:pt x="543025" y="702964"/>
                    <a:pt x="571605" y="702964"/>
                  </a:cubicBezTo>
                  <a:cubicBezTo>
                    <a:pt x="574353" y="702964"/>
                    <a:pt x="576552" y="702964"/>
                    <a:pt x="578750" y="703514"/>
                  </a:cubicBezTo>
                  <a:cubicBezTo>
                    <a:pt x="584796" y="704613"/>
                    <a:pt x="589193" y="706262"/>
                    <a:pt x="588643" y="715056"/>
                  </a:cubicBezTo>
                  <a:cubicBezTo>
                    <a:pt x="586994" y="732644"/>
                    <a:pt x="588093" y="749682"/>
                    <a:pt x="588093" y="767270"/>
                  </a:cubicBezTo>
                  <a:cubicBezTo>
                    <a:pt x="588093" y="793651"/>
                    <a:pt x="588093" y="793651"/>
                    <a:pt x="613376" y="794751"/>
                  </a:cubicBezTo>
                  <a:cubicBezTo>
                    <a:pt x="615025" y="794751"/>
                    <a:pt x="616124" y="795300"/>
                    <a:pt x="617773" y="795300"/>
                  </a:cubicBezTo>
                  <a:cubicBezTo>
                    <a:pt x="627117" y="795850"/>
                    <a:pt x="637010" y="799148"/>
                    <a:pt x="637559" y="783758"/>
                  </a:cubicBezTo>
                  <a:cubicBezTo>
                    <a:pt x="638658" y="756827"/>
                    <a:pt x="638658" y="755178"/>
                    <a:pt x="620521" y="754629"/>
                  </a:cubicBezTo>
                  <a:cubicBezTo>
                    <a:pt x="602384" y="753529"/>
                    <a:pt x="597987" y="749682"/>
                    <a:pt x="597987" y="731545"/>
                  </a:cubicBezTo>
                  <a:cubicBezTo>
                    <a:pt x="597987" y="706262"/>
                    <a:pt x="597987" y="681529"/>
                    <a:pt x="597987" y="656796"/>
                  </a:cubicBezTo>
                  <a:cubicBezTo>
                    <a:pt x="597437" y="656796"/>
                    <a:pt x="597437" y="656796"/>
                    <a:pt x="597437" y="656796"/>
                  </a:cubicBezTo>
                  <a:cubicBezTo>
                    <a:pt x="597437" y="631514"/>
                    <a:pt x="596887" y="606231"/>
                    <a:pt x="597437" y="580949"/>
                  </a:cubicBezTo>
                  <a:cubicBezTo>
                    <a:pt x="597987" y="569956"/>
                    <a:pt x="594689" y="565009"/>
                    <a:pt x="582597" y="565559"/>
                  </a:cubicBezTo>
                  <a:cubicBezTo>
                    <a:pt x="558414" y="566109"/>
                    <a:pt x="533681" y="565559"/>
                    <a:pt x="509498" y="565559"/>
                  </a:cubicBezTo>
                  <a:close/>
                  <a:moveTo>
                    <a:pt x="1099240" y="0"/>
                  </a:moveTo>
                  <a:lnTo>
                    <a:pt x="1179484" y="0"/>
                  </a:lnTo>
                  <a:lnTo>
                    <a:pt x="1216309" y="756827"/>
                  </a:lnTo>
                  <a:lnTo>
                    <a:pt x="1303698" y="758476"/>
                  </a:lnTo>
                  <a:lnTo>
                    <a:pt x="1301500" y="1355913"/>
                  </a:lnTo>
                  <a:lnTo>
                    <a:pt x="0" y="1355913"/>
                  </a:lnTo>
                  <a:lnTo>
                    <a:pt x="2199" y="951942"/>
                  </a:lnTo>
                  <a:lnTo>
                    <a:pt x="149497" y="867850"/>
                  </a:lnTo>
                  <a:lnTo>
                    <a:pt x="190719" y="943698"/>
                  </a:lnTo>
                  <a:lnTo>
                    <a:pt x="325925" y="867300"/>
                  </a:lnTo>
                  <a:lnTo>
                    <a:pt x="364398" y="938751"/>
                  </a:lnTo>
                  <a:cubicBezTo>
                    <a:pt x="364398" y="881591"/>
                    <a:pt x="365498" y="824430"/>
                    <a:pt x="366047" y="767270"/>
                  </a:cubicBezTo>
                  <a:cubicBezTo>
                    <a:pt x="366047" y="743636"/>
                    <a:pt x="367696" y="741987"/>
                    <a:pt x="391879" y="741987"/>
                  </a:cubicBezTo>
                  <a:cubicBezTo>
                    <a:pt x="423208" y="741987"/>
                    <a:pt x="419910" y="745835"/>
                    <a:pt x="419910" y="714506"/>
                  </a:cubicBezTo>
                  <a:cubicBezTo>
                    <a:pt x="419910" y="696918"/>
                    <a:pt x="419910" y="678781"/>
                    <a:pt x="419910" y="661193"/>
                  </a:cubicBezTo>
                  <a:cubicBezTo>
                    <a:pt x="420460" y="635911"/>
                    <a:pt x="431452" y="616674"/>
                    <a:pt x="454536" y="606231"/>
                  </a:cubicBezTo>
                  <a:cubicBezTo>
                    <a:pt x="464979" y="601834"/>
                    <a:pt x="468826" y="595788"/>
                    <a:pt x="467727" y="584796"/>
                  </a:cubicBezTo>
                  <a:cubicBezTo>
                    <a:pt x="466628" y="574903"/>
                    <a:pt x="467177" y="565009"/>
                    <a:pt x="467177" y="555116"/>
                  </a:cubicBezTo>
                  <a:cubicBezTo>
                    <a:pt x="466628" y="544674"/>
                    <a:pt x="471574" y="539178"/>
                    <a:pt x="482017" y="539178"/>
                  </a:cubicBezTo>
                  <a:cubicBezTo>
                    <a:pt x="523788" y="539178"/>
                    <a:pt x="565559" y="539178"/>
                    <a:pt x="607330" y="539178"/>
                  </a:cubicBezTo>
                  <a:cubicBezTo>
                    <a:pt x="620521" y="539178"/>
                    <a:pt x="624368" y="546872"/>
                    <a:pt x="624368" y="558414"/>
                  </a:cubicBezTo>
                  <a:cubicBezTo>
                    <a:pt x="623819" y="596887"/>
                    <a:pt x="623819" y="635361"/>
                    <a:pt x="624368" y="673834"/>
                  </a:cubicBezTo>
                  <a:cubicBezTo>
                    <a:pt x="624368" y="688124"/>
                    <a:pt x="625468" y="702964"/>
                    <a:pt x="626017" y="717254"/>
                  </a:cubicBezTo>
                  <a:cubicBezTo>
                    <a:pt x="626017" y="721651"/>
                    <a:pt x="626017" y="727148"/>
                    <a:pt x="632063" y="726598"/>
                  </a:cubicBezTo>
                  <a:cubicBezTo>
                    <a:pt x="637559" y="726048"/>
                    <a:pt x="637010" y="721651"/>
                    <a:pt x="637010" y="717804"/>
                  </a:cubicBezTo>
                  <a:cubicBezTo>
                    <a:pt x="637010" y="708461"/>
                    <a:pt x="637559" y="699667"/>
                    <a:pt x="637010" y="690873"/>
                  </a:cubicBezTo>
                  <a:cubicBezTo>
                    <a:pt x="636460" y="679330"/>
                    <a:pt x="641407" y="672735"/>
                    <a:pt x="653498" y="674384"/>
                  </a:cubicBezTo>
                  <a:cubicBezTo>
                    <a:pt x="665590" y="676033"/>
                    <a:pt x="671086" y="672186"/>
                    <a:pt x="671086" y="658445"/>
                  </a:cubicBezTo>
                  <a:cubicBezTo>
                    <a:pt x="671086" y="639208"/>
                    <a:pt x="680430" y="623819"/>
                    <a:pt x="695819" y="611727"/>
                  </a:cubicBezTo>
                  <a:cubicBezTo>
                    <a:pt x="702414" y="606231"/>
                    <a:pt x="710109" y="602933"/>
                    <a:pt x="715056" y="594140"/>
                  </a:cubicBezTo>
                  <a:cubicBezTo>
                    <a:pt x="720002" y="585346"/>
                    <a:pt x="748582" y="588643"/>
                    <a:pt x="753529" y="597987"/>
                  </a:cubicBezTo>
                  <a:cubicBezTo>
                    <a:pt x="755728" y="601834"/>
                    <a:pt x="758476" y="604033"/>
                    <a:pt x="762323" y="606231"/>
                  </a:cubicBezTo>
                  <a:cubicBezTo>
                    <a:pt x="785407" y="619422"/>
                    <a:pt x="795850" y="639758"/>
                    <a:pt x="795850" y="665590"/>
                  </a:cubicBezTo>
                  <a:cubicBezTo>
                    <a:pt x="795850" y="698567"/>
                    <a:pt x="795850" y="732094"/>
                    <a:pt x="795850" y="765071"/>
                  </a:cubicBezTo>
                  <a:lnTo>
                    <a:pt x="862903" y="761773"/>
                  </a:lnTo>
                  <a:lnTo>
                    <a:pt x="898079" y="155543"/>
                  </a:lnTo>
                  <a:lnTo>
                    <a:pt x="979973" y="155543"/>
                  </a:lnTo>
                  <a:lnTo>
                    <a:pt x="1016797" y="759026"/>
                  </a:lnTo>
                  <a:lnTo>
                    <a:pt x="1063515" y="75737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2397BB-0566-4855-B214-A90EDA930881}"/>
              </a:ext>
            </a:extLst>
          </p:cNvPr>
          <p:cNvSpPr txBox="1"/>
          <p:nvPr/>
        </p:nvSpPr>
        <p:spPr>
          <a:xfrm>
            <a:off x="7087209" y="2098350"/>
            <a:ext cx="653823" cy="555410"/>
          </a:xfrm>
          <a:custGeom>
            <a:avLst/>
            <a:gdLst>
              <a:gd name="connsiteX0" fmla="*/ 717483 w 844822"/>
              <a:gd name="connsiteY0" fmla="*/ 542899 h 717660"/>
              <a:gd name="connsiteX1" fmla="*/ 753792 w 844822"/>
              <a:gd name="connsiteY1" fmla="*/ 536357 h 717660"/>
              <a:gd name="connsiteX2" fmla="*/ 818277 w 844822"/>
              <a:gd name="connsiteY2" fmla="*/ 562525 h 717660"/>
              <a:gd name="connsiteX3" fmla="*/ 844822 w 844822"/>
              <a:gd name="connsiteY3" fmla="*/ 626631 h 717660"/>
              <a:gd name="connsiteX4" fmla="*/ 818276 w 844822"/>
              <a:gd name="connsiteY4" fmla="*/ 691109 h 717660"/>
              <a:gd name="connsiteX5" fmla="*/ 753792 w 844822"/>
              <a:gd name="connsiteY5" fmla="*/ 717660 h 717660"/>
              <a:gd name="connsiteX6" fmla="*/ 687428 w 844822"/>
              <a:gd name="connsiteY6" fmla="*/ 691108 h 717660"/>
              <a:gd name="connsiteX7" fmla="*/ 660499 w 844822"/>
              <a:gd name="connsiteY7" fmla="*/ 626631 h 717660"/>
              <a:gd name="connsiteX8" fmla="*/ 687428 w 844822"/>
              <a:gd name="connsiteY8" fmla="*/ 562525 h 717660"/>
              <a:gd name="connsiteX9" fmla="*/ 717483 w 844822"/>
              <a:gd name="connsiteY9" fmla="*/ 542899 h 717660"/>
              <a:gd name="connsiteX10" fmla="*/ 291596 w 844822"/>
              <a:gd name="connsiteY10" fmla="*/ 251558 h 717660"/>
              <a:gd name="connsiteX11" fmla="*/ 153352 w 844822"/>
              <a:gd name="connsiteY11" fmla="*/ 466855 h 717660"/>
              <a:gd name="connsiteX12" fmla="*/ 291596 w 844822"/>
              <a:gd name="connsiteY12" fmla="*/ 466855 h 717660"/>
              <a:gd name="connsiteX13" fmla="*/ 291596 w 844822"/>
              <a:gd name="connsiteY13" fmla="*/ 0 h 717660"/>
              <a:gd name="connsiteX14" fmla="*/ 444192 w 844822"/>
              <a:gd name="connsiteY14" fmla="*/ 0 h 717660"/>
              <a:gd name="connsiteX15" fmla="*/ 444192 w 844822"/>
              <a:gd name="connsiteY15" fmla="*/ 466856 h 717660"/>
              <a:gd name="connsiteX16" fmla="*/ 524269 w 844822"/>
              <a:gd name="connsiteY16" fmla="*/ 466855 h 717660"/>
              <a:gd name="connsiteX17" fmla="*/ 469123 w 844822"/>
              <a:gd name="connsiteY17" fmla="*/ 602080 h 717660"/>
              <a:gd name="connsiteX18" fmla="*/ 444192 w 844822"/>
              <a:gd name="connsiteY18" fmla="*/ 602080 h 717660"/>
              <a:gd name="connsiteX19" fmla="*/ 444192 w 844822"/>
              <a:gd name="connsiteY19" fmla="*/ 705574 h 717660"/>
              <a:gd name="connsiteX20" fmla="*/ 291596 w 844822"/>
              <a:gd name="connsiteY20" fmla="*/ 705574 h 717660"/>
              <a:gd name="connsiteX21" fmla="*/ 291596 w 844822"/>
              <a:gd name="connsiteY21" fmla="*/ 602080 h 717660"/>
              <a:gd name="connsiteX22" fmla="*/ 0 w 844822"/>
              <a:gd name="connsiteY22" fmla="*/ 602080 h 717660"/>
              <a:gd name="connsiteX23" fmla="*/ 0 w 844822"/>
              <a:gd name="connsiteY23" fmla="*/ 478944 h 71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44822" h="717660">
                <a:moveTo>
                  <a:pt x="717483" y="542899"/>
                </a:moveTo>
                <a:cubicBezTo>
                  <a:pt x="728544" y="538538"/>
                  <a:pt x="740647" y="536358"/>
                  <a:pt x="753792" y="536357"/>
                </a:cubicBezTo>
                <a:cubicBezTo>
                  <a:pt x="779084" y="536357"/>
                  <a:pt x="800579" y="545079"/>
                  <a:pt x="818277" y="562525"/>
                </a:cubicBezTo>
                <a:cubicBezTo>
                  <a:pt x="835975" y="579971"/>
                  <a:pt x="844822" y="601339"/>
                  <a:pt x="844822" y="626631"/>
                </a:cubicBezTo>
                <a:cubicBezTo>
                  <a:pt x="844822" y="651914"/>
                  <a:pt x="835975" y="673405"/>
                  <a:pt x="818276" y="691109"/>
                </a:cubicBezTo>
                <a:cubicBezTo>
                  <a:pt x="800579" y="708810"/>
                  <a:pt x="779084" y="717660"/>
                  <a:pt x="753792" y="717660"/>
                </a:cubicBezTo>
                <a:cubicBezTo>
                  <a:pt x="727501" y="717660"/>
                  <a:pt x="705381" y="708810"/>
                  <a:pt x="687428" y="691108"/>
                </a:cubicBezTo>
                <a:cubicBezTo>
                  <a:pt x="669474" y="673405"/>
                  <a:pt x="660499" y="651914"/>
                  <a:pt x="660499" y="626631"/>
                </a:cubicBezTo>
                <a:cubicBezTo>
                  <a:pt x="660499" y="601339"/>
                  <a:pt x="669474" y="579971"/>
                  <a:pt x="687428" y="562525"/>
                </a:cubicBezTo>
                <a:cubicBezTo>
                  <a:pt x="696405" y="553802"/>
                  <a:pt x="706423" y="547260"/>
                  <a:pt x="717483" y="542899"/>
                </a:cubicBezTo>
                <a:close/>
                <a:moveTo>
                  <a:pt x="291596" y="251558"/>
                </a:moveTo>
                <a:lnTo>
                  <a:pt x="153352" y="466855"/>
                </a:lnTo>
                <a:lnTo>
                  <a:pt x="291596" y="466855"/>
                </a:lnTo>
                <a:close/>
                <a:moveTo>
                  <a:pt x="291596" y="0"/>
                </a:moveTo>
                <a:lnTo>
                  <a:pt x="444192" y="0"/>
                </a:lnTo>
                <a:lnTo>
                  <a:pt x="444192" y="466856"/>
                </a:lnTo>
                <a:lnTo>
                  <a:pt x="524269" y="466855"/>
                </a:lnTo>
                <a:lnTo>
                  <a:pt x="469123" y="602080"/>
                </a:lnTo>
                <a:lnTo>
                  <a:pt x="444192" y="602080"/>
                </a:lnTo>
                <a:lnTo>
                  <a:pt x="444192" y="705574"/>
                </a:lnTo>
                <a:lnTo>
                  <a:pt x="291596" y="705574"/>
                </a:lnTo>
                <a:lnTo>
                  <a:pt x="291596" y="602080"/>
                </a:lnTo>
                <a:lnTo>
                  <a:pt x="0" y="602080"/>
                </a:lnTo>
                <a:lnTo>
                  <a:pt x="0" y="478944"/>
                </a:ln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E19D0E-9B4A-4456-A49F-EF8E2ACEAD93}"/>
              </a:ext>
            </a:extLst>
          </p:cNvPr>
          <p:cNvGrpSpPr/>
          <p:nvPr/>
        </p:nvGrpSpPr>
        <p:grpSpPr>
          <a:xfrm>
            <a:off x="7805082" y="2098350"/>
            <a:ext cx="556482" cy="555410"/>
            <a:chOff x="7167947" y="1624190"/>
            <a:chExt cx="2677920" cy="2672764"/>
          </a:xfrm>
          <a:solidFill>
            <a:schemeClr val="accent6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64DF17-7F86-4938-94AE-186FD60E7104}"/>
                </a:ext>
              </a:extLst>
            </p:cNvPr>
            <p:cNvSpPr/>
            <p:nvPr/>
          </p:nvSpPr>
          <p:spPr>
            <a:xfrm>
              <a:off x="7167947" y="1624190"/>
              <a:ext cx="2677920" cy="2672764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DBA38F7-B2A4-43C1-9197-40C391E9BBF2}"/>
                </a:ext>
              </a:extLst>
            </p:cNvPr>
            <p:cNvSpPr/>
            <p:nvPr/>
          </p:nvSpPr>
          <p:spPr>
            <a:xfrm>
              <a:off x="7628244" y="2084297"/>
              <a:ext cx="1757326" cy="1752551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7E9F9A3-41FF-4E8D-BC50-55362F20C346}"/>
              </a:ext>
            </a:extLst>
          </p:cNvPr>
          <p:cNvSpPr txBox="1"/>
          <p:nvPr/>
        </p:nvSpPr>
        <p:spPr>
          <a:xfrm>
            <a:off x="3934530" y="3377289"/>
            <a:ext cx="4331369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5867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4206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8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1799</Words>
  <Application>Microsoft Office PowerPoint</Application>
  <PresentationFormat>Widescreen</PresentationFormat>
  <Paragraphs>126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Aharoni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IT OUTSOURCE</cp:lastModifiedBy>
  <cp:revision>130</cp:revision>
  <dcterms:created xsi:type="dcterms:W3CDTF">2019-01-14T06:35:35Z</dcterms:created>
  <dcterms:modified xsi:type="dcterms:W3CDTF">2024-06-14T08:10:09Z</dcterms:modified>
</cp:coreProperties>
</file>